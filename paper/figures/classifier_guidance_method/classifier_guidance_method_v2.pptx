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7"/>
    <p:sldId id="257" r:id="rId9"/>
  </p:sldIdLst>
  <p:sldSz cx="13716000" cy="9906000" type="screen4x3"/>
  <p:notesSz cx="6858000" cy="9144000"/>
  <p:embeddedFontLst>
    <p:embeddedFont>
      <p:font typeface="Comic Sans MS"/>
      <p:regular r:id="rId10"/>
      <p:bold r:id="rId1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font" Target="fonts/regular.fntdata"/><Relationship Id="rId11" Type="http://schemas.openxmlformats.org/officeDocument/2006/relationships/font" Target="font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style adapted from AdvFD Figure 3, arXiv:2608.11205v1. All pipeline content is rewritten for the local classifier_guidance implementation. Strong-model weights, feature encoder and image map are always fixed. Frozen weights retain input derivatives during the guidance update. D uses class-conditional real/fake logits on terminal RGB Inception features. softplus(s)=log(1+exp(s)); d_r=D_omega(phi(x_r),c); d_f=D_omega(phi(x_fake),c). R1=E ||grad_h D_omega(h,c)||^2 for h=phi(x_r). The actual iteration updates D first, then guidance using the updated D; panel order is expository. Scatter diagrams are conceptual; the D-step keeps both feature clouds identical and changes only its decision boundary. Arrows, modules, scatter points, icons and text are editable; only the two noise textures are raster images. All text, Greek symbols and formulas use Comic Sans MS, the lettering family of the reference. Network nodes and schedule glyphs are conceptual icons, not measured widths, exact layer counts, or learned coefficient curves. SiT joint variant: S and W are velocity predictions, VAE decoder is fixed; optimize theta and alpha with lambda=0.1 gap-energy anchor on independent real-posterior interpolants. W0 is the initial frozen weak head.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style adapted from AdvFD Figure 3, arXiv:2608.11205v1. All pipeline content is rewritten for the local classifier_guidance implementation. Strong-model weights, feature encoder and image map are always fixed. Frozen weights retain input derivatives during the guidance update. D uses class-conditional real/fake logits on terminal RGB Inception features. softplus(s)=log(1+exp(s)); d_r=D_omega(phi(x_r),c); d_f=D_omega(phi(x_fake),c). R1=E ||grad_h D_omega(h,c)||^2 for h=phi(x_r). The actual iteration updates D first, then guidance using the updated D; panel order is expository. Scatter diagrams are conceptual; the D-step keeps both feature clouds identical and changes only its decision boundary. Arrows, modules, scatter points, icons and text are editable; only the two noise textures are raster images. All text, Greek symbols and formulas use Comic Sans MS, the lettering family of the reference. Network nodes and schedule glyphs are conceptual icons, not measured widths, exact layer counts, or learned coefficient curves. JiT schedule variant: S and W are clean predictions; convert the guided prediction to velocity before the fixed Heun/Euler rollout. Only alpha is optimized; W is fixed and the gap anchor is absent. RGB map is fixed rescaling/clamping.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name="Joint weak-head and schedule learning">
    <p:spTree>
      <p:nvGrpSpPr>
        <p:cNvPr id="1" name=""/>
        <p:cNvGrpSpPr/>
        <p:nvPr/>
      </p:nvGrpSpPr>
      <p:grpSpPr/>
      <p:grpSp>
        <p:nvGrpSpPr>
          <p:cNvPr id="2" name="a.sampler"/>
          <p:cNvGrpSpPr/>
          <p:nvPr/>
        </p:nvGrpSpPr>
        <p:grpSpPr>
          <a:xfrm>
            <a:off x="2095500" y="228600"/>
            <a:ext cx="4330700" cy="2603500"/>
            <a:chOff x="2095500" y="228600"/>
            <a:chExt cx="4330700" cy="2603500"/>
          </a:xfrm>
        </p:grpSpPr>
        <p:sp>
          <p:nvSpPr>
            <p:cNvPr id="3" name="a.sampler/container"/>
            <p:cNvSpPr/>
            <p:nvPr/>
          </p:nvSpPr>
          <p:spPr>
            <a:xfrm>
              <a:off x="2095500" y="228600"/>
              <a:ext cx="4330700" cy="2603500"/>
            </a:xfrm>
            <a:custGeom>
              <a:avLst/>
              <a:gdLst/>
              <a:ahLst/>
              <a:cxnLst/>
              <a:rect l="0" t="0" r="r" b="b"/>
              <a:pathLst>
                <a:path w="341000" h="205000">
                  <a:moveTo>
                    <a:pt x="10000" y="0"/>
                  </a:moveTo>
                  <a:lnTo>
                    <a:pt x="331000" y="0"/>
                  </a:lnTo>
                  <a:cubicBezTo>
                    <a:pt x="336523" y="0"/>
                    <a:pt x="341000" y="4477"/>
                    <a:pt x="341000" y="10000"/>
                  </a:cubicBezTo>
                  <a:lnTo>
                    <a:pt x="341000" y="195000"/>
                  </a:lnTo>
                  <a:cubicBezTo>
                    <a:pt x="341000" y="200523"/>
                    <a:pt x="336523" y="205000"/>
                    <a:pt x="331000" y="205000"/>
                  </a:cubicBezTo>
                  <a:lnTo>
                    <a:pt x="10000" y="205000"/>
                  </a:lnTo>
                  <a:cubicBezTo>
                    <a:pt x="4477" y="205000"/>
                    <a:pt x="0" y="200523"/>
                    <a:pt x="0" y="195000"/>
                  </a:cubicBezTo>
                  <a:lnTo>
                    <a:pt x="0" y="10000"/>
                  </a:lnTo>
                  <a:cubicBezTo>
                    <a:pt x="0" y="4477"/>
                    <a:pt x="4477" y="0"/>
                    <a:pt x="10000" y="0"/>
                  </a:cubicBezTo>
                  <a:close/>
                </a:path>
              </a:pathLst>
            </a:custGeom>
            <a:solidFill>
              <a:srgbClr val="FBFCFD"/>
            </a:solidFill>
            <a:ln w="13970">
              <a:solidFill>
                <a:srgbClr val="E2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a.sampler/title"/>
            <p:cNvSpPr txBox="1"/>
            <p:nvPr/>
          </p:nvSpPr>
          <p:spPr>
            <a:xfrm>
              <a:off x="2197100" y="279400"/>
              <a:ext cx="41275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770" b="0" i="0">
                  <a:solidFill>
                    <a:srgbClr val="0E2841"/>
                  </a:solidFill>
                  <a:latin typeface="Comic Sans MS"/>
                  <a:ea typeface="Comic Sans MS"/>
                  <a:cs typeface="Comic Sans MS"/>
                </a:rPr>
                <a:t>Full-trajectory sampler</a:t>
              </a:r>
            </a:p>
          </p:txBody>
        </p:sp>
      </p:grpSp>
      <p:grpSp>
        <p:nvGrpSpPr>
          <p:cNvPr id="5" name="a.strong"/>
          <p:cNvGrpSpPr/>
          <p:nvPr/>
        </p:nvGrpSpPr>
        <p:grpSpPr>
          <a:xfrm>
            <a:off x="2209800" y="648611"/>
            <a:ext cx="1308100" cy="1053189"/>
            <a:chOff x="2209800" y="648611"/>
            <a:chExt cx="1308100" cy="1053189"/>
          </a:xfrm>
        </p:grpSpPr>
        <p:sp>
          <p:nvSpPr>
            <p:cNvPr id="6" name="a.strong/box"/>
            <p:cNvSpPr/>
            <p:nvPr/>
          </p:nvSpPr>
          <p:spPr>
            <a:xfrm>
              <a:off x="2273300" y="723900"/>
              <a:ext cx="1244600" cy="977900"/>
            </a:xfrm>
            <a:custGeom>
              <a:avLst/>
              <a:gdLst/>
              <a:ahLst/>
              <a:cxnLst/>
              <a:rect l="0" t="0" r="r" b="b"/>
              <a:pathLst>
                <a:path w="98000" h="77000">
                  <a:moveTo>
                    <a:pt x="8000" y="0"/>
                  </a:moveTo>
                  <a:lnTo>
                    <a:pt x="90000" y="0"/>
                  </a:lnTo>
                  <a:cubicBezTo>
                    <a:pt x="94418" y="0"/>
                    <a:pt x="98000" y="3582"/>
                    <a:pt x="98000" y="8000"/>
                  </a:cubicBezTo>
                  <a:lnTo>
                    <a:pt x="98000" y="69000"/>
                  </a:lnTo>
                  <a:cubicBezTo>
                    <a:pt x="98000" y="73418"/>
                    <a:pt x="94418" y="77000"/>
                    <a:pt x="90000" y="77000"/>
                  </a:cubicBezTo>
                  <a:lnTo>
                    <a:pt x="8000" y="77000"/>
                  </a:lnTo>
                  <a:cubicBezTo>
                    <a:pt x="3582" y="77000"/>
                    <a:pt x="0" y="73418"/>
                    <a:pt x="0" y="69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a.strong/connection 0-0-0"/>
            <p:cNvSpPr/>
            <p:nvPr/>
          </p:nvSpPr>
          <p:spPr>
            <a:xfrm>
              <a:off x="2438400" y="9017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a.strong/connection 0-0-1"/>
            <p:cNvSpPr/>
            <p:nvPr/>
          </p:nvSpPr>
          <p:spPr>
            <a:xfrm>
              <a:off x="2438400" y="901700"/>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a.strong/connection 0-0-2"/>
            <p:cNvSpPr/>
            <p:nvPr/>
          </p:nvSpPr>
          <p:spPr>
            <a:xfrm>
              <a:off x="2438400" y="901700"/>
              <a:ext cx="304800" cy="262466"/>
            </a:xfrm>
            <a:custGeom>
              <a:avLst/>
              <a:gdLst/>
              <a:ahLst/>
              <a:cxnLst/>
              <a:rect l="0" t="0" r="r" b="b"/>
              <a:pathLst>
                <a:path w="24000" h="20667">
                  <a:moveTo>
                    <a:pt x="0" y="0"/>
                  </a:moveTo>
                  <a:lnTo>
                    <a:pt x="24000" y="206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a.strong/connection 0-0-3"/>
            <p:cNvSpPr/>
            <p:nvPr/>
          </p:nvSpPr>
          <p:spPr>
            <a:xfrm>
              <a:off x="2438400" y="901700"/>
              <a:ext cx="304800" cy="393700"/>
            </a:xfrm>
            <a:custGeom>
              <a:avLst/>
              <a:gdLst/>
              <a:ahLst/>
              <a:cxnLst/>
              <a:rect l="0" t="0" r="r" b="b"/>
              <a:pathLst>
                <a:path w="24000" h="31000">
                  <a:moveTo>
                    <a:pt x="0" y="0"/>
                  </a:moveTo>
                  <a:lnTo>
                    <a:pt x="240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a.strong/connection 0-1-0"/>
            <p:cNvSpPr/>
            <p:nvPr/>
          </p:nvSpPr>
          <p:spPr>
            <a:xfrm>
              <a:off x="2438400" y="901700"/>
              <a:ext cx="304800" cy="196850"/>
            </a:xfrm>
            <a:custGeom>
              <a:avLst/>
              <a:gdLst/>
              <a:ahLst/>
              <a:cxnLst/>
              <a:rect l="0" t="0" r="r" b="b"/>
              <a:pathLst>
                <a:path w="24000" h="15500">
                  <a:moveTo>
                    <a:pt x="0" y="155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a.strong/connection 0-1-1"/>
            <p:cNvSpPr/>
            <p:nvPr/>
          </p:nvSpPr>
          <p:spPr>
            <a:xfrm>
              <a:off x="2438400" y="1032933"/>
              <a:ext cx="304800" cy="65616"/>
            </a:xfrm>
            <a:custGeom>
              <a:avLst/>
              <a:gdLst/>
              <a:ahLst/>
              <a:cxnLst/>
              <a:rect l="0" t="0" r="r" b="b"/>
              <a:pathLst>
                <a:path w="24000" h="5167">
                  <a:moveTo>
                    <a:pt x="0" y="51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a.strong/connection 0-1-2"/>
            <p:cNvSpPr/>
            <p:nvPr/>
          </p:nvSpPr>
          <p:spPr>
            <a:xfrm>
              <a:off x="2438400" y="1098550"/>
              <a:ext cx="304800" cy="65616"/>
            </a:xfrm>
            <a:custGeom>
              <a:avLst/>
              <a:gdLst/>
              <a:ahLst/>
              <a:cxnLst/>
              <a:rect l="0" t="0" r="r" b="b"/>
              <a:pathLst>
                <a:path w="24000" h="5167">
                  <a:moveTo>
                    <a:pt x="0" y="0"/>
                  </a:moveTo>
                  <a:lnTo>
                    <a:pt x="24000" y="51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a.strong/connection 0-1-3"/>
            <p:cNvSpPr/>
            <p:nvPr/>
          </p:nvSpPr>
          <p:spPr>
            <a:xfrm>
              <a:off x="2438400" y="1098550"/>
              <a:ext cx="304800" cy="196850"/>
            </a:xfrm>
            <a:custGeom>
              <a:avLst/>
              <a:gdLst/>
              <a:ahLst/>
              <a:cxnLst/>
              <a:rect l="0" t="0" r="r" b="b"/>
              <a:pathLst>
                <a:path w="24000" h="15500">
                  <a:moveTo>
                    <a:pt x="0" y="0"/>
                  </a:moveTo>
                  <a:lnTo>
                    <a:pt x="24000" y="155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a.strong/connection 0-2-0"/>
            <p:cNvSpPr/>
            <p:nvPr/>
          </p:nvSpPr>
          <p:spPr>
            <a:xfrm>
              <a:off x="2438400" y="901700"/>
              <a:ext cx="304800" cy="393700"/>
            </a:xfrm>
            <a:custGeom>
              <a:avLst/>
              <a:gdLst/>
              <a:ahLst/>
              <a:cxnLst/>
              <a:rect l="0" t="0" r="r" b="b"/>
              <a:pathLst>
                <a:path w="24000" h="31000">
                  <a:moveTo>
                    <a:pt x="0" y="310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a.strong/connection 0-2-1"/>
            <p:cNvSpPr/>
            <p:nvPr/>
          </p:nvSpPr>
          <p:spPr>
            <a:xfrm>
              <a:off x="2438400" y="1032933"/>
              <a:ext cx="304800" cy="262466"/>
            </a:xfrm>
            <a:custGeom>
              <a:avLst/>
              <a:gdLst/>
              <a:ahLst/>
              <a:cxnLst/>
              <a:rect l="0" t="0" r="r" b="b"/>
              <a:pathLst>
                <a:path w="24000" h="20667">
                  <a:moveTo>
                    <a:pt x="0" y="206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a.strong/connection 0-2-2"/>
            <p:cNvSpPr/>
            <p:nvPr/>
          </p:nvSpPr>
          <p:spPr>
            <a:xfrm>
              <a:off x="2438400" y="1164166"/>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a.strong/connection 0-2-3"/>
            <p:cNvSpPr/>
            <p:nvPr/>
          </p:nvSpPr>
          <p:spPr>
            <a:xfrm>
              <a:off x="2438400" y="12954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a.strong/connection 1-0-0"/>
            <p:cNvSpPr/>
            <p:nvPr/>
          </p:nvSpPr>
          <p:spPr>
            <a:xfrm>
              <a:off x="2743200" y="9017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a.strong/connection 1-0-1"/>
            <p:cNvSpPr/>
            <p:nvPr/>
          </p:nvSpPr>
          <p:spPr>
            <a:xfrm>
              <a:off x="2743200" y="901700"/>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a.strong/connection 1-0-2"/>
            <p:cNvSpPr/>
            <p:nvPr/>
          </p:nvSpPr>
          <p:spPr>
            <a:xfrm>
              <a:off x="2743200" y="901700"/>
              <a:ext cx="304800" cy="262466"/>
            </a:xfrm>
            <a:custGeom>
              <a:avLst/>
              <a:gdLst/>
              <a:ahLst/>
              <a:cxnLst/>
              <a:rect l="0" t="0" r="r" b="b"/>
              <a:pathLst>
                <a:path w="24000" h="20667">
                  <a:moveTo>
                    <a:pt x="0" y="0"/>
                  </a:moveTo>
                  <a:lnTo>
                    <a:pt x="24000" y="206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a.strong/connection 1-0-3"/>
            <p:cNvSpPr/>
            <p:nvPr/>
          </p:nvSpPr>
          <p:spPr>
            <a:xfrm>
              <a:off x="2743200" y="901700"/>
              <a:ext cx="304800" cy="393700"/>
            </a:xfrm>
            <a:custGeom>
              <a:avLst/>
              <a:gdLst/>
              <a:ahLst/>
              <a:cxnLst/>
              <a:rect l="0" t="0" r="r" b="b"/>
              <a:pathLst>
                <a:path w="24000" h="31000">
                  <a:moveTo>
                    <a:pt x="0" y="0"/>
                  </a:moveTo>
                  <a:lnTo>
                    <a:pt x="240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a.strong/connection 1-1-0"/>
            <p:cNvSpPr/>
            <p:nvPr/>
          </p:nvSpPr>
          <p:spPr>
            <a:xfrm>
              <a:off x="2743200" y="901700"/>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a.strong/connection 1-1-1"/>
            <p:cNvSpPr/>
            <p:nvPr/>
          </p:nvSpPr>
          <p:spPr>
            <a:xfrm>
              <a:off x="2743200" y="1032933"/>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a.strong/connection 1-1-2"/>
            <p:cNvSpPr/>
            <p:nvPr/>
          </p:nvSpPr>
          <p:spPr>
            <a:xfrm>
              <a:off x="2743200" y="1032933"/>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a.strong/connection 1-1-3"/>
            <p:cNvSpPr/>
            <p:nvPr/>
          </p:nvSpPr>
          <p:spPr>
            <a:xfrm>
              <a:off x="2743200" y="1032933"/>
              <a:ext cx="304800" cy="262466"/>
            </a:xfrm>
            <a:custGeom>
              <a:avLst/>
              <a:gdLst/>
              <a:ahLst/>
              <a:cxnLst/>
              <a:rect l="0" t="0" r="r" b="b"/>
              <a:pathLst>
                <a:path w="24000" h="20667">
                  <a:moveTo>
                    <a:pt x="0" y="0"/>
                  </a:moveTo>
                  <a:lnTo>
                    <a:pt x="24000" y="206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a.strong/connection 1-2-0"/>
            <p:cNvSpPr/>
            <p:nvPr/>
          </p:nvSpPr>
          <p:spPr>
            <a:xfrm>
              <a:off x="2743200" y="901700"/>
              <a:ext cx="304800" cy="262466"/>
            </a:xfrm>
            <a:custGeom>
              <a:avLst/>
              <a:gdLst/>
              <a:ahLst/>
              <a:cxnLst/>
              <a:rect l="0" t="0" r="r" b="b"/>
              <a:pathLst>
                <a:path w="24000" h="20667">
                  <a:moveTo>
                    <a:pt x="0" y="206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a.strong/connection 1-2-1"/>
            <p:cNvSpPr/>
            <p:nvPr/>
          </p:nvSpPr>
          <p:spPr>
            <a:xfrm>
              <a:off x="2743200" y="1032933"/>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a.strong/connection 1-2-2"/>
            <p:cNvSpPr/>
            <p:nvPr/>
          </p:nvSpPr>
          <p:spPr>
            <a:xfrm>
              <a:off x="2743200" y="1164166"/>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a.strong/connection 1-2-3"/>
            <p:cNvSpPr/>
            <p:nvPr/>
          </p:nvSpPr>
          <p:spPr>
            <a:xfrm>
              <a:off x="2743200" y="1164166"/>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a.strong/connection 1-3-0"/>
            <p:cNvSpPr/>
            <p:nvPr/>
          </p:nvSpPr>
          <p:spPr>
            <a:xfrm>
              <a:off x="2743200" y="901700"/>
              <a:ext cx="304800" cy="393700"/>
            </a:xfrm>
            <a:custGeom>
              <a:avLst/>
              <a:gdLst/>
              <a:ahLst/>
              <a:cxnLst/>
              <a:rect l="0" t="0" r="r" b="b"/>
              <a:pathLst>
                <a:path w="24000" h="31000">
                  <a:moveTo>
                    <a:pt x="0" y="310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a.strong/connection 1-3-1"/>
            <p:cNvSpPr/>
            <p:nvPr/>
          </p:nvSpPr>
          <p:spPr>
            <a:xfrm>
              <a:off x="2743200" y="1032933"/>
              <a:ext cx="304800" cy="262466"/>
            </a:xfrm>
            <a:custGeom>
              <a:avLst/>
              <a:gdLst/>
              <a:ahLst/>
              <a:cxnLst/>
              <a:rect l="0" t="0" r="r" b="b"/>
              <a:pathLst>
                <a:path w="24000" h="20667">
                  <a:moveTo>
                    <a:pt x="0" y="206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a.strong/connection 1-3-2"/>
            <p:cNvSpPr/>
            <p:nvPr/>
          </p:nvSpPr>
          <p:spPr>
            <a:xfrm>
              <a:off x="2743200" y="1164166"/>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a.strong/connection 1-3-3"/>
            <p:cNvSpPr/>
            <p:nvPr/>
          </p:nvSpPr>
          <p:spPr>
            <a:xfrm>
              <a:off x="2743200" y="12954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a.strong/connection 2-0-0"/>
            <p:cNvSpPr/>
            <p:nvPr/>
          </p:nvSpPr>
          <p:spPr>
            <a:xfrm>
              <a:off x="3048000" y="9017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a.strong/connection 2-0-1"/>
            <p:cNvSpPr/>
            <p:nvPr/>
          </p:nvSpPr>
          <p:spPr>
            <a:xfrm>
              <a:off x="3048000" y="901700"/>
              <a:ext cx="304800" cy="196850"/>
            </a:xfrm>
            <a:custGeom>
              <a:avLst/>
              <a:gdLst/>
              <a:ahLst/>
              <a:cxnLst/>
              <a:rect l="0" t="0" r="r" b="b"/>
              <a:pathLst>
                <a:path w="24000" h="15500">
                  <a:moveTo>
                    <a:pt x="0" y="0"/>
                  </a:moveTo>
                  <a:lnTo>
                    <a:pt x="24000" y="155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a.strong/connection 2-0-2"/>
            <p:cNvSpPr/>
            <p:nvPr/>
          </p:nvSpPr>
          <p:spPr>
            <a:xfrm>
              <a:off x="3048000" y="901700"/>
              <a:ext cx="304800" cy="393700"/>
            </a:xfrm>
            <a:custGeom>
              <a:avLst/>
              <a:gdLst/>
              <a:ahLst/>
              <a:cxnLst/>
              <a:rect l="0" t="0" r="r" b="b"/>
              <a:pathLst>
                <a:path w="24000" h="31000">
                  <a:moveTo>
                    <a:pt x="0" y="0"/>
                  </a:moveTo>
                  <a:lnTo>
                    <a:pt x="240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a.strong/connection 2-1-0"/>
            <p:cNvSpPr/>
            <p:nvPr/>
          </p:nvSpPr>
          <p:spPr>
            <a:xfrm>
              <a:off x="3048000" y="901700"/>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a.strong/connection 2-1-1"/>
            <p:cNvSpPr/>
            <p:nvPr/>
          </p:nvSpPr>
          <p:spPr>
            <a:xfrm>
              <a:off x="3048000" y="1032933"/>
              <a:ext cx="304800" cy="65616"/>
            </a:xfrm>
            <a:custGeom>
              <a:avLst/>
              <a:gdLst/>
              <a:ahLst/>
              <a:cxnLst/>
              <a:rect l="0" t="0" r="r" b="b"/>
              <a:pathLst>
                <a:path w="24000" h="5167">
                  <a:moveTo>
                    <a:pt x="0" y="0"/>
                  </a:moveTo>
                  <a:lnTo>
                    <a:pt x="24000" y="51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a.strong/connection 2-1-2"/>
            <p:cNvSpPr/>
            <p:nvPr/>
          </p:nvSpPr>
          <p:spPr>
            <a:xfrm>
              <a:off x="3048000" y="1032933"/>
              <a:ext cx="304800" cy="262466"/>
            </a:xfrm>
            <a:custGeom>
              <a:avLst/>
              <a:gdLst/>
              <a:ahLst/>
              <a:cxnLst/>
              <a:rect l="0" t="0" r="r" b="b"/>
              <a:pathLst>
                <a:path w="24000" h="20667">
                  <a:moveTo>
                    <a:pt x="0" y="0"/>
                  </a:moveTo>
                  <a:lnTo>
                    <a:pt x="24000" y="206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a.strong/connection 2-2-0"/>
            <p:cNvSpPr/>
            <p:nvPr/>
          </p:nvSpPr>
          <p:spPr>
            <a:xfrm>
              <a:off x="3048000" y="901700"/>
              <a:ext cx="304800" cy="262466"/>
            </a:xfrm>
            <a:custGeom>
              <a:avLst/>
              <a:gdLst/>
              <a:ahLst/>
              <a:cxnLst/>
              <a:rect l="0" t="0" r="r" b="b"/>
              <a:pathLst>
                <a:path w="24000" h="20667">
                  <a:moveTo>
                    <a:pt x="0" y="206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a.strong/connection 2-2-1"/>
            <p:cNvSpPr/>
            <p:nvPr/>
          </p:nvSpPr>
          <p:spPr>
            <a:xfrm>
              <a:off x="3048000" y="1098550"/>
              <a:ext cx="304800" cy="65616"/>
            </a:xfrm>
            <a:custGeom>
              <a:avLst/>
              <a:gdLst/>
              <a:ahLst/>
              <a:cxnLst/>
              <a:rect l="0" t="0" r="r" b="b"/>
              <a:pathLst>
                <a:path w="24000" h="5167">
                  <a:moveTo>
                    <a:pt x="0" y="51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a.strong/connection 2-2-2"/>
            <p:cNvSpPr/>
            <p:nvPr/>
          </p:nvSpPr>
          <p:spPr>
            <a:xfrm>
              <a:off x="3048000" y="1164166"/>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a.strong/connection 2-3-0"/>
            <p:cNvSpPr/>
            <p:nvPr/>
          </p:nvSpPr>
          <p:spPr>
            <a:xfrm>
              <a:off x="3048000" y="901700"/>
              <a:ext cx="304800" cy="393700"/>
            </a:xfrm>
            <a:custGeom>
              <a:avLst/>
              <a:gdLst/>
              <a:ahLst/>
              <a:cxnLst/>
              <a:rect l="0" t="0" r="r" b="b"/>
              <a:pathLst>
                <a:path w="24000" h="31000">
                  <a:moveTo>
                    <a:pt x="0" y="310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a.strong/connection 2-3-1"/>
            <p:cNvSpPr/>
            <p:nvPr/>
          </p:nvSpPr>
          <p:spPr>
            <a:xfrm>
              <a:off x="3048000" y="1098550"/>
              <a:ext cx="304800" cy="196850"/>
            </a:xfrm>
            <a:custGeom>
              <a:avLst/>
              <a:gdLst/>
              <a:ahLst/>
              <a:cxnLst/>
              <a:rect l="0" t="0" r="r" b="b"/>
              <a:pathLst>
                <a:path w="24000" h="15500">
                  <a:moveTo>
                    <a:pt x="0" y="155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a.strong/connection 2-3-2"/>
            <p:cNvSpPr/>
            <p:nvPr/>
          </p:nvSpPr>
          <p:spPr>
            <a:xfrm>
              <a:off x="3048000" y="12954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a.strong/layer 0 node 0"/>
            <p:cNvSpPr/>
            <p:nvPr/>
          </p:nvSpPr>
          <p:spPr>
            <a:xfrm>
              <a:off x="23996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a.strong/layer 0 node 1"/>
            <p:cNvSpPr/>
            <p:nvPr/>
          </p:nvSpPr>
          <p:spPr>
            <a:xfrm>
              <a:off x="2399665" y="105981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a.strong/layer 0 node 2"/>
            <p:cNvSpPr/>
            <p:nvPr/>
          </p:nvSpPr>
          <p:spPr>
            <a:xfrm>
              <a:off x="23996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a.strong/layer 1 node 0"/>
            <p:cNvSpPr/>
            <p:nvPr/>
          </p:nvSpPr>
          <p:spPr>
            <a:xfrm>
              <a:off x="27044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a.strong/layer 1 node 1"/>
            <p:cNvSpPr/>
            <p:nvPr/>
          </p:nvSpPr>
          <p:spPr>
            <a:xfrm>
              <a:off x="2704465" y="994198"/>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a.strong/layer 1 node 2"/>
            <p:cNvSpPr/>
            <p:nvPr/>
          </p:nvSpPr>
          <p:spPr>
            <a:xfrm>
              <a:off x="2704465" y="1125431"/>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a.strong/layer 1 node 3"/>
            <p:cNvSpPr/>
            <p:nvPr/>
          </p:nvSpPr>
          <p:spPr>
            <a:xfrm>
              <a:off x="27044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a.strong/layer 2 node 0"/>
            <p:cNvSpPr/>
            <p:nvPr/>
          </p:nvSpPr>
          <p:spPr>
            <a:xfrm>
              <a:off x="30092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a.strong/layer 2 node 1"/>
            <p:cNvSpPr/>
            <p:nvPr/>
          </p:nvSpPr>
          <p:spPr>
            <a:xfrm>
              <a:off x="3009265" y="994198"/>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a.strong/layer 2 node 2"/>
            <p:cNvSpPr/>
            <p:nvPr/>
          </p:nvSpPr>
          <p:spPr>
            <a:xfrm>
              <a:off x="3009265" y="1125431"/>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a.strong/layer 2 node 3"/>
            <p:cNvSpPr/>
            <p:nvPr/>
          </p:nvSpPr>
          <p:spPr>
            <a:xfrm>
              <a:off x="30092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a.strong/layer 3 node 0"/>
            <p:cNvSpPr/>
            <p:nvPr/>
          </p:nvSpPr>
          <p:spPr>
            <a:xfrm>
              <a:off x="33140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a.strong/layer 3 node 1"/>
            <p:cNvSpPr/>
            <p:nvPr/>
          </p:nvSpPr>
          <p:spPr>
            <a:xfrm>
              <a:off x="3314065" y="105981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a.strong/layer 3 node 2"/>
            <p:cNvSpPr/>
            <p:nvPr/>
          </p:nvSpPr>
          <p:spPr>
            <a:xfrm>
              <a:off x="33140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a.strong/label"/>
            <p:cNvSpPr txBox="1"/>
            <p:nvPr/>
          </p:nvSpPr>
          <p:spPr>
            <a:xfrm>
              <a:off x="2311400" y="1422400"/>
              <a:ext cx="1168400" cy="241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60" b="0" i="0">
                  <a:solidFill>
                    <a:srgbClr val="0E2841"/>
                  </a:solidFill>
                  <a:latin typeface="Comic Sans MS"/>
                  <a:ea typeface="Comic Sans MS"/>
                  <a:cs typeface="Comic Sans MS"/>
                </a:rPr>
                <a:t>Strong S</a:t>
              </a:r>
            </a:p>
          </p:txBody>
        </p:sp>
        <p:sp>
          <p:nvSpPr>
            <p:cNvPr id="62" name="a.strong/frozen/white outline"/>
            <p:cNvSpPr/>
            <p:nvPr/>
          </p:nvSpPr>
          <p:spPr>
            <a:xfrm>
              <a:off x="22098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a.strong/frozen/blue crystal"/>
            <p:cNvSpPr/>
            <p:nvPr/>
          </p:nvSpPr>
          <p:spPr>
            <a:xfrm>
              <a:off x="22098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64" name="a.weak"/>
          <p:cNvGrpSpPr/>
          <p:nvPr/>
        </p:nvGrpSpPr>
        <p:grpSpPr>
          <a:xfrm>
            <a:off x="3620008" y="626110"/>
            <a:ext cx="1269492" cy="1075690"/>
            <a:chOff x="3620008" y="626110"/>
            <a:chExt cx="1269492" cy="1075690"/>
          </a:xfrm>
        </p:grpSpPr>
        <p:sp>
          <p:nvSpPr>
            <p:cNvPr id="65" name="a.weak/box"/>
            <p:cNvSpPr/>
            <p:nvPr/>
          </p:nvSpPr>
          <p:spPr>
            <a:xfrm>
              <a:off x="3670300" y="723900"/>
              <a:ext cx="1219200" cy="977900"/>
            </a:xfrm>
            <a:custGeom>
              <a:avLst/>
              <a:gdLst/>
              <a:ahLst/>
              <a:cxnLst/>
              <a:rect l="0" t="0" r="r" b="b"/>
              <a:pathLst>
                <a:path w="96000" h="77000">
                  <a:moveTo>
                    <a:pt x="8000" y="0"/>
                  </a:moveTo>
                  <a:lnTo>
                    <a:pt x="88000" y="0"/>
                  </a:lnTo>
                  <a:cubicBezTo>
                    <a:pt x="92418" y="0"/>
                    <a:pt x="96000" y="3582"/>
                    <a:pt x="96000" y="8000"/>
                  </a:cubicBezTo>
                  <a:lnTo>
                    <a:pt x="96000" y="69000"/>
                  </a:lnTo>
                  <a:cubicBezTo>
                    <a:pt x="96000" y="73418"/>
                    <a:pt x="92418" y="77000"/>
                    <a:pt x="88000" y="77000"/>
                  </a:cubicBezTo>
                  <a:lnTo>
                    <a:pt x="8000" y="77000"/>
                  </a:lnTo>
                  <a:cubicBezTo>
                    <a:pt x="3582" y="77000"/>
                    <a:pt x="0" y="73418"/>
                    <a:pt x="0" y="69000"/>
                  </a:cubicBezTo>
                  <a:lnTo>
                    <a:pt x="0" y="8000"/>
                  </a:lnTo>
                  <a:cubicBezTo>
                    <a:pt x="0" y="3582"/>
                    <a:pt x="3582" y="0"/>
                    <a:pt x="8000" y="0"/>
                  </a:cubicBezTo>
                  <a:close/>
                </a:path>
              </a:pathLst>
            </a:custGeom>
            <a:solidFill>
              <a:srgbClr val="E1B8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a.weak/connection 0-0-0"/>
            <p:cNvSpPr/>
            <p:nvPr/>
          </p:nvSpPr>
          <p:spPr>
            <a:xfrm>
              <a:off x="3943350" y="901700"/>
              <a:ext cx="336550" cy="127"/>
            </a:xfrm>
            <a:custGeom>
              <a:avLst/>
              <a:gdLst/>
              <a:ahLst/>
              <a:cxnLst/>
              <a:rect l="0" t="0" r="r" b="b"/>
              <a:pathLst>
                <a:path w="26500" h="10">
                  <a:moveTo>
                    <a:pt x="0" y="0"/>
                  </a:moveTo>
                  <a:lnTo>
                    <a:pt x="26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a.weak/connection 0-0-1"/>
            <p:cNvSpPr/>
            <p:nvPr/>
          </p:nvSpPr>
          <p:spPr>
            <a:xfrm>
              <a:off x="3943350" y="901700"/>
              <a:ext cx="336550" cy="196850"/>
            </a:xfrm>
            <a:custGeom>
              <a:avLst/>
              <a:gdLst/>
              <a:ahLst/>
              <a:cxnLst/>
              <a:rect l="0" t="0" r="r" b="b"/>
              <a:pathLst>
                <a:path w="26500" h="15500">
                  <a:moveTo>
                    <a:pt x="0" y="0"/>
                  </a:moveTo>
                  <a:lnTo>
                    <a:pt x="26500" y="1550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a.weak/connection 0-0-2"/>
            <p:cNvSpPr/>
            <p:nvPr/>
          </p:nvSpPr>
          <p:spPr>
            <a:xfrm>
              <a:off x="3943350" y="901700"/>
              <a:ext cx="336550" cy="393700"/>
            </a:xfrm>
            <a:custGeom>
              <a:avLst/>
              <a:gdLst/>
              <a:ahLst/>
              <a:cxnLst/>
              <a:rect l="0" t="0" r="r" b="b"/>
              <a:pathLst>
                <a:path w="26500" h="31000">
                  <a:moveTo>
                    <a:pt x="0" y="0"/>
                  </a:moveTo>
                  <a:lnTo>
                    <a:pt x="26500" y="3100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a.weak/connection 0-1-0"/>
            <p:cNvSpPr/>
            <p:nvPr/>
          </p:nvSpPr>
          <p:spPr>
            <a:xfrm>
              <a:off x="3943350" y="901700"/>
              <a:ext cx="336550" cy="393700"/>
            </a:xfrm>
            <a:custGeom>
              <a:avLst/>
              <a:gdLst/>
              <a:ahLst/>
              <a:cxnLst/>
              <a:rect l="0" t="0" r="r" b="b"/>
              <a:pathLst>
                <a:path w="26500" h="31000">
                  <a:moveTo>
                    <a:pt x="0" y="31000"/>
                  </a:moveTo>
                  <a:lnTo>
                    <a:pt x="26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a.weak/connection 0-1-1"/>
            <p:cNvSpPr/>
            <p:nvPr/>
          </p:nvSpPr>
          <p:spPr>
            <a:xfrm>
              <a:off x="3943350" y="1098550"/>
              <a:ext cx="336550" cy="196850"/>
            </a:xfrm>
            <a:custGeom>
              <a:avLst/>
              <a:gdLst/>
              <a:ahLst/>
              <a:cxnLst/>
              <a:rect l="0" t="0" r="r" b="b"/>
              <a:pathLst>
                <a:path w="26500" h="15500">
                  <a:moveTo>
                    <a:pt x="0" y="15500"/>
                  </a:moveTo>
                  <a:lnTo>
                    <a:pt x="26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a.weak/connection 0-1-2"/>
            <p:cNvSpPr/>
            <p:nvPr/>
          </p:nvSpPr>
          <p:spPr>
            <a:xfrm>
              <a:off x="3943350" y="1295400"/>
              <a:ext cx="336550" cy="127"/>
            </a:xfrm>
            <a:custGeom>
              <a:avLst/>
              <a:gdLst/>
              <a:ahLst/>
              <a:cxnLst/>
              <a:rect l="0" t="0" r="r" b="b"/>
              <a:pathLst>
                <a:path w="26500" h="10">
                  <a:moveTo>
                    <a:pt x="0" y="0"/>
                  </a:moveTo>
                  <a:lnTo>
                    <a:pt x="26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a.weak/connection 1-0-0"/>
            <p:cNvSpPr/>
            <p:nvPr/>
          </p:nvSpPr>
          <p:spPr>
            <a:xfrm>
              <a:off x="4279900" y="901700"/>
              <a:ext cx="336550" cy="127"/>
            </a:xfrm>
            <a:custGeom>
              <a:avLst/>
              <a:gdLst/>
              <a:ahLst/>
              <a:cxnLst/>
              <a:rect l="0" t="0" r="r" b="b"/>
              <a:pathLst>
                <a:path w="26500" h="10">
                  <a:moveTo>
                    <a:pt x="0" y="0"/>
                  </a:moveTo>
                  <a:lnTo>
                    <a:pt x="26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a.weak/connection 1-0-1"/>
            <p:cNvSpPr/>
            <p:nvPr/>
          </p:nvSpPr>
          <p:spPr>
            <a:xfrm>
              <a:off x="4279900" y="901700"/>
              <a:ext cx="336550" cy="393700"/>
            </a:xfrm>
            <a:custGeom>
              <a:avLst/>
              <a:gdLst/>
              <a:ahLst/>
              <a:cxnLst/>
              <a:rect l="0" t="0" r="r" b="b"/>
              <a:pathLst>
                <a:path w="26500" h="31000">
                  <a:moveTo>
                    <a:pt x="0" y="0"/>
                  </a:moveTo>
                  <a:lnTo>
                    <a:pt x="26500" y="3100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a.weak/connection 1-1-0"/>
            <p:cNvSpPr/>
            <p:nvPr/>
          </p:nvSpPr>
          <p:spPr>
            <a:xfrm>
              <a:off x="4279900" y="901700"/>
              <a:ext cx="336550" cy="196850"/>
            </a:xfrm>
            <a:custGeom>
              <a:avLst/>
              <a:gdLst/>
              <a:ahLst/>
              <a:cxnLst/>
              <a:rect l="0" t="0" r="r" b="b"/>
              <a:pathLst>
                <a:path w="26500" h="15500">
                  <a:moveTo>
                    <a:pt x="0" y="15500"/>
                  </a:moveTo>
                  <a:lnTo>
                    <a:pt x="26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a.weak/connection 1-1-1"/>
            <p:cNvSpPr/>
            <p:nvPr/>
          </p:nvSpPr>
          <p:spPr>
            <a:xfrm>
              <a:off x="4279900" y="1098550"/>
              <a:ext cx="336550" cy="196850"/>
            </a:xfrm>
            <a:custGeom>
              <a:avLst/>
              <a:gdLst/>
              <a:ahLst/>
              <a:cxnLst/>
              <a:rect l="0" t="0" r="r" b="b"/>
              <a:pathLst>
                <a:path w="26500" h="15500">
                  <a:moveTo>
                    <a:pt x="0" y="0"/>
                  </a:moveTo>
                  <a:lnTo>
                    <a:pt x="26500" y="1550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a.weak/connection 1-2-0"/>
            <p:cNvSpPr/>
            <p:nvPr/>
          </p:nvSpPr>
          <p:spPr>
            <a:xfrm>
              <a:off x="4279900" y="901700"/>
              <a:ext cx="336550" cy="393700"/>
            </a:xfrm>
            <a:custGeom>
              <a:avLst/>
              <a:gdLst/>
              <a:ahLst/>
              <a:cxnLst/>
              <a:rect l="0" t="0" r="r" b="b"/>
              <a:pathLst>
                <a:path w="26500" h="31000">
                  <a:moveTo>
                    <a:pt x="0" y="31000"/>
                  </a:moveTo>
                  <a:lnTo>
                    <a:pt x="26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a.weak/connection 1-2-1"/>
            <p:cNvSpPr/>
            <p:nvPr/>
          </p:nvSpPr>
          <p:spPr>
            <a:xfrm>
              <a:off x="4279900" y="1295400"/>
              <a:ext cx="336550" cy="127"/>
            </a:xfrm>
            <a:custGeom>
              <a:avLst/>
              <a:gdLst/>
              <a:ahLst/>
              <a:cxnLst/>
              <a:rect l="0" t="0" r="r" b="b"/>
              <a:pathLst>
                <a:path w="26500" h="10">
                  <a:moveTo>
                    <a:pt x="0" y="0"/>
                  </a:moveTo>
                  <a:lnTo>
                    <a:pt x="26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a.weak/layer 0 node 0"/>
            <p:cNvSpPr/>
            <p:nvPr/>
          </p:nvSpPr>
          <p:spPr>
            <a:xfrm>
              <a:off x="390461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a.weak/layer 0 node 1"/>
            <p:cNvSpPr/>
            <p:nvPr/>
          </p:nvSpPr>
          <p:spPr>
            <a:xfrm>
              <a:off x="390461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a.weak/layer 1 node 0"/>
            <p:cNvSpPr/>
            <p:nvPr/>
          </p:nvSpPr>
          <p:spPr>
            <a:xfrm>
              <a:off x="42411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a.weak/layer 1 node 1"/>
            <p:cNvSpPr/>
            <p:nvPr/>
          </p:nvSpPr>
          <p:spPr>
            <a:xfrm>
              <a:off x="4241165" y="105981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a.weak/layer 1 node 2"/>
            <p:cNvSpPr/>
            <p:nvPr/>
          </p:nvSpPr>
          <p:spPr>
            <a:xfrm>
              <a:off x="42411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a.weak/layer 2 node 0"/>
            <p:cNvSpPr/>
            <p:nvPr/>
          </p:nvSpPr>
          <p:spPr>
            <a:xfrm>
              <a:off x="457771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a.weak/layer 2 node 1"/>
            <p:cNvSpPr/>
            <p:nvPr/>
          </p:nvSpPr>
          <p:spPr>
            <a:xfrm>
              <a:off x="457771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a.weak/label"/>
            <p:cNvSpPr txBox="1"/>
            <p:nvPr/>
          </p:nvSpPr>
          <p:spPr>
            <a:xfrm>
              <a:off x="3708400" y="1422400"/>
              <a:ext cx="1143000" cy="241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60" b="0" i="0">
                  <a:solidFill>
                    <a:srgbClr val="0E2841"/>
                  </a:solidFill>
                  <a:latin typeface="Comic Sans MS"/>
                  <a:ea typeface="Comic Sans MS"/>
                  <a:cs typeface="Comic Sans MS"/>
                </a:rPr>
                <a:t>Weak W</a:t>
              </a:r>
              <a:r>
                <a:rPr sz="1360" b="0" i="0" baseline="-25000">
                  <a:solidFill>
                    <a:srgbClr val="0E2841"/>
                  </a:solidFill>
                  <a:latin typeface="Comic Sans MS"/>
                  <a:ea typeface="Comic Sans MS"/>
                  <a:cs typeface="Comic Sans MS"/>
                </a:rPr>
                <a:t>θ</a:t>
              </a:r>
            </a:p>
          </p:txBody>
        </p:sp>
        <p:sp>
          <p:nvSpPr>
            <p:cNvPr id="86" name="a.weak/trainable/red"/>
            <p:cNvSpPr/>
            <p:nvPr/>
          </p:nvSpPr>
          <p:spPr>
            <a:xfrm>
              <a:off x="3620008" y="626110"/>
              <a:ext cx="198881" cy="206247"/>
            </a:xfrm>
            <a:custGeom>
              <a:avLst/>
              <a:gdLst/>
              <a:ahLst/>
              <a:cxnLst/>
              <a:rect l="0" t="0" r="r" b="b"/>
              <a:pathLst>
                <a:path w="15660" h="16240">
                  <a:moveTo>
                    <a:pt x="6960" y="15660"/>
                  </a:moveTo>
                  <a:cubicBezTo>
                    <a:pt x="0" y="13340"/>
                    <a:pt x="2320" y="7540"/>
                    <a:pt x="4060" y="5800"/>
                  </a:cubicBezTo>
                  <a:cubicBezTo>
                    <a:pt x="3480" y="9280"/>
                    <a:pt x="6380" y="9860"/>
                    <a:pt x="5800" y="6380"/>
                  </a:cubicBezTo>
                  <a:cubicBezTo>
                    <a:pt x="4640" y="4060"/>
                    <a:pt x="8700" y="2900"/>
                    <a:pt x="6960" y="0"/>
                  </a:cubicBezTo>
                  <a:cubicBezTo>
                    <a:pt x="13340" y="2900"/>
                    <a:pt x="10440" y="6960"/>
                    <a:pt x="12180" y="5220"/>
                  </a:cubicBezTo>
                  <a:cubicBezTo>
                    <a:pt x="15660" y="9280"/>
                    <a:pt x="13920" y="14500"/>
                    <a:pt x="9860" y="15660"/>
                  </a:cubicBezTo>
                  <a:cubicBezTo>
                    <a:pt x="8700" y="16240"/>
                    <a:pt x="7540" y="16240"/>
                    <a:pt x="6960" y="15660"/>
                  </a:cubicBezTo>
                  <a:close/>
                </a:path>
              </a:pathLst>
            </a:custGeom>
            <a:solidFill>
              <a:srgbClr val="FF18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a.weak/trainable/gold"/>
            <p:cNvSpPr/>
            <p:nvPr/>
          </p:nvSpPr>
          <p:spPr>
            <a:xfrm>
              <a:off x="3678936" y="721868"/>
              <a:ext cx="88391" cy="95757"/>
            </a:xfrm>
            <a:custGeom>
              <a:avLst/>
              <a:gdLst/>
              <a:ahLst/>
              <a:cxnLst/>
              <a:rect l="0" t="0" r="r" b="b"/>
              <a:pathLst>
                <a:path w="6960" h="7540">
                  <a:moveTo>
                    <a:pt x="2900" y="7540"/>
                  </a:moveTo>
                  <a:cubicBezTo>
                    <a:pt x="0" y="6380"/>
                    <a:pt x="0" y="2900"/>
                    <a:pt x="1740" y="1160"/>
                  </a:cubicBezTo>
                  <a:cubicBezTo>
                    <a:pt x="1740" y="4060"/>
                    <a:pt x="4060" y="4060"/>
                    <a:pt x="3480" y="0"/>
                  </a:cubicBezTo>
                  <a:cubicBezTo>
                    <a:pt x="6960" y="2320"/>
                    <a:pt x="6960" y="6380"/>
                    <a:pt x="4060" y="7540"/>
                  </a:cubicBezTo>
                  <a:close/>
                </a:path>
              </a:pathLst>
            </a:custGeom>
            <a:solidFill>
              <a:srgbClr val="FFD5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88" name="a.scale"/>
          <p:cNvGrpSpPr/>
          <p:nvPr/>
        </p:nvGrpSpPr>
        <p:grpSpPr>
          <a:xfrm>
            <a:off x="4991608" y="626110"/>
            <a:ext cx="1269492" cy="1075690"/>
            <a:chOff x="4991608" y="626110"/>
            <a:chExt cx="1269492" cy="1075690"/>
          </a:xfrm>
        </p:grpSpPr>
        <p:sp>
          <p:nvSpPr>
            <p:cNvPr id="89" name="a.scale/box"/>
            <p:cNvSpPr/>
            <p:nvPr/>
          </p:nvSpPr>
          <p:spPr>
            <a:xfrm>
              <a:off x="5041900" y="723900"/>
              <a:ext cx="1219200" cy="977900"/>
            </a:xfrm>
            <a:custGeom>
              <a:avLst/>
              <a:gdLst/>
              <a:ahLst/>
              <a:cxnLst/>
              <a:rect l="0" t="0" r="r" b="b"/>
              <a:pathLst>
                <a:path w="96000" h="77000">
                  <a:moveTo>
                    <a:pt x="8000" y="0"/>
                  </a:moveTo>
                  <a:lnTo>
                    <a:pt x="88000" y="0"/>
                  </a:lnTo>
                  <a:cubicBezTo>
                    <a:pt x="92418" y="0"/>
                    <a:pt x="96000" y="3582"/>
                    <a:pt x="96000" y="8000"/>
                  </a:cubicBezTo>
                  <a:lnTo>
                    <a:pt x="96000" y="69000"/>
                  </a:lnTo>
                  <a:cubicBezTo>
                    <a:pt x="96000" y="73418"/>
                    <a:pt x="92418" y="77000"/>
                    <a:pt x="88000" y="77000"/>
                  </a:cubicBezTo>
                  <a:lnTo>
                    <a:pt x="8000" y="77000"/>
                  </a:lnTo>
                  <a:cubicBezTo>
                    <a:pt x="3582" y="77000"/>
                    <a:pt x="0" y="73418"/>
                    <a:pt x="0" y="69000"/>
                  </a:cubicBezTo>
                  <a:lnTo>
                    <a:pt x="0" y="8000"/>
                  </a:lnTo>
                  <a:cubicBezTo>
                    <a:pt x="0" y="3582"/>
                    <a:pt x="3582" y="0"/>
                    <a:pt x="8000" y="0"/>
                  </a:cubicBezTo>
                  <a:close/>
                </a:path>
              </a:pathLst>
            </a:custGeom>
            <a:solidFill>
              <a:srgbClr val="E1B8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a.scale/time axis"/>
            <p:cNvSpPr/>
            <p:nvPr/>
          </p:nvSpPr>
          <p:spPr>
            <a:xfrm>
              <a:off x="5257800" y="1193800"/>
              <a:ext cx="850900" cy="127"/>
            </a:xfrm>
            <a:custGeom>
              <a:avLst/>
              <a:gdLst/>
              <a:ahLst/>
              <a:cxnLst/>
              <a:rect l="0" t="0" r="r" b="b"/>
              <a:pathLst>
                <a:path w="67000" h="10">
                  <a:moveTo>
                    <a:pt x="0" y="0"/>
                  </a:moveTo>
                  <a:lnTo>
                    <a:pt x="67000" y="0"/>
                  </a:lnTo>
                </a:path>
              </a:pathLst>
            </a:custGeom>
            <a:noFill/>
            <a:ln w="8255">
              <a:solidFill>
                <a:srgbClr val="91A0A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a.scale/value axis"/>
            <p:cNvSpPr/>
            <p:nvPr/>
          </p:nvSpPr>
          <p:spPr>
            <a:xfrm>
              <a:off x="5257800" y="850900"/>
              <a:ext cx="127" cy="495300"/>
            </a:xfrm>
            <a:custGeom>
              <a:avLst/>
              <a:gdLst/>
              <a:ahLst/>
              <a:cxnLst/>
              <a:rect l="0" t="0" r="r" b="b"/>
              <a:pathLst>
                <a:path w="10" h="39000">
                  <a:moveTo>
                    <a:pt x="0" y="0"/>
                  </a:moveTo>
                  <a:lnTo>
                    <a:pt x="0" y="39000"/>
                  </a:lnTo>
                </a:path>
              </a:pathLst>
            </a:custGeom>
            <a:noFill/>
            <a:ln w="8255">
              <a:solidFill>
                <a:srgbClr val="91A0A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a.scale/signed schedule"/>
            <p:cNvSpPr/>
            <p:nvPr/>
          </p:nvSpPr>
          <p:spPr>
            <a:xfrm>
              <a:off x="5283200" y="952500"/>
              <a:ext cx="774700" cy="330200"/>
            </a:xfrm>
            <a:custGeom>
              <a:avLst/>
              <a:gdLst/>
              <a:ahLst/>
              <a:cxnLst/>
              <a:rect l="0" t="0" r="r" b="b"/>
              <a:pathLst>
                <a:path w="61000" h="26000">
                  <a:moveTo>
                    <a:pt x="0" y="13000"/>
                  </a:moveTo>
                  <a:lnTo>
                    <a:pt x="12000" y="13000"/>
                  </a:lnTo>
                  <a:lnTo>
                    <a:pt x="12000" y="0"/>
                  </a:lnTo>
                  <a:lnTo>
                    <a:pt x="24000" y="0"/>
                  </a:lnTo>
                  <a:lnTo>
                    <a:pt x="24000" y="9000"/>
                  </a:lnTo>
                  <a:lnTo>
                    <a:pt x="36000" y="9000"/>
                  </a:lnTo>
                  <a:lnTo>
                    <a:pt x="36000" y="26000"/>
                  </a:lnTo>
                  <a:lnTo>
                    <a:pt x="48000" y="26000"/>
                  </a:lnTo>
                  <a:lnTo>
                    <a:pt x="48000" y="14000"/>
                  </a:lnTo>
                  <a:lnTo>
                    <a:pt x="61000" y="14000"/>
                  </a:lnTo>
                </a:path>
              </a:pathLst>
            </a:custGeom>
            <a:noFill/>
            <a:ln w="2095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a.scale/label"/>
            <p:cNvSpPr txBox="1"/>
            <p:nvPr/>
          </p:nvSpPr>
          <p:spPr>
            <a:xfrm>
              <a:off x="5080000" y="1422400"/>
              <a:ext cx="1143000" cy="241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60" b="0" i="0">
                  <a:solidFill>
                    <a:srgbClr val="0E2841"/>
                  </a:solidFill>
                  <a:latin typeface="Comic Sans MS"/>
                  <a:ea typeface="Comic Sans MS"/>
                  <a:cs typeface="Comic Sans MS"/>
                </a:rPr>
                <a:t>Scale a</a:t>
              </a:r>
              <a:r>
                <a:rPr sz="1360" b="0" i="0" baseline="-25000">
                  <a:solidFill>
                    <a:srgbClr val="0E2841"/>
                  </a:solidFill>
                  <a:latin typeface="Comic Sans MS"/>
                  <a:ea typeface="Comic Sans MS"/>
                  <a:cs typeface="Comic Sans MS"/>
                </a:rPr>
                <a:t>α</a:t>
              </a:r>
            </a:p>
          </p:txBody>
        </p:sp>
        <p:sp>
          <p:nvSpPr>
            <p:cNvPr id="94" name="a.scale/trainable/red"/>
            <p:cNvSpPr/>
            <p:nvPr/>
          </p:nvSpPr>
          <p:spPr>
            <a:xfrm>
              <a:off x="4991608" y="626110"/>
              <a:ext cx="198881" cy="206247"/>
            </a:xfrm>
            <a:custGeom>
              <a:avLst/>
              <a:gdLst/>
              <a:ahLst/>
              <a:cxnLst/>
              <a:rect l="0" t="0" r="r" b="b"/>
              <a:pathLst>
                <a:path w="15660" h="16240">
                  <a:moveTo>
                    <a:pt x="6960" y="15660"/>
                  </a:moveTo>
                  <a:cubicBezTo>
                    <a:pt x="0" y="13340"/>
                    <a:pt x="2320" y="7540"/>
                    <a:pt x="4060" y="5800"/>
                  </a:cubicBezTo>
                  <a:cubicBezTo>
                    <a:pt x="3480" y="9280"/>
                    <a:pt x="6380" y="9860"/>
                    <a:pt x="5800" y="6380"/>
                  </a:cubicBezTo>
                  <a:cubicBezTo>
                    <a:pt x="4640" y="4060"/>
                    <a:pt x="8700" y="2900"/>
                    <a:pt x="6960" y="0"/>
                  </a:cubicBezTo>
                  <a:cubicBezTo>
                    <a:pt x="13340" y="2900"/>
                    <a:pt x="10440" y="6960"/>
                    <a:pt x="12180" y="5220"/>
                  </a:cubicBezTo>
                  <a:cubicBezTo>
                    <a:pt x="15660" y="9280"/>
                    <a:pt x="13920" y="14500"/>
                    <a:pt x="9860" y="15660"/>
                  </a:cubicBezTo>
                  <a:cubicBezTo>
                    <a:pt x="8700" y="16240"/>
                    <a:pt x="7540" y="16240"/>
                    <a:pt x="6960" y="15660"/>
                  </a:cubicBezTo>
                  <a:close/>
                </a:path>
              </a:pathLst>
            </a:custGeom>
            <a:solidFill>
              <a:srgbClr val="FF18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a.scale/trainable/gold"/>
            <p:cNvSpPr/>
            <p:nvPr/>
          </p:nvSpPr>
          <p:spPr>
            <a:xfrm>
              <a:off x="5050536" y="721868"/>
              <a:ext cx="88391" cy="95757"/>
            </a:xfrm>
            <a:custGeom>
              <a:avLst/>
              <a:gdLst/>
              <a:ahLst/>
              <a:cxnLst/>
              <a:rect l="0" t="0" r="r" b="b"/>
              <a:pathLst>
                <a:path w="6960" h="7540">
                  <a:moveTo>
                    <a:pt x="2900" y="7540"/>
                  </a:moveTo>
                  <a:cubicBezTo>
                    <a:pt x="0" y="6380"/>
                    <a:pt x="0" y="2900"/>
                    <a:pt x="1740" y="1160"/>
                  </a:cubicBezTo>
                  <a:cubicBezTo>
                    <a:pt x="1740" y="4060"/>
                    <a:pt x="4060" y="4060"/>
                    <a:pt x="3480" y="0"/>
                  </a:cubicBezTo>
                  <a:cubicBezTo>
                    <a:pt x="6960" y="2320"/>
                    <a:pt x="6960" y="6380"/>
                    <a:pt x="4060" y="7540"/>
                  </a:cubicBezTo>
                  <a:close/>
                </a:path>
              </a:pathLst>
            </a:custGeom>
            <a:solidFill>
              <a:srgbClr val="FFD5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96" name="a.merge"/>
          <p:cNvGrpSpPr/>
          <p:nvPr/>
        </p:nvGrpSpPr>
        <p:grpSpPr>
          <a:xfrm>
            <a:off x="2895600" y="1701800"/>
            <a:ext cx="2756027" cy="266700"/>
            <a:chOff x="2895600" y="1701800"/>
            <a:chExt cx="2756027" cy="266700"/>
          </a:xfrm>
        </p:grpSpPr>
        <p:sp>
          <p:nvSpPr>
            <p:cNvPr id="97" name="a.merge/228"/>
            <p:cNvSpPr/>
            <p:nvPr/>
          </p:nvSpPr>
          <p:spPr>
            <a:xfrm>
              <a:off x="2895600" y="1701800"/>
              <a:ext cx="127" cy="165100"/>
            </a:xfrm>
            <a:custGeom>
              <a:avLst/>
              <a:gdLst/>
              <a:ahLst/>
              <a:cxnLst/>
              <a:rect l="0" t="0" r="r" b="b"/>
              <a:pathLst>
                <a:path w="10" h="13000">
                  <a:moveTo>
                    <a:pt x="0" y="0"/>
                  </a:moveTo>
                  <a:lnTo>
                    <a:pt x="0" y="1300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a.merge/337"/>
            <p:cNvSpPr/>
            <p:nvPr/>
          </p:nvSpPr>
          <p:spPr>
            <a:xfrm>
              <a:off x="4279900" y="1701800"/>
              <a:ext cx="127" cy="165100"/>
            </a:xfrm>
            <a:custGeom>
              <a:avLst/>
              <a:gdLst/>
              <a:ahLst/>
              <a:cxnLst/>
              <a:rect l="0" t="0" r="r" b="b"/>
              <a:pathLst>
                <a:path w="10" h="13000">
                  <a:moveTo>
                    <a:pt x="0" y="0"/>
                  </a:moveTo>
                  <a:lnTo>
                    <a:pt x="0" y="1300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a.merge/445"/>
            <p:cNvSpPr/>
            <p:nvPr/>
          </p:nvSpPr>
          <p:spPr>
            <a:xfrm>
              <a:off x="5651500" y="1701800"/>
              <a:ext cx="127" cy="165100"/>
            </a:xfrm>
            <a:custGeom>
              <a:avLst/>
              <a:gdLst/>
              <a:ahLst/>
              <a:cxnLst/>
              <a:rect l="0" t="0" r="r" b="b"/>
              <a:pathLst>
                <a:path w="10" h="13000">
                  <a:moveTo>
                    <a:pt x="0" y="0"/>
                  </a:moveTo>
                  <a:lnTo>
                    <a:pt x="0" y="1300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a.merge/bus"/>
            <p:cNvSpPr/>
            <p:nvPr/>
          </p:nvSpPr>
          <p:spPr>
            <a:xfrm>
              <a:off x="2895600" y="1866900"/>
              <a:ext cx="2755900" cy="127"/>
            </a:xfrm>
            <a:custGeom>
              <a:avLst/>
              <a:gdLst/>
              <a:ahLst/>
              <a:cxnLst/>
              <a:rect l="0" t="0" r="r" b="b"/>
              <a:pathLst>
                <a:path w="217000" h="10">
                  <a:moveTo>
                    <a:pt x="0" y="0"/>
                  </a:moveTo>
                  <a:lnTo>
                    <a:pt x="217000" y="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a.merge/output"/>
            <p:cNvSpPr/>
            <p:nvPr/>
          </p:nvSpPr>
          <p:spPr>
            <a:xfrm>
              <a:off x="4279900" y="1866900"/>
              <a:ext cx="127" cy="101600"/>
            </a:xfrm>
            <a:custGeom>
              <a:avLst/>
              <a:gdLst/>
              <a:ahLst/>
              <a:cxnLst/>
              <a:rect l="0" t="0" r="r" b="b"/>
              <a:pathLst>
                <a:path w="10" h="8000">
                  <a:moveTo>
                    <a:pt x="0" y="0"/>
                  </a:moveTo>
                  <a:lnTo>
                    <a:pt x="0" y="800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a.merge/output head"/>
            <p:cNvSpPr/>
            <p:nvPr/>
          </p:nvSpPr>
          <p:spPr>
            <a:xfrm>
              <a:off x="4245610" y="1892300"/>
              <a:ext cx="68579"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03" name="a.sampler"/>
          <p:cNvGrpSpPr/>
          <p:nvPr/>
        </p:nvGrpSpPr>
        <p:grpSpPr>
          <a:xfrm>
            <a:off x="2286000" y="1968500"/>
            <a:ext cx="3962400" cy="711200"/>
            <a:chOff x="2286000" y="1968500"/>
            <a:chExt cx="3962400" cy="711200"/>
          </a:xfrm>
        </p:grpSpPr>
        <p:sp>
          <p:nvSpPr>
            <p:cNvPr id="104" name="a.sampler/guided prediction"/>
            <p:cNvSpPr txBox="1"/>
            <p:nvPr/>
          </p:nvSpPr>
          <p:spPr>
            <a:xfrm>
              <a:off x="2286000" y="1968500"/>
              <a:ext cx="3962400" cy="3302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60" b="0" i="0">
                  <a:solidFill>
                    <a:srgbClr val="0E2841"/>
                  </a:solidFill>
                  <a:latin typeface="Comic Sans MS"/>
                  <a:ea typeface="Comic Sans MS"/>
                  <a:cs typeface="Comic Sans MS"/>
                </a:rPr>
                <a:t>S + a</a:t>
              </a:r>
              <a:r>
                <a:rPr sz="1660" b="0" i="0" baseline="-25000">
                  <a:solidFill>
                    <a:srgbClr val="0E2841"/>
                  </a:solidFill>
                  <a:latin typeface="Comic Sans MS"/>
                  <a:ea typeface="Comic Sans MS"/>
                  <a:cs typeface="Comic Sans MS"/>
                </a:rPr>
                <a:t>α</a:t>
              </a:r>
              <a:r>
                <a:rPr sz="1660" b="0" i="0">
                  <a:solidFill>
                    <a:srgbClr val="0E2841"/>
                  </a:solidFill>
                  <a:latin typeface="Comic Sans MS"/>
                  <a:ea typeface="Comic Sans MS"/>
                  <a:cs typeface="Comic Sans MS"/>
                </a:rPr>
                <a:t>(t)(S − W</a:t>
              </a:r>
              <a:r>
                <a:rPr sz="1660" b="0" i="0" baseline="-25000">
                  <a:solidFill>
                    <a:srgbClr val="0E2841"/>
                  </a:solidFill>
                  <a:latin typeface="Comic Sans MS"/>
                  <a:ea typeface="Comic Sans MS"/>
                  <a:cs typeface="Comic Sans MS"/>
                </a:rPr>
                <a:t>θ</a:t>
              </a:r>
              <a:r>
                <a:rPr sz="1660" b="0" i="0">
                  <a:solidFill>
                    <a:srgbClr val="0E2841"/>
                  </a:solidFill>
                  <a:latin typeface="Comic Sans MS"/>
                  <a:ea typeface="Comic Sans MS"/>
                  <a:cs typeface="Comic Sans MS"/>
                </a:rPr>
                <a:t>)</a:t>
              </a:r>
            </a:p>
          </p:txBody>
        </p:sp>
        <p:sp>
          <p:nvSpPr>
            <p:cNvPr id="105" name="a.sampler/noise state"/>
            <p:cNvSpPr txBox="1"/>
            <p:nvPr/>
          </p:nvSpPr>
          <p:spPr>
            <a:xfrm>
              <a:off x="2413000" y="2374900"/>
              <a:ext cx="4064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30" b="0" i="0">
                  <a:solidFill>
                    <a:srgbClr val="0E2841"/>
                  </a:solidFill>
                  <a:latin typeface="Comic Sans MS"/>
                  <a:ea typeface="Comic Sans MS"/>
                  <a:cs typeface="Comic Sans MS"/>
                </a:rPr>
                <a:t>z</a:t>
              </a:r>
            </a:p>
          </p:txBody>
        </p:sp>
        <p:sp>
          <p:nvSpPr>
            <p:cNvPr id="106" name="a.sampler/middle state"/>
            <p:cNvSpPr txBox="1"/>
            <p:nvPr/>
          </p:nvSpPr>
          <p:spPr>
            <a:xfrm>
              <a:off x="3987800" y="2374900"/>
              <a:ext cx="5334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30" b="0" i="0">
                  <a:solidFill>
                    <a:srgbClr val="0E2841"/>
                  </a:solidFill>
                  <a:latin typeface="Comic Sans MS"/>
                  <a:ea typeface="Comic Sans MS"/>
                  <a:cs typeface="Comic Sans MS"/>
                </a:rPr>
                <a:t>x</a:t>
              </a:r>
              <a:r>
                <a:rPr sz="1530" b="0" i="0" baseline="-25000">
                  <a:solidFill>
                    <a:srgbClr val="0E2841"/>
                  </a:solidFill>
                  <a:latin typeface="Comic Sans MS"/>
                  <a:ea typeface="Comic Sans MS"/>
                  <a:cs typeface="Comic Sans MS"/>
                </a:rPr>
                <a:t>t</a:t>
              </a:r>
            </a:p>
          </p:txBody>
        </p:sp>
        <p:sp>
          <p:nvSpPr>
            <p:cNvPr id="107" name="a.sampler/final state"/>
            <p:cNvSpPr txBox="1"/>
            <p:nvPr/>
          </p:nvSpPr>
          <p:spPr>
            <a:xfrm>
              <a:off x="5384800" y="2374900"/>
              <a:ext cx="5715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30" b="0" i="0">
                  <a:solidFill>
                    <a:srgbClr val="0E2841"/>
                  </a:solidFill>
                  <a:latin typeface="Comic Sans MS"/>
                  <a:ea typeface="Comic Sans MS"/>
                  <a:cs typeface="Comic Sans MS"/>
                </a:rPr>
                <a:t>x</a:t>
              </a:r>
              <a:r>
                <a:rPr sz="1530" b="0" i="0" baseline="-25000">
                  <a:solidFill>
                    <a:srgbClr val="0E2841"/>
                  </a:solidFill>
                  <a:latin typeface="Comic Sans MS"/>
                  <a:ea typeface="Comic Sans MS"/>
                  <a:cs typeface="Comic Sans MS"/>
                </a:rPr>
                <a:t>1</a:t>
              </a:r>
            </a:p>
          </p:txBody>
        </p:sp>
      </p:grpSp>
      <p:grpSp>
        <p:nvGrpSpPr>
          <p:cNvPr id="108" name="a.trajectory"/>
          <p:cNvGrpSpPr/>
          <p:nvPr/>
        </p:nvGrpSpPr>
        <p:grpSpPr>
          <a:xfrm>
            <a:off x="2857500" y="2493010"/>
            <a:ext cx="2463800" cy="68579"/>
            <a:chOff x="2857500" y="2493010"/>
            <a:chExt cx="2463800" cy="68579"/>
          </a:xfrm>
        </p:grpSpPr>
        <p:sp>
          <p:nvSpPr>
            <p:cNvPr id="109" name="a.trajectory/early"/>
            <p:cNvSpPr/>
            <p:nvPr/>
          </p:nvSpPr>
          <p:spPr>
            <a:xfrm>
              <a:off x="2857500" y="2527300"/>
              <a:ext cx="1054100" cy="127"/>
            </a:xfrm>
            <a:custGeom>
              <a:avLst/>
              <a:gdLst/>
              <a:ahLst/>
              <a:cxnLst/>
              <a:rect l="0" t="0" r="r" b="b"/>
              <a:pathLst>
                <a:path w="83000" h="10">
                  <a:moveTo>
                    <a:pt x="0" y="0"/>
                  </a:moveTo>
                  <a:lnTo>
                    <a:pt x="83000" y="0"/>
                  </a:lnTo>
                </a:path>
              </a:pathLst>
            </a:custGeom>
            <a:noFill/>
            <a:ln w="1651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a.trajectory/early head"/>
            <p:cNvSpPr/>
            <p:nvPr/>
          </p:nvSpPr>
          <p:spPr>
            <a:xfrm>
              <a:off x="3835400" y="2493010"/>
              <a:ext cx="76200" cy="68579"/>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a.trajectory/late"/>
            <p:cNvSpPr/>
            <p:nvPr/>
          </p:nvSpPr>
          <p:spPr>
            <a:xfrm>
              <a:off x="4584700" y="2527300"/>
              <a:ext cx="736600" cy="127"/>
            </a:xfrm>
            <a:custGeom>
              <a:avLst/>
              <a:gdLst/>
              <a:ahLst/>
              <a:cxnLst/>
              <a:rect l="0" t="0" r="r" b="b"/>
              <a:pathLst>
                <a:path w="58000" h="10">
                  <a:moveTo>
                    <a:pt x="0" y="0"/>
                  </a:moveTo>
                  <a:lnTo>
                    <a:pt x="58000" y="0"/>
                  </a:lnTo>
                </a:path>
              </a:pathLst>
            </a:custGeom>
            <a:noFill/>
            <a:ln w="1651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a.trajectory/late head"/>
            <p:cNvSpPr/>
            <p:nvPr/>
          </p:nvSpPr>
          <p:spPr>
            <a:xfrm>
              <a:off x="5245100" y="2493010"/>
              <a:ext cx="76200" cy="68579"/>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13" name="a.noise"/>
          <p:cNvGrpSpPr/>
          <p:nvPr/>
        </p:nvGrpSpPr>
        <p:grpSpPr>
          <a:xfrm>
            <a:off x="723900" y="711200"/>
            <a:ext cx="1041400" cy="838200"/>
            <a:chOff x="723900" y="711200"/>
            <a:chExt cx="1041400" cy="838200"/>
          </a:xfrm>
        </p:grpSpPr>
        <p:pic>
          <p:nvPicPr>
            <p:cNvPr id="114" name="a.noise/texture" descr="image.png"/>
            <p:cNvPicPr>
              <a:picLocks noChangeAspect="1"/>
            </p:cNvPicPr>
            <p:nvPr/>
          </p:nvPicPr>
          <p:blipFill>
            <a:blip r:embed="rId2"/>
            <a:stretch>
              <a:fillRect/>
            </a:stretch>
          </p:blipFill>
          <p:spPr>
            <a:xfrm>
              <a:off x="838200" y="711200"/>
              <a:ext cx="812800" cy="482600"/>
            </a:xfrm>
            <a:prstGeom prst="rect">
              <a:avLst/>
            </a:prstGeom>
          </p:spPr>
        </p:pic>
        <p:sp>
          <p:nvSpPr>
            <p:cNvPr id="115" name="a.noise/label"/>
            <p:cNvSpPr txBox="1"/>
            <p:nvPr/>
          </p:nvSpPr>
          <p:spPr>
            <a:xfrm>
              <a:off x="723900" y="1244600"/>
              <a:ext cx="10414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20" b="0" i="0">
                  <a:solidFill>
                    <a:srgbClr val="0E2841"/>
                  </a:solidFill>
                  <a:latin typeface="Comic Sans MS"/>
                  <a:ea typeface="Comic Sans MS"/>
                  <a:cs typeface="Comic Sans MS"/>
                </a:rPr>
                <a:t>Noise z</a:t>
              </a:r>
            </a:p>
          </p:txBody>
        </p:sp>
      </p:grpSp>
      <p:grpSp>
        <p:nvGrpSpPr>
          <p:cNvPr id="116" name="a.input"/>
          <p:cNvGrpSpPr/>
          <p:nvPr/>
        </p:nvGrpSpPr>
        <p:grpSpPr>
          <a:xfrm>
            <a:off x="800100" y="930910"/>
            <a:ext cx="1295400" cy="1723390"/>
            <a:chOff x="800100" y="930910"/>
            <a:chExt cx="1295400" cy="1723390"/>
          </a:xfrm>
        </p:grpSpPr>
        <p:sp>
          <p:nvSpPr>
            <p:cNvPr id="117" name="a.input/noise"/>
            <p:cNvSpPr/>
            <p:nvPr/>
          </p:nvSpPr>
          <p:spPr>
            <a:xfrm>
              <a:off x="1663700" y="965200"/>
              <a:ext cx="431800" cy="127"/>
            </a:xfrm>
            <a:custGeom>
              <a:avLst/>
              <a:gdLst/>
              <a:ahLst/>
              <a:cxnLst/>
              <a:rect l="0" t="0" r="r" b="b"/>
              <a:pathLst>
                <a:path w="34000" h="10">
                  <a:moveTo>
                    <a:pt x="0" y="0"/>
                  </a:moveTo>
                  <a:lnTo>
                    <a:pt x="34000" y="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a.input/noise head"/>
            <p:cNvSpPr/>
            <p:nvPr/>
          </p:nvSpPr>
          <p:spPr>
            <a:xfrm>
              <a:off x="2019300" y="930910"/>
              <a:ext cx="76200" cy="68580"/>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a.input/class"/>
            <p:cNvSpPr txBox="1"/>
            <p:nvPr/>
          </p:nvSpPr>
          <p:spPr>
            <a:xfrm>
              <a:off x="800100" y="2336800"/>
              <a:ext cx="927100" cy="3175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20" b="0" i="0">
                  <a:solidFill>
                    <a:srgbClr val="0E2841"/>
                  </a:solidFill>
                  <a:latin typeface="Comic Sans MS"/>
                  <a:ea typeface="Comic Sans MS"/>
                  <a:cs typeface="Comic Sans MS"/>
                </a:rPr>
                <a:t>Class c</a:t>
              </a:r>
            </a:p>
          </p:txBody>
        </p:sp>
        <p:sp>
          <p:nvSpPr>
            <p:cNvPr id="120" name="a.input/class edge"/>
            <p:cNvSpPr/>
            <p:nvPr/>
          </p:nvSpPr>
          <p:spPr>
            <a:xfrm>
              <a:off x="1739900" y="2527300"/>
              <a:ext cx="355600" cy="127"/>
            </a:xfrm>
            <a:custGeom>
              <a:avLst/>
              <a:gdLst/>
              <a:ahLst/>
              <a:cxnLst/>
              <a:rect l="0" t="0" r="r" b="b"/>
              <a:pathLst>
                <a:path w="28000" h="10">
                  <a:moveTo>
                    <a:pt x="0" y="0"/>
                  </a:moveTo>
                  <a:lnTo>
                    <a:pt x="28000" y="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a.input/class edge head"/>
            <p:cNvSpPr/>
            <p:nvPr/>
          </p:nvSpPr>
          <p:spPr>
            <a:xfrm>
              <a:off x="2019300" y="2493010"/>
              <a:ext cx="76200" cy="68579"/>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22" name="a.output"/>
          <p:cNvGrpSpPr/>
          <p:nvPr/>
        </p:nvGrpSpPr>
        <p:grpSpPr>
          <a:xfrm>
            <a:off x="5642610" y="2692400"/>
            <a:ext cx="68579" cy="393700"/>
            <a:chOff x="5642610" y="2692400"/>
            <a:chExt cx="68579" cy="393700"/>
          </a:xfrm>
        </p:grpSpPr>
        <p:sp>
          <p:nvSpPr>
            <p:cNvPr id="123" name="a.output/endpoint"/>
            <p:cNvSpPr/>
            <p:nvPr/>
          </p:nvSpPr>
          <p:spPr>
            <a:xfrm>
              <a:off x="5676900" y="2692400"/>
              <a:ext cx="127" cy="393700"/>
            </a:xfrm>
            <a:custGeom>
              <a:avLst/>
              <a:gdLst/>
              <a:ahLst/>
              <a:cxnLst/>
              <a:rect l="0" t="0" r="r" b="b"/>
              <a:pathLst>
                <a:path w="10" h="31000">
                  <a:moveTo>
                    <a:pt x="0" y="0"/>
                  </a:moveTo>
                  <a:lnTo>
                    <a:pt x="0" y="3100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a.output/endpoint head"/>
            <p:cNvSpPr/>
            <p:nvPr/>
          </p:nvSpPr>
          <p:spPr>
            <a:xfrm>
              <a:off x="5642610" y="3009900"/>
              <a:ext cx="68579"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25" name="a.decode"/>
          <p:cNvGrpSpPr/>
          <p:nvPr/>
        </p:nvGrpSpPr>
        <p:grpSpPr>
          <a:xfrm>
            <a:off x="4851400" y="3010811"/>
            <a:ext cx="1574800" cy="468989"/>
            <a:chOff x="4851400" y="3010811"/>
            <a:chExt cx="1574800" cy="468989"/>
          </a:xfrm>
        </p:grpSpPr>
        <p:sp>
          <p:nvSpPr>
            <p:cNvPr id="126" name="a.decode/box"/>
            <p:cNvSpPr/>
            <p:nvPr/>
          </p:nvSpPr>
          <p:spPr>
            <a:xfrm>
              <a:off x="4914900" y="3086100"/>
              <a:ext cx="1511300" cy="393700"/>
            </a:xfrm>
            <a:custGeom>
              <a:avLst/>
              <a:gdLst/>
              <a:ahLst/>
              <a:cxnLst/>
              <a:rect l="0" t="0" r="r" b="b"/>
              <a:pathLst>
                <a:path w="119000" h="31000">
                  <a:moveTo>
                    <a:pt x="8000" y="0"/>
                  </a:moveTo>
                  <a:lnTo>
                    <a:pt x="111000" y="0"/>
                  </a:lnTo>
                  <a:cubicBezTo>
                    <a:pt x="115418" y="0"/>
                    <a:pt x="119000" y="3582"/>
                    <a:pt x="119000" y="8000"/>
                  </a:cubicBezTo>
                  <a:lnTo>
                    <a:pt x="119000" y="23000"/>
                  </a:lnTo>
                  <a:cubicBezTo>
                    <a:pt x="119000" y="27418"/>
                    <a:pt x="115418" y="31000"/>
                    <a:pt x="111000" y="31000"/>
                  </a:cubicBezTo>
                  <a:lnTo>
                    <a:pt x="8000" y="31000"/>
                  </a:lnTo>
                  <a:cubicBezTo>
                    <a:pt x="3582" y="31000"/>
                    <a:pt x="0" y="27418"/>
                    <a:pt x="0" y="23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7" name="a.decode/label"/>
            <p:cNvSpPr txBox="1"/>
            <p:nvPr/>
          </p:nvSpPr>
          <p:spPr>
            <a:xfrm>
              <a:off x="4965700" y="3111500"/>
              <a:ext cx="1409700" cy="342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450" b="0" i="0">
                  <a:solidFill>
                    <a:srgbClr val="0E2841"/>
                  </a:solidFill>
                  <a:latin typeface="Comic Sans MS"/>
                  <a:ea typeface="Comic Sans MS"/>
                  <a:cs typeface="Comic Sans MS"/>
                </a:rPr>
                <a:t>VAE decode</a:t>
              </a:r>
            </a:p>
          </p:txBody>
        </p:sp>
        <p:sp>
          <p:nvSpPr>
            <p:cNvPr id="128" name="a.decode/frozen/white outline"/>
            <p:cNvSpPr/>
            <p:nvPr/>
          </p:nvSpPr>
          <p:spPr>
            <a:xfrm>
              <a:off x="4851400" y="30108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a.decode/frozen/blue crystal"/>
            <p:cNvSpPr/>
            <p:nvPr/>
          </p:nvSpPr>
          <p:spPr>
            <a:xfrm>
              <a:off x="4851400" y="30108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30" name="a.output"/>
          <p:cNvGrpSpPr/>
          <p:nvPr/>
        </p:nvGrpSpPr>
        <p:grpSpPr>
          <a:xfrm>
            <a:off x="5642610" y="3479800"/>
            <a:ext cx="68579" cy="203200"/>
            <a:chOff x="5642610" y="3479800"/>
            <a:chExt cx="68579" cy="203200"/>
          </a:xfrm>
        </p:grpSpPr>
        <p:sp>
          <p:nvSpPr>
            <p:cNvPr id="131" name="a.output/rgb"/>
            <p:cNvSpPr/>
            <p:nvPr/>
          </p:nvSpPr>
          <p:spPr>
            <a:xfrm>
              <a:off x="5676900" y="3479800"/>
              <a:ext cx="127" cy="203200"/>
            </a:xfrm>
            <a:custGeom>
              <a:avLst/>
              <a:gdLst/>
              <a:ahLst/>
              <a:cxnLst/>
              <a:rect l="0" t="0" r="r" b="b"/>
              <a:pathLst>
                <a:path w="10" h="16000">
                  <a:moveTo>
                    <a:pt x="0" y="0"/>
                  </a:moveTo>
                  <a:lnTo>
                    <a:pt x="0" y="1600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a.output/rgb head"/>
            <p:cNvSpPr/>
            <p:nvPr/>
          </p:nvSpPr>
          <p:spPr>
            <a:xfrm>
              <a:off x="5642610" y="3606800"/>
              <a:ext cx="68579"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33" name="a.real"/>
          <p:cNvGrpSpPr/>
          <p:nvPr/>
        </p:nvGrpSpPr>
        <p:grpSpPr>
          <a:xfrm>
            <a:off x="1130300" y="3683000"/>
            <a:ext cx="1701800" cy="685800"/>
            <a:chOff x="1130300" y="3683000"/>
            <a:chExt cx="1701800" cy="685800"/>
          </a:xfrm>
        </p:grpSpPr>
        <p:sp>
          <p:nvSpPr>
            <p:cNvPr id="134" name="a.real/box"/>
            <p:cNvSpPr/>
            <p:nvPr/>
          </p:nvSpPr>
          <p:spPr>
            <a:xfrm>
              <a:off x="1130300" y="3683000"/>
              <a:ext cx="1701800" cy="685800"/>
            </a:xfrm>
            <a:custGeom>
              <a:avLst/>
              <a:gdLst/>
              <a:ahLst/>
              <a:cxnLst/>
              <a:rect l="0" t="0" r="r" b="b"/>
              <a:pathLst>
                <a:path w="134000" h="54000">
                  <a:moveTo>
                    <a:pt x="8000" y="0"/>
                  </a:moveTo>
                  <a:lnTo>
                    <a:pt x="126000" y="0"/>
                  </a:lnTo>
                  <a:cubicBezTo>
                    <a:pt x="130418" y="0"/>
                    <a:pt x="134000" y="3582"/>
                    <a:pt x="134000" y="8000"/>
                  </a:cubicBezTo>
                  <a:lnTo>
                    <a:pt x="134000" y="46000"/>
                  </a:lnTo>
                  <a:cubicBezTo>
                    <a:pt x="134000" y="50418"/>
                    <a:pt x="130418" y="54000"/>
                    <a:pt x="126000" y="54000"/>
                  </a:cubicBezTo>
                  <a:lnTo>
                    <a:pt x="8000" y="54000"/>
                  </a:lnTo>
                  <a:cubicBezTo>
                    <a:pt x="3582" y="54000"/>
                    <a:pt x="0" y="50418"/>
                    <a:pt x="0" y="46000"/>
                  </a:cubicBezTo>
                  <a:lnTo>
                    <a:pt x="0" y="8000"/>
                  </a:lnTo>
                  <a:cubicBezTo>
                    <a:pt x="0" y="3582"/>
                    <a:pt x="3582" y="0"/>
                    <a:pt x="8000" y="0"/>
                  </a:cubicBezTo>
                  <a:close/>
                </a:path>
              </a:pathLst>
            </a:custGeom>
            <a:solidFill>
              <a:srgbClr val="FFFFFF"/>
            </a:solidFill>
            <a:ln w="19050">
              <a:solidFill>
                <a:srgbClr val="E5E7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a.real/sample 0"/>
            <p:cNvSpPr/>
            <p:nvPr/>
          </p:nvSpPr>
          <p:spPr>
            <a:xfrm>
              <a:off x="12954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a.real/sample 1"/>
            <p:cNvSpPr/>
            <p:nvPr/>
          </p:nvSpPr>
          <p:spPr>
            <a:xfrm>
              <a:off x="16002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a.real/sample 2"/>
            <p:cNvSpPr/>
            <p:nvPr/>
          </p:nvSpPr>
          <p:spPr>
            <a:xfrm>
              <a:off x="19050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8" name="a.real/sample 3"/>
            <p:cNvSpPr/>
            <p:nvPr/>
          </p:nvSpPr>
          <p:spPr>
            <a:xfrm>
              <a:off x="22098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a.real/sample 4"/>
            <p:cNvSpPr/>
            <p:nvPr/>
          </p:nvSpPr>
          <p:spPr>
            <a:xfrm>
              <a:off x="25146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0" name="a.real/label"/>
            <p:cNvSpPr txBox="1"/>
            <p:nvPr/>
          </p:nvSpPr>
          <p:spPr>
            <a:xfrm>
              <a:off x="1155700" y="4064000"/>
              <a:ext cx="16510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430" b="0" i="0">
                  <a:solidFill>
                    <a:srgbClr val="E1706B"/>
                  </a:solidFill>
                  <a:latin typeface="Comic Sans MS"/>
                  <a:ea typeface="Comic Sans MS"/>
                  <a:cs typeface="Comic Sans MS"/>
                </a:rPr>
                <a:t>Real Data </a:t>
              </a:r>
              <a:r>
                <a:rPr sz="1430" b="0" i="0">
                  <a:solidFill>
                    <a:srgbClr val="E1706B"/>
                  </a:solidFill>
                  <a:latin typeface="Comic Sans MS"/>
                  <a:ea typeface="Comic Sans MS"/>
                  <a:cs typeface="Comic Sans MS"/>
                </a:rPr>
                <a:t>x</a:t>
              </a:r>
              <a:r>
                <a:rPr sz="1430" b="0" i="0" baseline="-25000">
                  <a:solidFill>
                    <a:srgbClr val="E1706B"/>
                  </a:solidFill>
                  <a:latin typeface="Comic Sans MS"/>
                  <a:ea typeface="Comic Sans MS"/>
                  <a:cs typeface="Comic Sans MS"/>
                </a:rPr>
                <a:t>r</a:t>
              </a:r>
            </a:p>
          </p:txBody>
        </p:sp>
      </p:grpSp>
      <p:grpSp>
        <p:nvGrpSpPr>
          <p:cNvPr id="141" name="a.fake"/>
          <p:cNvGrpSpPr/>
          <p:nvPr/>
        </p:nvGrpSpPr>
        <p:grpSpPr>
          <a:xfrm>
            <a:off x="4737100" y="3683000"/>
            <a:ext cx="1701800" cy="685800"/>
            <a:chOff x="4737100" y="3683000"/>
            <a:chExt cx="1701800" cy="685800"/>
          </a:xfrm>
        </p:grpSpPr>
        <p:sp>
          <p:nvSpPr>
            <p:cNvPr id="142" name="a.fake/box"/>
            <p:cNvSpPr/>
            <p:nvPr/>
          </p:nvSpPr>
          <p:spPr>
            <a:xfrm>
              <a:off x="4737100" y="3683000"/>
              <a:ext cx="1701800" cy="685800"/>
            </a:xfrm>
            <a:custGeom>
              <a:avLst/>
              <a:gdLst/>
              <a:ahLst/>
              <a:cxnLst/>
              <a:rect l="0" t="0" r="r" b="b"/>
              <a:pathLst>
                <a:path w="134000" h="54000">
                  <a:moveTo>
                    <a:pt x="8000" y="0"/>
                  </a:moveTo>
                  <a:lnTo>
                    <a:pt x="126000" y="0"/>
                  </a:lnTo>
                  <a:cubicBezTo>
                    <a:pt x="130418" y="0"/>
                    <a:pt x="134000" y="3582"/>
                    <a:pt x="134000" y="8000"/>
                  </a:cubicBezTo>
                  <a:lnTo>
                    <a:pt x="134000" y="46000"/>
                  </a:lnTo>
                  <a:cubicBezTo>
                    <a:pt x="134000" y="50418"/>
                    <a:pt x="130418" y="54000"/>
                    <a:pt x="126000" y="54000"/>
                  </a:cubicBezTo>
                  <a:lnTo>
                    <a:pt x="8000" y="54000"/>
                  </a:lnTo>
                  <a:cubicBezTo>
                    <a:pt x="3582" y="54000"/>
                    <a:pt x="0" y="50418"/>
                    <a:pt x="0" y="46000"/>
                  </a:cubicBezTo>
                  <a:lnTo>
                    <a:pt x="0" y="8000"/>
                  </a:lnTo>
                  <a:cubicBezTo>
                    <a:pt x="0" y="3582"/>
                    <a:pt x="3582" y="0"/>
                    <a:pt x="8000" y="0"/>
                  </a:cubicBezTo>
                  <a:close/>
                </a:path>
              </a:pathLst>
            </a:custGeom>
            <a:solidFill>
              <a:srgbClr val="FFFFFF"/>
            </a:solidFill>
            <a:ln w="19050">
              <a:solidFill>
                <a:srgbClr val="E5E7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a.fake/sample 0"/>
            <p:cNvSpPr/>
            <p:nvPr/>
          </p:nvSpPr>
          <p:spPr>
            <a:xfrm>
              <a:off x="4902200" y="3822700"/>
              <a:ext cx="152400" cy="152400"/>
            </a:xfrm>
            <a:prstGeom prst="ellipse">
              <a:avLst/>
            </a:prstGeom>
            <a:solidFill>
              <a:srgbClr val="E1B8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4" name="a.fake/sample 1"/>
            <p:cNvSpPr/>
            <p:nvPr/>
          </p:nvSpPr>
          <p:spPr>
            <a:xfrm>
              <a:off x="5207000" y="3822700"/>
              <a:ext cx="152400" cy="152400"/>
            </a:xfrm>
            <a:prstGeom prst="ellipse">
              <a:avLst/>
            </a:prstGeom>
            <a:solidFill>
              <a:srgbClr val="B7C2D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5" name="a.fake/sample 2"/>
            <p:cNvSpPr/>
            <p:nvPr/>
          </p:nvSpPr>
          <p:spPr>
            <a:xfrm>
              <a:off x="5511800" y="3822700"/>
              <a:ext cx="152400" cy="152400"/>
            </a:xfrm>
            <a:prstGeom prst="ellipse">
              <a:avLst/>
            </a:prstGeom>
            <a:solidFill>
              <a:srgbClr val="B7C2D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6" name="a.fake/sample 3"/>
            <p:cNvSpPr/>
            <p:nvPr/>
          </p:nvSpPr>
          <p:spPr>
            <a:xfrm>
              <a:off x="5816600" y="3822700"/>
              <a:ext cx="152400" cy="152400"/>
            </a:xfrm>
            <a:prstGeom prst="ellipse">
              <a:avLst/>
            </a:prstGeom>
            <a:solidFill>
              <a:srgbClr val="B7C2D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7" name="a.fake/sample 4"/>
            <p:cNvSpPr/>
            <p:nvPr/>
          </p:nvSpPr>
          <p:spPr>
            <a:xfrm>
              <a:off x="6121400" y="3822700"/>
              <a:ext cx="152400" cy="152400"/>
            </a:xfrm>
            <a:prstGeom prst="ellipse">
              <a:avLst/>
            </a:prstGeom>
            <a:solidFill>
              <a:srgbClr val="B7C2D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8" name="a.fake/label"/>
            <p:cNvSpPr txBox="1"/>
            <p:nvPr/>
          </p:nvSpPr>
          <p:spPr>
            <a:xfrm>
              <a:off x="4762500" y="4064000"/>
              <a:ext cx="16510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430" b="0" i="0">
                  <a:solidFill>
                    <a:srgbClr val="CB9558"/>
                  </a:solidFill>
                  <a:latin typeface="Comic Sans MS"/>
                  <a:ea typeface="Comic Sans MS"/>
                  <a:cs typeface="Comic Sans MS"/>
                </a:rPr>
                <a:t>Fake Batch </a:t>
              </a:r>
              <a:r>
                <a:rPr sz="1430" b="0" i="0">
                  <a:solidFill>
                    <a:srgbClr val="CB9558"/>
                  </a:solidFill>
                  <a:latin typeface="Comic Sans MS"/>
                  <a:ea typeface="Comic Sans MS"/>
                  <a:cs typeface="Comic Sans MS"/>
                </a:rPr>
                <a:t>x</a:t>
              </a:r>
              <a:r>
                <a:rPr sz="1430" b="0" i="0" baseline="-25000">
                  <a:solidFill>
                    <a:srgbClr val="CB9558"/>
                  </a:solidFill>
                  <a:latin typeface="Comic Sans MS"/>
                  <a:ea typeface="Comic Sans MS"/>
                  <a:cs typeface="Comic Sans MS"/>
                </a:rPr>
                <a:t>f</a:t>
              </a:r>
            </a:p>
          </p:txBody>
        </p:sp>
      </p:grpSp>
      <p:grpSp>
        <p:nvGrpSpPr>
          <p:cNvPr id="149" name="a.inputs"/>
          <p:cNvGrpSpPr/>
          <p:nvPr/>
        </p:nvGrpSpPr>
        <p:grpSpPr>
          <a:xfrm>
            <a:off x="4906010" y="4368800"/>
            <a:ext cx="681990" cy="406400"/>
            <a:chOff x="4906010" y="4368800"/>
            <a:chExt cx="681990" cy="406400"/>
          </a:xfrm>
        </p:grpSpPr>
        <p:sp>
          <p:nvSpPr>
            <p:cNvPr id="150" name="a.inputs/fake"/>
            <p:cNvSpPr/>
            <p:nvPr/>
          </p:nvSpPr>
          <p:spPr>
            <a:xfrm>
              <a:off x="4940300" y="4368800"/>
              <a:ext cx="647700" cy="406400"/>
            </a:xfrm>
            <a:custGeom>
              <a:avLst/>
              <a:gdLst/>
              <a:ahLst/>
              <a:cxnLst/>
              <a:rect l="0" t="0" r="r" b="b"/>
              <a:pathLst>
                <a:path w="51000" h="32000">
                  <a:moveTo>
                    <a:pt x="51000" y="0"/>
                  </a:moveTo>
                  <a:lnTo>
                    <a:pt x="51000" y="17000"/>
                  </a:lnTo>
                  <a:lnTo>
                    <a:pt x="0" y="17000"/>
                  </a:lnTo>
                  <a:lnTo>
                    <a:pt x="0" y="32000"/>
                  </a:lnTo>
                </a:path>
              </a:pathLst>
            </a:custGeom>
            <a:noFill/>
            <a:ln w="1778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1" name="a.inputs/fake head"/>
            <p:cNvSpPr/>
            <p:nvPr/>
          </p:nvSpPr>
          <p:spPr>
            <a:xfrm>
              <a:off x="4906010" y="4699000"/>
              <a:ext cx="68579"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52" name="a.features"/>
          <p:cNvGrpSpPr/>
          <p:nvPr/>
        </p:nvGrpSpPr>
        <p:grpSpPr>
          <a:xfrm>
            <a:off x="3441700" y="4699911"/>
            <a:ext cx="2933700" cy="938889"/>
            <a:chOff x="3441700" y="4699911"/>
            <a:chExt cx="2933700" cy="938889"/>
          </a:xfrm>
        </p:grpSpPr>
        <p:sp>
          <p:nvSpPr>
            <p:cNvPr id="153" name="a.features/box"/>
            <p:cNvSpPr/>
            <p:nvPr/>
          </p:nvSpPr>
          <p:spPr>
            <a:xfrm>
              <a:off x="3505200" y="4775200"/>
              <a:ext cx="2870200" cy="571500"/>
            </a:xfrm>
            <a:custGeom>
              <a:avLst/>
              <a:gdLst/>
              <a:ahLst/>
              <a:cxnLst/>
              <a:rect l="0" t="0" r="r" b="b"/>
              <a:pathLst>
                <a:path w="226000" h="45000">
                  <a:moveTo>
                    <a:pt x="8000" y="0"/>
                  </a:moveTo>
                  <a:lnTo>
                    <a:pt x="218000" y="0"/>
                  </a:lnTo>
                  <a:cubicBezTo>
                    <a:pt x="222418" y="0"/>
                    <a:pt x="226000" y="3582"/>
                    <a:pt x="226000" y="8000"/>
                  </a:cubicBezTo>
                  <a:lnTo>
                    <a:pt x="226000" y="37000"/>
                  </a:lnTo>
                  <a:cubicBezTo>
                    <a:pt x="226000" y="41418"/>
                    <a:pt x="222418" y="45000"/>
                    <a:pt x="218000" y="45000"/>
                  </a:cubicBezTo>
                  <a:lnTo>
                    <a:pt x="8000" y="45000"/>
                  </a:lnTo>
                  <a:cubicBezTo>
                    <a:pt x="3582" y="45000"/>
                    <a:pt x="0" y="41418"/>
                    <a:pt x="0" y="37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a.features/label"/>
            <p:cNvSpPr txBox="1"/>
            <p:nvPr/>
          </p:nvSpPr>
          <p:spPr>
            <a:xfrm>
              <a:off x="3556000" y="4800600"/>
              <a:ext cx="2768600" cy="520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730" b="0" i="0">
                  <a:solidFill>
                    <a:srgbClr val="0E2841"/>
                  </a:solidFill>
                  <a:latin typeface="Comic Sans MS"/>
                  <a:ea typeface="Comic Sans MS"/>
                  <a:cs typeface="Comic Sans MS"/>
                </a:rPr>
                <a:t/>
              </a:r>
            </a:p>
          </p:txBody>
        </p:sp>
        <p:sp>
          <p:nvSpPr>
            <p:cNvPr id="155" name="a.features/frozen/white outline"/>
            <p:cNvSpPr/>
            <p:nvPr/>
          </p:nvSpPr>
          <p:spPr>
            <a:xfrm>
              <a:off x="3441700" y="46999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6" name="a.features/frozen/blue crystal"/>
            <p:cNvSpPr/>
            <p:nvPr/>
          </p:nvSpPr>
          <p:spPr>
            <a:xfrm>
              <a:off x="3441700" y="46999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7" name="a.features/feature plane 0"/>
            <p:cNvSpPr/>
            <p:nvPr/>
          </p:nvSpPr>
          <p:spPr>
            <a:xfrm>
              <a:off x="3657600" y="4864100"/>
              <a:ext cx="292100" cy="292100"/>
            </a:xfrm>
            <a:custGeom>
              <a:avLst/>
              <a:gdLst/>
              <a:ahLst/>
              <a:cxnLst/>
              <a:rect l="0" t="0" r="r" b="b"/>
              <a:pathLst>
                <a:path w="23000" h="23000">
                  <a:moveTo>
                    <a:pt x="2000" y="0"/>
                  </a:moveTo>
                  <a:lnTo>
                    <a:pt x="21000" y="0"/>
                  </a:lnTo>
                  <a:cubicBezTo>
                    <a:pt x="22105" y="0"/>
                    <a:pt x="23000" y="895"/>
                    <a:pt x="23000" y="2000"/>
                  </a:cubicBezTo>
                  <a:lnTo>
                    <a:pt x="23000" y="21000"/>
                  </a:lnTo>
                  <a:cubicBezTo>
                    <a:pt x="23000" y="22105"/>
                    <a:pt x="22105" y="23000"/>
                    <a:pt x="21000" y="23000"/>
                  </a:cubicBezTo>
                  <a:lnTo>
                    <a:pt x="2000" y="23000"/>
                  </a:lnTo>
                  <a:cubicBezTo>
                    <a:pt x="895" y="23000"/>
                    <a:pt x="0" y="22105"/>
                    <a:pt x="0" y="21000"/>
                  </a:cubicBezTo>
                  <a:lnTo>
                    <a:pt x="0" y="2000"/>
                  </a:lnTo>
                  <a:cubicBezTo>
                    <a:pt x="0" y="895"/>
                    <a:pt x="895" y="0"/>
                    <a:pt x="2000" y="0"/>
                  </a:cubicBezTo>
                  <a:close/>
                </a:path>
              </a:pathLst>
            </a:custGeom>
            <a:solidFill>
              <a:srgbClr val="E8F0F7"/>
            </a:solidFill>
            <a:ln w="10795">
              <a:solidFill>
                <a:srgbClr val="7894B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8" name="a.features/feature plane 1"/>
            <p:cNvSpPr/>
            <p:nvPr/>
          </p:nvSpPr>
          <p:spPr>
            <a:xfrm>
              <a:off x="3759200" y="4914900"/>
              <a:ext cx="292100" cy="292100"/>
            </a:xfrm>
            <a:custGeom>
              <a:avLst/>
              <a:gdLst/>
              <a:ahLst/>
              <a:cxnLst/>
              <a:rect l="0" t="0" r="r" b="b"/>
              <a:pathLst>
                <a:path w="23000" h="23000">
                  <a:moveTo>
                    <a:pt x="2000" y="0"/>
                  </a:moveTo>
                  <a:lnTo>
                    <a:pt x="21000" y="0"/>
                  </a:lnTo>
                  <a:cubicBezTo>
                    <a:pt x="22105" y="0"/>
                    <a:pt x="23000" y="895"/>
                    <a:pt x="23000" y="2000"/>
                  </a:cubicBezTo>
                  <a:lnTo>
                    <a:pt x="23000" y="21000"/>
                  </a:lnTo>
                  <a:cubicBezTo>
                    <a:pt x="23000" y="22105"/>
                    <a:pt x="22105" y="23000"/>
                    <a:pt x="21000" y="23000"/>
                  </a:cubicBezTo>
                  <a:lnTo>
                    <a:pt x="2000" y="23000"/>
                  </a:lnTo>
                  <a:cubicBezTo>
                    <a:pt x="895" y="23000"/>
                    <a:pt x="0" y="22105"/>
                    <a:pt x="0" y="21000"/>
                  </a:cubicBezTo>
                  <a:lnTo>
                    <a:pt x="0" y="2000"/>
                  </a:lnTo>
                  <a:cubicBezTo>
                    <a:pt x="0" y="895"/>
                    <a:pt x="895" y="0"/>
                    <a:pt x="2000" y="0"/>
                  </a:cubicBezTo>
                  <a:close/>
                </a:path>
              </a:pathLst>
            </a:custGeom>
            <a:solidFill>
              <a:srgbClr val="DCE7F1"/>
            </a:solidFill>
            <a:ln w="10795">
              <a:solidFill>
                <a:srgbClr val="7894B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9" name="a.features/feature plane 2"/>
            <p:cNvSpPr/>
            <p:nvPr/>
          </p:nvSpPr>
          <p:spPr>
            <a:xfrm>
              <a:off x="3860800" y="4965700"/>
              <a:ext cx="292100" cy="292100"/>
            </a:xfrm>
            <a:custGeom>
              <a:avLst/>
              <a:gdLst/>
              <a:ahLst/>
              <a:cxnLst/>
              <a:rect l="0" t="0" r="r" b="b"/>
              <a:pathLst>
                <a:path w="23000" h="23000">
                  <a:moveTo>
                    <a:pt x="2000" y="0"/>
                  </a:moveTo>
                  <a:lnTo>
                    <a:pt x="21000" y="0"/>
                  </a:lnTo>
                  <a:cubicBezTo>
                    <a:pt x="22105" y="0"/>
                    <a:pt x="23000" y="895"/>
                    <a:pt x="23000" y="2000"/>
                  </a:cubicBezTo>
                  <a:lnTo>
                    <a:pt x="23000" y="21000"/>
                  </a:lnTo>
                  <a:cubicBezTo>
                    <a:pt x="23000" y="22105"/>
                    <a:pt x="22105" y="23000"/>
                    <a:pt x="21000" y="23000"/>
                  </a:cubicBezTo>
                  <a:lnTo>
                    <a:pt x="2000" y="23000"/>
                  </a:lnTo>
                  <a:cubicBezTo>
                    <a:pt x="895" y="23000"/>
                    <a:pt x="0" y="22105"/>
                    <a:pt x="0" y="21000"/>
                  </a:cubicBezTo>
                  <a:lnTo>
                    <a:pt x="0" y="2000"/>
                  </a:lnTo>
                  <a:cubicBezTo>
                    <a:pt x="0" y="895"/>
                    <a:pt x="895" y="0"/>
                    <a:pt x="2000" y="0"/>
                  </a:cubicBezTo>
                  <a:close/>
                </a:path>
              </a:pathLst>
            </a:custGeom>
            <a:solidFill>
              <a:srgbClr val="F8FBFE"/>
            </a:solidFill>
            <a:ln w="10795">
              <a:solidFill>
                <a:srgbClr val="7894B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0" name="a.features/name"/>
            <p:cNvSpPr txBox="1"/>
            <p:nvPr/>
          </p:nvSpPr>
          <p:spPr>
            <a:xfrm>
              <a:off x="4356100" y="4826000"/>
              <a:ext cx="1917700" cy="469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50" b="0" i="0">
                  <a:solidFill>
                    <a:srgbClr val="0E2841"/>
                  </a:solidFill>
                  <a:latin typeface="Comic Sans MS"/>
                  <a:ea typeface="Comic Sans MS"/>
                  <a:cs typeface="Comic Sans MS"/>
                </a:rPr>
                <a:t>Inception φ</a:t>
              </a:r>
            </a:p>
          </p:txBody>
        </p:sp>
        <p:sp>
          <p:nvSpPr>
            <p:cNvPr id="161" name="a.features/output"/>
            <p:cNvSpPr/>
            <p:nvPr/>
          </p:nvSpPr>
          <p:spPr>
            <a:xfrm>
              <a:off x="4940300" y="5346700"/>
              <a:ext cx="127" cy="292100"/>
            </a:xfrm>
            <a:custGeom>
              <a:avLst/>
              <a:gdLst/>
              <a:ahLst/>
              <a:cxnLst/>
              <a:rect l="0" t="0" r="r" b="b"/>
              <a:pathLst>
                <a:path w="10" h="23000">
                  <a:moveTo>
                    <a:pt x="0" y="0"/>
                  </a:moveTo>
                  <a:lnTo>
                    <a:pt x="0" y="2300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2" name="a.features/output head"/>
            <p:cNvSpPr/>
            <p:nvPr/>
          </p:nvSpPr>
          <p:spPr>
            <a:xfrm>
              <a:off x="4906010" y="5562600"/>
              <a:ext cx="68579"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63" name="a.classifier"/>
          <p:cNvGrpSpPr/>
          <p:nvPr/>
        </p:nvGrpSpPr>
        <p:grpSpPr>
          <a:xfrm>
            <a:off x="3441700" y="5563511"/>
            <a:ext cx="2933700" cy="621389"/>
            <a:chOff x="3441700" y="5563511"/>
            <a:chExt cx="2933700" cy="621389"/>
          </a:xfrm>
        </p:grpSpPr>
        <p:sp>
          <p:nvSpPr>
            <p:cNvPr id="164" name="a.classifier/box"/>
            <p:cNvSpPr/>
            <p:nvPr/>
          </p:nvSpPr>
          <p:spPr>
            <a:xfrm>
              <a:off x="3505200" y="5638800"/>
              <a:ext cx="2870200" cy="546100"/>
            </a:xfrm>
            <a:custGeom>
              <a:avLst/>
              <a:gdLst/>
              <a:ahLst/>
              <a:cxnLst/>
              <a:rect l="0" t="0" r="r" b="b"/>
              <a:pathLst>
                <a:path w="226000" h="43000">
                  <a:moveTo>
                    <a:pt x="8000" y="0"/>
                  </a:moveTo>
                  <a:lnTo>
                    <a:pt x="218000" y="0"/>
                  </a:lnTo>
                  <a:cubicBezTo>
                    <a:pt x="222418" y="0"/>
                    <a:pt x="226000" y="3582"/>
                    <a:pt x="226000" y="8000"/>
                  </a:cubicBezTo>
                  <a:lnTo>
                    <a:pt x="226000" y="35000"/>
                  </a:lnTo>
                  <a:cubicBezTo>
                    <a:pt x="226000" y="39418"/>
                    <a:pt x="222418" y="43000"/>
                    <a:pt x="218000" y="43000"/>
                  </a:cubicBezTo>
                  <a:lnTo>
                    <a:pt x="8000" y="43000"/>
                  </a:lnTo>
                  <a:cubicBezTo>
                    <a:pt x="3582" y="43000"/>
                    <a:pt x="0" y="39418"/>
                    <a:pt x="0" y="35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5" name="a.classifier/label"/>
            <p:cNvSpPr txBox="1"/>
            <p:nvPr/>
          </p:nvSpPr>
          <p:spPr>
            <a:xfrm>
              <a:off x="3556000" y="5664200"/>
              <a:ext cx="2768600" cy="495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780" b="0" i="0">
                  <a:solidFill>
                    <a:srgbClr val="0E2841"/>
                  </a:solidFill>
                  <a:latin typeface="Comic Sans MS"/>
                  <a:ea typeface="Comic Sans MS"/>
                  <a:cs typeface="Comic Sans MS"/>
                </a:rPr>
                <a:t/>
              </a:r>
            </a:p>
          </p:txBody>
        </p:sp>
        <p:sp>
          <p:nvSpPr>
            <p:cNvPr id="166" name="a.classifier/frozen/white outline"/>
            <p:cNvSpPr/>
            <p:nvPr/>
          </p:nvSpPr>
          <p:spPr>
            <a:xfrm>
              <a:off x="3441700" y="55635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a.classifier/frozen/blue crystal"/>
            <p:cNvSpPr/>
            <p:nvPr/>
          </p:nvSpPr>
          <p:spPr>
            <a:xfrm>
              <a:off x="3441700" y="55635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a.classifier/connection 0-0-0"/>
            <p:cNvSpPr/>
            <p:nvPr/>
          </p:nvSpPr>
          <p:spPr>
            <a:xfrm>
              <a:off x="3683000" y="5765800"/>
              <a:ext cx="273050" cy="127"/>
            </a:xfrm>
            <a:custGeom>
              <a:avLst/>
              <a:gdLst/>
              <a:ahLst/>
              <a:cxnLst/>
              <a:rect l="0" t="0" r="r" b="b"/>
              <a:pathLst>
                <a:path w="21500" h="10">
                  <a:moveTo>
                    <a:pt x="0" y="0"/>
                  </a:moveTo>
                  <a:lnTo>
                    <a:pt x="21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a.classifier/connection 0-0-1"/>
            <p:cNvSpPr/>
            <p:nvPr/>
          </p:nvSpPr>
          <p:spPr>
            <a:xfrm>
              <a:off x="3683000" y="5765800"/>
              <a:ext cx="273050" cy="139700"/>
            </a:xfrm>
            <a:custGeom>
              <a:avLst/>
              <a:gdLst/>
              <a:ahLst/>
              <a:cxnLst/>
              <a:rect l="0" t="0" r="r" b="b"/>
              <a:pathLst>
                <a:path w="21500" h="11000">
                  <a:moveTo>
                    <a:pt x="0" y="0"/>
                  </a:moveTo>
                  <a:lnTo>
                    <a:pt x="21500" y="1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0" name="a.classifier/connection 0-0-2"/>
            <p:cNvSpPr/>
            <p:nvPr/>
          </p:nvSpPr>
          <p:spPr>
            <a:xfrm>
              <a:off x="3683000" y="5765800"/>
              <a:ext cx="273050" cy="279400"/>
            </a:xfrm>
            <a:custGeom>
              <a:avLst/>
              <a:gdLst/>
              <a:ahLst/>
              <a:cxnLst/>
              <a:rect l="0" t="0" r="r" b="b"/>
              <a:pathLst>
                <a:path w="21500" h="22000">
                  <a:moveTo>
                    <a:pt x="0" y="0"/>
                  </a:moveTo>
                  <a:lnTo>
                    <a:pt x="21500" y="22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1" name="a.classifier/connection 0-1-0"/>
            <p:cNvSpPr/>
            <p:nvPr/>
          </p:nvSpPr>
          <p:spPr>
            <a:xfrm>
              <a:off x="3683000" y="5765800"/>
              <a:ext cx="273050" cy="279400"/>
            </a:xfrm>
            <a:custGeom>
              <a:avLst/>
              <a:gdLst/>
              <a:ahLst/>
              <a:cxnLst/>
              <a:rect l="0" t="0" r="r" b="b"/>
              <a:pathLst>
                <a:path w="21500" h="22000">
                  <a:moveTo>
                    <a:pt x="0" y="22000"/>
                  </a:moveTo>
                  <a:lnTo>
                    <a:pt x="21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2" name="a.classifier/connection 0-1-1"/>
            <p:cNvSpPr/>
            <p:nvPr/>
          </p:nvSpPr>
          <p:spPr>
            <a:xfrm>
              <a:off x="3683000" y="5905500"/>
              <a:ext cx="273050" cy="139700"/>
            </a:xfrm>
            <a:custGeom>
              <a:avLst/>
              <a:gdLst/>
              <a:ahLst/>
              <a:cxnLst/>
              <a:rect l="0" t="0" r="r" b="b"/>
              <a:pathLst>
                <a:path w="21500" h="11000">
                  <a:moveTo>
                    <a:pt x="0" y="11000"/>
                  </a:moveTo>
                  <a:lnTo>
                    <a:pt x="21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3" name="a.classifier/connection 0-1-2"/>
            <p:cNvSpPr/>
            <p:nvPr/>
          </p:nvSpPr>
          <p:spPr>
            <a:xfrm>
              <a:off x="3683000" y="6045200"/>
              <a:ext cx="273050" cy="127"/>
            </a:xfrm>
            <a:custGeom>
              <a:avLst/>
              <a:gdLst/>
              <a:ahLst/>
              <a:cxnLst/>
              <a:rect l="0" t="0" r="r" b="b"/>
              <a:pathLst>
                <a:path w="21500" h="10">
                  <a:moveTo>
                    <a:pt x="0" y="0"/>
                  </a:moveTo>
                  <a:lnTo>
                    <a:pt x="21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4" name="a.classifier/connection 1-0-0"/>
            <p:cNvSpPr/>
            <p:nvPr/>
          </p:nvSpPr>
          <p:spPr>
            <a:xfrm>
              <a:off x="3956050" y="5765800"/>
              <a:ext cx="273050" cy="139700"/>
            </a:xfrm>
            <a:custGeom>
              <a:avLst/>
              <a:gdLst/>
              <a:ahLst/>
              <a:cxnLst/>
              <a:rect l="0" t="0" r="r" b="b"/>
              <a:pathLst>
                <a:path w="21500" h="11000">
                  <a:moveTo>
                    <a:pt x="0" y="0"/>
                  </a:moveTo>
                  <a:lnTo>
                    <a:pt x="21500" y="1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5" name="a.classifier/connection 1-1-0"/>
            <p:cNvSpPr/>
            <p:nvPr/>
          </p:nvSpPr>
          <p:spPr>
            <a:xfrm>
              <a:off x="3956050" y="5905500"/>
              <a:ext cx="273050" cy="127"/>
            </a:xfrm>
            <a:custGeom>
              <a:avLst/>
              <a:gdLst/>
              <a:ahLst/>
              <a:cxnLst/>
              <a:rect l="0" t="0" r="r" b="b"/>
              <a:pathLst>
                <a:path w="21500" h="10">
                  <a:moveTo>
                    <a:pt x="0" y="0"/>
                  </a:moveTo>
                  <a:lnTo>
                    <a:pt x="21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6" name="a.classifier/connection 1-2-0"/>
            <p:cNvSpPr/>
            <p:nvPr/>
          </p:nvSpPr>
          <p:spPr>
            <a:xfrm>
              <a:off x="3956050" y="5905500"/>
              <a:ext cx="273050" cy="139700"/>
            </a:xfrm>
            <a:custGeom>
              <a:avLst/>
              <a:gdLst/>
              <a:ahLst/>
              <a:cxnLst/>
              <a:rect l="0" t="0" r="r" b="b"/>
              <a:pathLst>
                <a:path w="21500" h="11000">
                  <a:moveTo>
                    <a:pt x="0" y="11000"/>
                  </a:moveTo>
                  <a:lnTo>
                    <a:pt x="21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7" name="a.classifier/layer 0 node 0"/>
            <p:cNvSpPr/>
            <p:nvPr/>
          </p:nvSpPr>
          <p:spPr>
            <a:xfrm>
              <a:off x="3644265" y="57270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a.classifier/layer 0 node 1"/>
            <p:cNvSpPr/>
            <p:nvPr/>
          </p:nvSpPr>
          <p:spPr>
            <a:xfrm>
              <a:off x="3644265" y="60064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9" name="a.classifier/layer 1 node 0"/>
            <p:cNvSpPr/>
            <p:nvPr/>
          </p:nvSpPr>
          <p:spPr>
            <a:xfrm>
              <a:off x="3917315" y="57270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a.classifier/layer 1 node 1"/>
            <p:cNvSpPr/>
            <p:nvPr/>
          </p:nvSpPr>
          <p:spPr>
            <a:xfrm>
              <a:off x="3917315" y="58667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1" name="a.classifier/layer 1 node 2"/>
            <p:cNvSpPr/>
            <p:nvPr/>
          </p:nvSpPr>
          <p:spPr>
            <a:xfrm>
              <a:off x="3917315" y="60064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2" name="a.classifier/layer 2 node 0"/>
            <p:cNvSpPr/>
            <p:nvPr/>
          </p:nvSpPr>
          <p:spPr>
            <a:xfrm>
              <a:off x="4190365" y="58667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3" name="a.classifier/name"/>
            <p:cNvSpPr txBox="1"/>
            <p:nvPr/>
          </p:nvSpPr>
          <p:spPr>
            <a:xfrm>
              <a:off x="4356100" y="5689600"/>
              <a:ext cx="1943100" cy="4445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00" b="0" i="0">
                  <a:solidFill>
                    <a:srgbClr val="0E2841"/>
                  </a:solidFill>
                  <a:latin typeface="Comic Sans MS"/>
                  <a:ea typeface="Comic Sans MS"/>
                  <a:cs typeface="Comic Sans MS"/>
                </a:rPr>
                <a:t>Classifier D</a:t>
              </a:r>
              <a:r>
                <a:rPr sz="1600" b="0" i="0" baseline="-25000">
                  <a:solidFill>
                    <a:srgbClr val="0E2841"/>
                  </a:solidFill>
                  <a:latin typeface="Comic Sans MS"/>
                  <a:ea typeface="Comic Sans MS"/>
                  <a:cs typeface="Comic Sans MS"/>
                </a:rPr>
                <a:t>ω</a:t>
              </a:r>
            </a:p>
          </p:txBody>
        </p:sp>
      </p:grpSp>
      <p:grpSp>
        <p:nvGrpSpPr>
          <p:cNvPr id="184" name="a.condition"/>
          <p:cNvGrpSpPr/>
          <p:nvPr/>
        </p:nvGrpSpPr>
        <p:grpSpPr>
          <a:xfrm>
            <a:off x="3035300" y="5626100"/>
            <a:ext cx="469900" cy="326389"/>
            <a:chOff x="3035300" y="5626100"/>
            <a:chExt cx="469900" cy="326389"/>
          </a:xfrm>
        </p:grpSpPr>
        <p:sp>
          <p:nvSpPr>
            <p:cNvPr id="185" name="a.condition/class"/>
            <p:cNvSpPr txBox="1"/>
            <p:nvPr/>
          </p:nvSpPr>
          <p:spPr>
            <a:xfrm>
              <a:off x="3035300" y="5626100"/>
              <a:ext cx="3429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80" b="0" i="0">
                  <a:solidFill>
                    <a:srgbClr val="0E2841"/>
                  </a:solidFill>
                  <a:latin typeface="Comic Sans MS"/>
                  <a:ea typeface="Comic Sans MS"/>
                  <a:cs typeface="Comic Sans MS"/>
                </a:rPr>
                <a:t>c</a:t>
              </a:r>
            </a:p>
          </p:txBody>
        </p:sp>
        <p:sp>
          <p:nvSpPr>
            <p:cNvPr id="186" name="a.condition/edge"/>
            <p:cNvSpPr/>
            <p:nvPr/>
          </p:nvSpPr>
          <p:spPr>
            <a:xfrm>
              <a:off x="3035300" y="5918200"/>
              <a:ext cx="469900" cy="127"/>
            </a:xfrm>
            <a:custGeom>
              <a:avLst/>
              <a:gdLst/>
              <a:ahLst/>
              <a:cxnLst/>
              <a:rect l="0" t="0" r="r" b="b"/>
              <a:pathLst>
                <a:path w="37000" h="10">
                  <a:moveTo>
                    <a:pt x="0" y="0"/>
                  </a:moveTo>
                  <a:lnTo>
                    <a:pt x="37000" y="0"/>
                  </a:lnTo>
                </a:path>
              </a:pathLst>
            </a:custGeom>
            <a:noFill/>
            <a:ln w="1524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7" name="a.condition/edge head"/>
            <p:cNvSpPr/>
            <p:nvPr/>
          </p:nvSpPr>
          <p:spPr>
            <a:xfrm>
              <a:off x="3429000" y="5883910"/>
              <a:ext cx="76200" cy="68579"/>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88" name="a.probe"/>
          <p:cNvGrpSpPr/>
          <p:nvPr/>
        </p:nvGrpSpPr>
        <p:grpSpPr>
          <a:xfrm>
            <a:off x="1946910" y="4368800"/>
            <a:ext cx="1431290" cy="927100"/>
            <a:chOff x="1946910" y="4368800"/>
            <a:chExt cx="1431290" cy="927100"/>
          </a:xfrm>
        </p:grpSpPr>
        <p:sp>
          <p:nvSpPr>
            <p:cNvPr id="189" name="a.probe/edge"/>
            <p:cNvSpPr/>
            <p:nvPr/>
          </p:nvSpPr>
          <p:spPr>
            <a:xfrm>
              <a:off x="1981200" y="4368800"/>
              <a:ext cx="127" cy="927100"/>
            </a:xfrm>
            <a:custGeom>
              <a:avLst/>
              <a:gdLst/>
              <a:ahLst/>
              <a:cxnLst/>
              <a:rect l="0" t="0" r="r" b="b"/>
              <a:pathLst>
                <a:path w="10" h="73000">
                  <a:moveTo>
                    <a:pt x="0" y="0"/>
                  </a:moveTo>
                  <a:lnTo>
                    <a:pt x="0" y="73000"/>
                  </a:lnTo>
                </a:path>
              </a:pathLst>
            </a:custGeom>
            <a:noFill/>
            <a:ln w="15875">
              <a:solidFill>
                <a:srgbClr val="697A8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0" name="a.probe/edge head"/>
            <p:cNvSpPr/>
            <p:nvPr/>
          </p:nvSpPr>
          <p:spPr>
            <a:xfrm>
              <a:off x="1946910" y="5219700"/>
              <a:ext cx="68579" cy="76200"/>
            </a:xfrm>
            <a:custGeom>
              <a:avLst/>
              <a:gdLst/>
              <a:ahLst/>
              <a:cxnLst/>
              <a:rect l="0" t="0" r="r" b="b"/>
              <a:pathLst>
                <a:path w="5400" h="6000">
                  <a:moveTo>
                    <a:pt x="2700" y="6000"/>
                  </a:moveTo>
                  <a:lnTo>
                    <a:pt x="5400" y="0"/>
                  </a:lnTo>
                  <a:lnTo>
                    <a:pt x="0" y="0"/>
                  </a:lnTo>
                  <a:close/>
                </a:path>
              </a:pathLst>
            </a:custGeom>
            <a:solidFill>
              <a:srgbClr val="697A8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1" name="a.probe/description"/>
            <p:cNvSpPr txBox="1"/>
            <p:nvPr/>
          </p:nvSpPr>
          <p:spPr>
            <a:xfrm>
              <a:off x="2095500" y="4673600"/>
              <a:ext cx="1282700" cy="368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70" b="0" i="0">
                  <a:solidFill>
                    <a:srgbClr val="697A8B"/>
                  </a:solidFill>
                  <a:latin typeface="Comic Sans MS"/>
                  <a:ea typeface="Comic Sans MS"/>
                  <a:cs typeface="Comic Sans MS"/>
                </a:rPr>
                <a:t>Fresh probe</a:t>
              </a:r>
            </a:p>
          </p:txBody>
        </p:sp>
      </p:grpSp>
      <p:grpSp>
        <p:nvGrpSpPr>
          <p:cNvPr id="192" name="a.anchor"/>
          <p:cNvGrpSpPr/>
          <p:nvPr/>
        </p:nvGrpSpPr>
        <p:grpSpPr>
          <a:xfrm>
            <a:off x="1092200" y="5295900"/>
            <a:ext cx="1790700" cy="762000"/>
            <a:chOff x="1092200" y="5295900"/>
            <a:chExt cx="1790700" cy="762000"/>
          </a:xfrm>
        </p:grpSpPr>
        <p:sp>
          <p:nvSpPr>
            <p:cNvPr id="193" name="a.anchor/box"/>
            <p:cNvSpPr/>
            <p:nvPr/>
          </p:nvSpPr>
          <p:spPr>
            <a:xfrm>
              <a:off x="1092200" y="5295900"/>
              <a:ext cx="1790700" cy="762000"/>
            </a:xfrm>
            <a:custGeom>
              <a:avLst/>
              <a:gdLst/>
              <a:ahLst/>
              <a:cxnLst/>
              <a:rect l="0" t="0" r="r" b="b"/>
              <a:pathLst>
                <a:path w="141000" h="60000">
                  <a:moveTo>
                    <a:pt x="7000" y="0"/>
                  </a:moveTo>
                  <a:lnTo>
                    <a:pt x="134000" y="0"/>
                  </a:lnTo>
                  <a:cubicBezTo>
                    <a:pt x="137866" y="0"/>
                    <a:pt x="141000" y="3134"/>
                    <a:pt x="141000" y="7000"/>
                  </a:cubicBezTo>
                  <a:lnTo>
                    <a:pt x="141000" y="53000"/>
                  </a:lnTo>
                  <a:cubicBezTo>
                    <a:pt x="141000" y="56866"/>
                    <a:pt x="137866" y="60000"/>
                    <a:pt x="134000" y="60000"/>
                  </a:cubicBezTo>
                  <a:lnTo>
                    <a:pt x="7000" y="60000"/>
                  </a:lnTo>
                  <a:cubicBezTo>
                    <a:pt x="3134" y="60000"/>
                    <a:pt x="0" y="56866"/>
                    <a:pt x="0" y="53000"/>
                  </a:cubicBezTo>
                  <a:lnTo>
                    <a:pt x="0" y="7000"/>
                  </a:lnTo>
                  <a:cubicBezTo>
                    <a:pt x="0" y="3134"/>
                    <a:pt x="3134" y="0"/>
                    <a:pt x="7000" y="0"/>
                  </a:cubicBezTo>
                  <a:close/>
                </a:path>
              </a:pathLst>
            </a:custGeom>
            <a:solidFill>
              <a:srgbClr val="FAEA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4" name="a.anchor/title"/>
            <p:cNvSpPr txBox="1"/>
            <p:nvPr/>
          </p:nvSpPr>
          <p:spPr>
            <a:xfrm>
              <a:off x="1143000" y="5346700"/>
              <a:ext cx="16891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60" b="0" i="0">
                  <a:solidFill>
                    <a:srgbClr val="0E2841"/>
                  </a:solidFill>
                  <a:latin typeface="Comic Sans MS"/>
                  <a:ea typeface="Comic Sans MS"/>
                  <a:cs typeface="Comic Sans MS"/>
                </a:rPr>
                <a:t>Scale anchor</a:t>
              </a:r>
            </a:p>
          </p:txBody>
        </p:sp>
        <p:sp>
          <p:nvSpPr>
            <p:cNvPr id="195" name="a.anchor/formula"/>
            <p:cNvSpPr txBox="1"/>
            <p:nvPr/>
          </p:nvSpPr>
          <p:spPr>
            <a:xfrm>
              <a:off x="1143000" y="5676900"/>
              <a:ext cx="1689100" cy="2921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460" b="0" i="0">
                  <a:solidFill>
                    <a:srgbClr val="0E2841"/>
                  </a:solidFill>
                  <a:latin typeface="Comic Sans MS"/>
                  <a:ea typeface="Comic Sans MS"/>
                  <a:cs typeface="Comic Sans MS"/>
                </a:rPr>
                <a:t>R</a:t>
              </a:r>
              <a:r>
                <a:rPr sz="1460" b="0" i="0" baseline="-25000">
                  <a:solidFill>
                    <a:srgbClr val="0E2841"/>
                  </a:solidFill>
                  <a:latin typeface="Comic Sans MS"/>
                  <a:ea typeface="Comic Sans MS"/>
                  <a:cs typeface="Comic Sans MS"/>
                </a:rPr>
                <a:t>gap</a:t>
              </a:r>
              <a:r>
                <a:rPr sz="1460" b="0" i="0">
                  <a:solidFill>
                    <a:srgbClr val="0E2841"/>
                  </a:solidFill>
                  <a:latin typeface="Comic Sans MS"/>
                  <a:ea typeface="Comic Sans MS"/>
                  <a:cs typeface="Comic Sans MS"/>
                </a:rPr>
                <a:t>(θ; W</a:t>
              </a:r>
              <a:r>
                <a:rPr sz="1460" b="0" i="0" baseline="-25000">
                  <a:solidFill>
                    <a:srgbClr val="0E2841"/>
                  </a:solidFill>
                  <a:latin typeface="Comic Sans MS"/>
                  <a:ea typeface="Comic Sans MS"/>
                  <a:cs typeface="Comic Sans MS"/>
                </a:rPr>
                <a:t>0</a:t>
              </a:r>
              <a:r>
                <a:rPr sz="1460" b="0" i="0">
                  <a:solidFill>
                    <a:srgbClr val="0E2841"/>
                  </a:solidFill>
                  <a:latin typeface="Comic Sans MS"/>
                  <a:ea typeface="Comic Sans MS"/>
                  <a:cs typeface="Comic Sans MS"/>
                </a:rPr>
                <a:t>)</a:t>
              </a:r>
            </a:p>
          </p:txBody>
        </p:sp>
      </p:grpSp>
      <p:grpSp>
        <p:nvGrpSpPr>
          <p:cNvPr id="196" name="a.loss"/>
          <p:cNvGrpSpPr/>
          <p:nvPr/>
        </p:nvGrpSpPr>
        <p:grpSpPr>
          <a:xfrm>
            <a:off x="1981200" y="6057900"/>
            <a:ext cx="2959100" cy="508000"/>
            <a:chOff x="1981200" y="6057900"/>
            <a:chExt cx="2959100" cy="508000"/>
          </a:xfrm>
        </p:grpSpPr>
        <p:sp>
          <p:nvSpPr>
            <p:cNvPr id="197" name="a.loss/anchor edge"/>
            <p:cNvSpPr/>
            <p:nvPr/>
          </p:nvSpPr>
          <p:spPr>
            <a:xfrm>
              <a:off x="1981200" y="6057900"/>
              <a:ext cx="1689100" cy="317500"/>
            </a:xfrm>
            <a:custGeom>
              <a:avLst/>
              <a:gdLst/>
              <a:ahLst/>
              <a:cxnLst/>
              <a:rect l="0" t="0" r="r" b="b"/>
              <a:pathLst>
                <a:path w="133000" h="25000">
                  <a:moveTo>
                    <a:pt x="0" y="0"/>
                  </a:moveTo>
                  <a:lnTo>
                    <a:pt x="0" y="25000"/>
                  </a:lnTo>
                  <a:lnTo>
                    <a:pt x="133000" y="25000"/>
                  </a:lnTo>
                </a:path>
              </a:pathLst>
            </a:custGeom>
            <a:noFill/>
            <a:ln w="1778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8" name="a.loss/classifier edge"/>
            <p:cNvSpPr/>
            <p:nvPr/>
          </p:nvSpPr>
          <p:spPr>
            <a:xfrm>
              <a:off x="3670300" y="6184900"/>
              <a:ext cx="1270000" cy="381000"/>
            </a:xfrm>
            <a:custGeom>
              <a:avLst/>
              <a:gdLst/>
              <a:ahLst/>
              <a:cxnLst/>
              <a:rect l="0" t="0" r="r" b="b"/>
              <a:pathLst>
                <a:path w="100000" h="30000">
                  <a:moveTo>
                    <a:pt x="100000" y="0"/>
                  </a:moveTo>
                  <a:lnTo>
                    <a:pt x="100000" y="15000"/>
                  </a:lnTo>
                  <a:lnTo>
                    <a:pt x="0" y="15000"/>
                  </a:lnTo>
                  <a:lnTo>
                    <a:pt x="0" y="30000"/>
                  </a:lnTo>
                </a:path>
              </a:pathLst>
            </a:custGeom>
            <a:noFill/>
            <a:ln w="1778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9" name="a.loss/classifier edge head"/>
            <p:cNvSpPr/>
            <p:nvPr/>
          </p:nvSpPr>
          <p:spPr>
            <a:xfrm>
              <a:off x="3636010" y="6489700"/>
              <a:ext cx="68579"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00" name="a.objective"/>
          <p:cNvGrpSpPr/>
          <p:nvPr/>
        </p:nvGrpSpPr>
        <p:grpSpPr>
          <a:xfrm>
            <a:off x="812800" y="6565900"/>
            <a:ext cx="5715000" cy="990600"/>
            <a:chOff x="812800" y="6565900"/>
            <a:chExt cx="5715000" cy="990600"/>
          </a:xfrm>
        </p:grpSpPr>
        <p:sp>
          <p:nvSpPr>
            <p:cNvPr id="201" name="a.objective/box"/>
            <p:cNvSpPr/>
            <p:nvPr/>
          </p:nvSpPr>
          <p:spPr>
            <a:xfrm>
              <a:off x="977900" y="6565900"/>
              <a:ext cx="5435600" cy="685800"/>
            </a:xfrm>
            <a:custGeom>
              <a:avLst/>
              <a:gdLst/>
              <a:ahLst/>
              <a:cxnLst/>
              <a:rect l="0" t="0" r="r" b="b"/>
              <a:pathLst>
                <a:path w="428000" h="54000">
                  <a:moveTo>
                    <a:pt x="7000" y="0"/>
                  </a:moveTo>
                  <a:lnTo>
                    <a:pt x="421000" y="0"/>
                  </a:lnTo>
                  <a:cubicBezTo>
                    <a:pt x="424866" y="0"/>
                    <a:pt x="428000" y="3134"/>
                    <a:pt x="428000" y="7000"/>
                  </a:cubicBezTo>
                  <a:lnTo>
                    <a:pt x="428000" y="47000"/>
                  </a:lnTo>
                  <a:cubicBezTo>
                    <a:pt x="428000" y="50866"/>
                    <a:pt x="424866" y="54000"/>
                    <a:pt x="421000" y="54000"/>
                  </a:cubicBezTo>
                  <a:lnTo>
                    <a:pt x="7000" y="54000"/>
                  </a:lnTo>
                  <a:cubicBezTo>
                    <a:pt x="3134" y="54000"/>
                    <a:pt x="0" y="50866"/>
                    <a:pt x="0" y="47000"/>
                  </a:cubicBezTo>
                  <a:lnTo>
                    <a:pt x="0" y="7000"/>
                  </a:lnTo>
                  <a:cubicBezTo>
                    <a:pt x="0" y="3134"/>
                    <a:pt x="3134" y="0"/>
                    <a:pt x="7000" y="0"/>
                  </a:cubicBezTo>
                  <a:close/>
                </a:path>
              </a:pathLst>
            </a:custGeom>
            <a:solidFill>
              <a:srgbClr val="FAEA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2" name="a.objective/formula"/>
            <p:cNvSpPr txBox="1"/>
            <p:nvPr/>
          </p:nvSpPr>
          <p:spPr>
            <a:xfrm>
              <a:off x="1079500" y="6692900"/>
              <a:ext cx="5232400" cy="431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20" b="1" i="0">
                  <a:solidFill>
                    <a:srgbClr val="C45B25"/>
                  </a:solidFill>
                  <a:latin typeface="Comic Sans MS"/>
                  <a:ea typeface="Comic Sans MS"/>
                  <a:cs typeface="Comic Sans MS"/>
                </a:rPr>
                <a:t>min</a:t>
              </a:r>
              <a:r>
                <a:rPr sz="1620" b="1" i="0" baseline="-25000">
                  <a:solidFill>
                    <a:srgbClr val="C45B25"/>
                  </a:solidFill>
                  <a:latin typeface="Comic Sans MS"/>
                  <a:ea typeface="Comic Sans MS"/>
                  <a:cs typeface="Comic Sans MS"/>
                </a:rPr>
                <a:t>θ, α</a:t>
              </a:r>
              <a:r>
                <a:rPr sz="1620" b="1" i="0">
                  <a:solidFill>
                    <a:srgbClr val="C45B25"/>
                  </a:solidFill>
                  <a:latin typeface="Comic Sans MS"/>
                  <a:ea typeface="Comic Sans MS"/>
                  <a:cs typeface="Comic Sans MS"/>
                </a:rPr>
                <a:t>  E[softplus(−d</a:t>
              </a:r>
              <a:r>
                <a:rPr sz="1620" b="1" i="0" baseline="-25000">
                  <a:solidFill>
                    <a:srgbClr val="C45B25"/>
                  </a:solidFill>
                  <a:latin typeface="Comic Sans MS"/>
                  <a:ea typeface="Comic Sans MS"/>
                  <a:cs typeface="Comic Sans MS"/>
                </a:rPr>
                <a:t>f</a:t>
              </a:r>
              <a:r>
                <a:rPr sz="1620" b="1" i="0">
                  <a:solidFill>
                    <a:srgbClr val="C45B25"/>
                  </a:solidFill>
                  <a:latin typeface="Comic Sans MS"/>
                  <a:ea typeface="Comic Sans MS"/>
                  <a:cs typeface="Comic Sans MS"/>
                </a:rPr>
                <a:t>)]</a:t>
              </a:r>
              <a:r>
                <a:rPr sz="1620" b="1" i="0">
                  <a:solidFill>
                    <a:srgbClr val="C45B25"/>
                  </a:solidFill>
                  <a:latin typeface="Comic Sans MS"/>
                  <a:ea typeface="Comic Sans MS"/>
                  <a:cs typeface="Comic Sans MS"/>
                </a:rPr>
                <a:t> + λ R</a:t>
              </a:r>
              <a:r>
                <a:rPr sz="1620" b="1" i="0" baseline="-25000">
                  <a:solidFill>
                    <a:srgbClr val="C45B25"/>
                  </a:solidFill>
                  <a:latin typeface="Comic Sans MS"/>
                  <a:ea typeface="Comic Sans MS"/>
                  <a:cs typeface="Comic Sans MS"/>
                </a:rPr>
                <a:t>gap</a:t>
              </a:r>
            </a:p>
          </p:txBody>
        </p:sp>
        <p:sp>
          <p:nvSpPr>
            <p:cNvPr id="203" name="a.objective/note"/>
            <p:cNvSpPr txBox="1"/>
            <p:nvPr/>
          </p:nvSpPr>
          <p:spPr>
            <a:xfrm>
              <a:off x="812800" y="7289800"/>
              <a:ext cx="57150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60" b="0" i="0">
                  <a:solidFill>
                    <a:srgbClr val="697A8B"/>
                  </a:solidFill>
                  <a:latin typeface="Comic Sans MS"/>
                  <a:ea typeface="Comic Sans MS"/>
                  <a:cs typeface="Comic Sans MS"/>
                </a:rPr>
                <a:t>Learn weak head and signed schedule</a:t>
              </a:r>
            </a:p>
          </p:txBody>
        </p:sp>
      </p:grpSp>
      <p:grpSp>
        <p:nvGrpSpPr>
          <p:cNvPr id="204" name="a.gradient"/>
          <p:cNvGrpSpPr/>
          <p:nvPr/>
        </p:nvGrpSpPr>
        <p:grpSpPr>
          <a:xfrm>
            <a:off x="-1168400" y="2832100"/>
            <a:ext cx="5482589" cy="4051300"/>
            <a:chOff x="-1168400" y="2832100"/>
            <a:chExt cx="5482589" cy="4051300"/>
          </a:xfrm>
        </p:grpSpPr>
        <p:sp>
          <p:nvSpPr>
            <p:cNvPr id="205" name="a.gradient/return"/>
            <p:cNvSpPr/>
            <p:nvPr/>
          </p:nvSpPr>
          <p:spPr>
            <a:xfrm>
              <a:off x="355600" y="2832100"/>
              <a:ext cx="3924300" cy="4051300"/>
            </a:xfrm>
            <a:custGeom>
              <a:avLst/>
              <a:gdLst/>
              <a:ahLst/>
              <a:cxnLst/>
              <a:rect l="0" t="0" r="r" b="b"/>
              <a:pathLst>
                <a:path w="309000" h="319000">
                  <a:moveTo>
                    <a:pt x="49000" y="319000"/>
                  </a:moveTo>
                  <a:lnTo>
                    <a:pt x="0" y="319000"/>
                  </a:lnTo>
                  <a:lnTo>
                    <a:pt x="0" y="13000"/>
                  </a:lnTo>
                  <a:lnTo>
                    <a:pt x="309000" y="13000"/>
                  </a:lnTo>
                  <a:lnTo>
                    <a:pt x="309000" y="0"/>
                  </a:lnTo>
                </a:path>
              </a:pathLst>
            </a:custGeom>
            <a:noFill/>
            <a:ln w="22860">
              <a:solidFill>
                <a:srgbClr val="C45B25"/>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6" name="a.gradient/return head"/>
            <p:cNvSpPr/>
            <p:nvPr/>
          </p:nvSpPr>
          <p:spPr>
            <a:xfrm>
              <a:off x="4245610" y="2832100"/>
              <a:ext cx="68579" cy="76200"/>
            </a:xfrm>
            <a:custGeom>
              <a:avLst/>
              <a:gdLst/>
              <a:ahLst/>
              <a:cxnLst/>
              <a:rect l="0" t="0" r="r" b="b"/>
              <a:pathLst>
                <a:path w="5400" h="6000">
                  <a:moveTo>
                    <a:pt x="2700" y="0"/>
                  </a:moveTo>
                  <a:lnTo>
                    <a:pt x="0" y="6000"/>
                  </a:lnTo>
                  <a:lnTo>
                    <a:pt x="5400" y="6000"/>
                  </a:lnTo>
                  <a:close/>
                </a:path>
              </a:pathLst>
            </a:custGeom>
            <a:solidFill>
              <a:srgbClr val="C45B2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7" name="a.gradient/label"/>
            <p:cNvSpPr txBox="1"/>
            <p:nvPr/>
          </p:nvSpPr>
          <p:spPr>
            <a:xfrm rot="16200000">
              <a:off x="-1168400" y="4864100"/>
              <a:ext cx="26670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80" b="0" i="0">
                  <a:solidFill>
                    <a:srgbClr val="C45B25"/>
                  </a:solidFill>
                  <a:latin typeface="Comic Sans MS"/>
                  <a:ea typeface="Comic Sans MS"/>
                  <a:cs typeface="Comic Sans MS"/>
                </a:rPr>
                <a:t>Full-trajectory gradient</a:t>
              </a:r>
            </a:p>
          </p:txBody>
        </p:sp>
      </p:grpSp>
      <p:grpSp>
        <p:nvGrpSpPr>
          <p:cNvPr id="208" name="a.before-real"/>
          <p:cNvGrpSpPr/>
          <p:nvPr/>
        </p:nvGrpSpPr>
        <p:grpSpPr>
          <a:xfrm>
            <a:off x="1099820" y="8039734"/>
            <a:ext cx="822960" cy="582930"/>
            <a:chOff x="1099820" y="8039734"/>
            <a:chExt cx="822960" cy="582930"/>
          </a:xfrm>
        </p:grpSpPr>
        <p:sp>
          <p:nvSpPr>
            <p:cNvPr id="209" name="a.before-real/contour 1.35"/>
            <p:cNvSpPr/>
            <p:nvPr/>
          </p:nvSpPr>
          <p:spPr>
            <a:xfrm>
              <a:off x="1099820" y="8039734"/>
              <a:ext cx="822960" cy="582930"/>
            </a:xfrm>
            <a:prstGeom prst="ellipse">
              <a:avLst/>
            </a:prstGeom>
            <a:solidFill>
              <a:srgbClr val="D74732">
                <a:alpha val="4500"/>
              </a:srgbClr>
            </a:solidFill>
            <a:ln w="4445">
              <a:solidFill>
                <a:srgbClr val="D74732">
                  <a:alpha val="45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0" name="a.before-real/contour 1.05"/>
            <p:cNvSpPr/>
            <p:nvPr/>
          </p:nvSpPr>
          <p:spPr>
            <a:xfrm>
              <a:off x="1191260" y="8104505"/>
              <a:ext cx="640080" cy="453390"/>
            </a:xfrm>
            <a:prstGeom prst="ellipse">
              <a:avLst/>
            </a:prstGeom>
            <a:solidFill>
              <a:srgbClr val="D74732">
                <a:alpha val="7000"/>
              </a:srgbClr>
            </a:solidFill>
            <a:ln w="4445">
              <a:solidFill>
                <a:srgbClr val="D74732">
                  <a:alpha val="7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1" name="a.before-real/contour 0.75"/>
            <p:cNvSpPr/>
            <p:nvPr/>
          </p:nvSpPr>
          <p:spPr>
            <a:xfrm>
              <a:off x="1282700" y="8169275"/>
              <a:ext cx="457200" cy="323850"/>
            </a:xfrm>
            <a:prstGeom prst="ellipse">
              <a:avLst/>
            </a:prstGeom>
            <a:solidFill>
              <a:srgbClr val="D74732">
                <a:alpha val="10000"/>
              </a:srgbClr>
            </a:solidFill>
            <a:ln w="4445">
              <a:solidFill>
                <a:srgbClr val="D74732">
                  <a:alpha val="1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2" name="a.before-real/point 000"/>
            <p:cNvSpPr/>
            <p:nvPr/>
          </p:nvSpPr>
          <p:spPr>
            <a:xfrm>
              <a:off x="1572906" y="8386835"/>
              <a:ext cx="28256" cy="28256"/>
            </a:xfrm>
            <a:prstGeom prst="ellipse">
              <a:avLst/>
            </a:prstGeom>
            <a:solidFill>
              <a:srgbClr val="D74732">
                <a:alpha val="7681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3" name="a.before-real/point 001"/>
            <p:cNvSpPr/>
            <p:nvPr/>
          </p:nvSpPr>
          <p:spPr>
            <a:xfrm>
              <a:off x="1483349" y="8232230"/>
              <a:ext cx="28702" cy="28702"/>
            </a:xfrm>
            <a:prstGeom prst="ellipse">
              <a:avLst/>
            </a:prstGeom>
            <a:solidFill>
              <a:srgbClr val="D74732">
                <a:alpha val="7025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4" name="a.before-real/point 002"/>
            <p:cNvSpPr/>
            <p:nvPr/>
          </p:nvSpPr>
          <p:spPr>
            <a:xfrm>
              <a:off x="1611663" y="8365116"/>
              <a:ext cx="17239" cy="17239"/>
            </a:xfrm>
            <a:prstGeom prst="ellipse">
              <a:avLst/>
            </a:prstGeom>
            <a:solidFill>
              <a:srgbClr val="D74732">
                <a:alpha val="8545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5" name="a.before-real/point 003"/>
            <p:cNvSpPr/>
            <p:nvPr/>
          </p:nvSpPr>
          <p:spPr>
            <a:xfrm>
              <a:off x="1597039" y="8297018"/>
              <a:ext cx="21225" cy="21225"/>
            </a:xfrm>
            <a:prstGeom prst="ellipse">
              <a:avLst/>
            </a:prstGeom>
            <a:solidFill>
              <a:srgbClr val="D74732">
                <a:alpha val="7918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6" name="a.before-real/point 004"/>
            <p:cNvSpPr/>
            <p:nvPr/>
          </p:nvSpPr>
          <p:spPr>
            <a:xfrm>
              <a:off x="1521817" y="8369506"/>
              <a:ext cx="19384" cy="19384"/>
            </a:xfrm>
            <a:prstGeom prst="ellipse">
              <a:avLst/>
            </a:prstGeom>
            <a:solidFill>
              <a:srgbClr val="D74732">
                <a:alpha val="6318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7" name="a.before-real/point 005"/>
            <p:cNvSpPr/>
            <p:nvPr/>
          </p:nvSpPr>
          <p:spPr>
            <a:xfrm>
              <a:off x="1298112" y="8174903"/>
              <a:ext cx="19723" cy="19723"/>
            </a:xfrm>
            <a:prstGeom prst="ellipse">
              <a:avLst/>
            </a:prstGeom>
            <a:solidFill>
              <a:srgbClr val="D74732">
                <a:alpha val="8633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8" name="a.before-real/point 006"/>
            <p:cNvSpPr/>
            <p:nvPr/>
          </p:nvSpPr>
          <p:spPr>
            <a:xfrm>
              <a:off x="1268740" y="8258091"/>
              <a:ext cx="28976" cy="28976"/>
            </a:xfrm>
            <a:prstGeom prst="ellipse">
              <a:avLst/>
            </a:prstGeom>
            <a:solidFill>
              <a:srgbClr val="D74732">
                <a:alpha val="5609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9" name="a.before-real/point 007"/>
            <p:cNvSpPr/>
            <p:nvPr/>
          </p:nvSpPr>
          <p:spPr>
            <a:xfrm>
              <a:off x="1468450" y="8289856"/>
              <a:ext cx="16596" cy="16596"/>
            </a:xfrm>
            <a:prstGeom prst="ellipse">
              <a:avLst/>
            </a:prstGeom>
            <a:solidFill>
              <a:srgbClr val="D74732">
                <a:alpha val="6503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0" name="a.before-real/point 008"/>
            <p:cNvSpPr/>
            <p:nvPr/>
          </p:nvSpPr>
          <p:spPr>
            <a:xfrm>
              <a:off x="1523019" y="8219364"/>
              <a:ext cx="19445" cy="19445"/>
            </a:xfrm>
            <a:prstGeom prst="ellipse">
              <a:avLst/>
            </a:prstGeom>
            <a:solidFill>
              <a:srgbClr val="D74732">
                <a:alpha val="8196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1" name="a.before-real/point 009"/>
            <p:cNvSpPr/>
            <p:nvPr/>
          </p:nvSpPr>
          <p:spPr>
            <a:xfrm>
              <a:off x="1570739" y="8289216"/>
              <a:ext cx="23340" cy="23340"/>
            </a:xfrm>
            <a:prstGeom prst="ellipse">
              <a:avLst/>
            </a:prstGeom>
            <a:solidFill>
              <a:srgbClr val="D74732">
                <a:alpha val="7423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2" name="a.before-real/point 010"/>
            <p:cNvSpPr/>
            <p:nvPr/>
          </p:nvSpPr>
          <p:spPr>
            <a:xfrm>
              <a:off x="1546801" y="8294789"/>
              <a:ext cx="24952" cy="24952"/>
            </a:xfrm>
            <a:prstGeom prst="ellipse">
              <a:avLst/>
            </a:prstGeom>
            <a:solidFill>
              <a:srgbClr val="D74732">
                <a:alpha val="8680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3" name="a.before-real/point 011"/>
            <p:cNvSpPr/>
            <p:nvPr/>
          </p:nvSpPr>
          <p:spPr>
            <a:xfrm>
              <a:off x="1358368" y="8236653"/>
              <a:ext cx="28320" cy="28320"/>
            </a:xfrm>
            <a:prstGeom prst="ellipse">
              <a:avLst/>
            </a:prstGeom>
            <a:solidFill>
              <a:srgbClr val="D74732">
                <a:alpha val="6927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4" name="a.before-real/point 012"/>
            <p:cNvSpPr/>
            <p:nvPr/>
          </p:nvSpPr>
          <p:spPr>
            <a:xfrm>
              <a:off x="1461681" y="8422318"/>
              <a:ext cx="24559" cy="24559"/>
            </a:xfrm>
            <a:prstGeom prst="ellipse">
              <a:avLst/>
            </a:prstGeom>
            <a:solidFill>
              <a:srgbClr val="D74732">
                <a:alpha val="6304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5" name="a.before-real/point 013"/>
            <p:cNvSpPr/>
            <p:nvPr/>
          </p:nvSpPr>
          <p:spPr>
            <a:xfrm>
              <a:off x="1564564" y="8259072"/>
              <a:ext cx="23879" cy="23879"/>
            </a:xfrm>
            <a:prstGeom prst="ellipse">
              <a:avLst/>
            </a:prstGeom>
            <a:solidFill>
              <a:srgbClr val="D74732">
                <a:alpha val="7893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6" name="a.before-real/point 014"/>
            <p:cNvSpPr/>
            <p:nvPr/>
          </p:nvSpPr>
          <p:spPr>
            <a:xfrm>
              <a:off x="1590655" y="8163307"/>
              <a:ext cx="26438" cy="26438"/>
            </a:xfrm>
            <a:prstGeom prst="ellipse">
              <a:avLst/>
            </a:prstGeom>
            <a:solidFill>
              <a:srgbClr val="D74732">
                <a:alpha val="5959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7" name="a.before-real/point 015"/>
            <p:cNvSpPr/>
            <p:nvPr/>
          </p:nvSpPr>
          <p:spPr>
            <a:xfrm>
              <a:off x="1639513" y="8174224"/>
              <a:ext cx="27402" cy="27402"/>
            </a:xfrm>
            <a:prstGeom prst="ellipse">
              <a:avLst/>
            </a:prstGeom>
            <a:solidFill>
              <a:srgbClr val="D74732">
                <a:alpha val="7914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8" name="a.before-real/point 016"/>
            <p:cNvSpPr/>
            <p:nvPr/>
          </p:nvSpPr>
          <p:spPr>
            <a:xfrm>
              <a:off x="1367546" y="8310565"/>
              <a:ext cx="25390" cy="25390"/>
            </a:xfrm>
            <a:prstGeom prst="ellipse">
              <a:avLst/>
            </a:prstGeom>
            <a:solidFill>
              <a:srgbClr val="D74732">
                <a:alpha val="5559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9" name="a.before-real/point 017"/>
            <p:cNvSpPr/>
            <p:nvPr/>
          </p:nvSpPr>
          <p:spPr>
            <a:xfrm>
              <a:off x="1401240" y="8179764"/>
              <a:ext cx="19020" cy="19020"/>
            </a:xfrm>
            <a:prstGeom prst="ellipse">
              <a:avLst/>
            </a:prstGeom>
            <a:solidFill>
              <a:srgbClr val="D74732">
                <a:alpha val="7864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0" name="a.before-real/point 018"/>
            <p:cNvSpPr/>
            <p:nvPr/>
          </p:nvSpPr>
          <p:spPr>
            <a:xfrm>
              <a:off x="1487087" y="8283515"/>
              <a:ext cx="17282" cy="17282"/>
            </a:xfrm>
            <a:prstGeom prst="ellipse">
              <a:avLst/>
            </a:prstGeom>
            <a:solidFill>
              <a:srgbClr val="D74732">
                <a:alpha val="7262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1" name="a.before-real/point 019"/>
            <p:cNvSpPr/>
            <p:nvPr/>
          </p:nvSpPr>
          <p:spPr>
            <a:xfrm>
              <a:off x="1517022" y="8385720"/>
              <a:ext cx="25976" cy="25976"/>
            </a:xfrm>
            <a:prstGeom prst="ellipse">
              <a:avLst/>
            </a:prstGeom>
            <a:solidFill>
              <a:srgbClr val="D74732">
                <a:alpha val="7473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2" name="a.before-real/point 020"/>
            <p:cNvSpPr/>
            <p:nvPr/>
          </p:nvSpPr>
          <p:spPr>
            <a:xfrm>
              <a:off x="1499353" y="8216875"/>
              <a:ext cx="21596" cy="21596"/>
            </a:xfrm>
            <a:prstGeom prst="ellipse">
              <a:avLst/>
            </a:prstGeom>
            <a:solidFill>
              <a:srgbClr val="D74732">
                <a:alpha val="5047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3" name="a.before-real/point 021"/>
            <p:cNvSpPr/>
            <p:nvPr/>
          </p:nvSpPr>
          <p:spPr>
            <a:xfrm>
              <a:off x="1554710" y="8353281"/>
              <a:ext cx="24515" cy="24515"/>
            </a:xfrm>
            <a:prstGeom prst="ellipse">
              <a:avLst/>
            </a:prstGeom>
            <a:solidFill>
              <a:srgbClr val="D74732">
                <a:alpha val="773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4" name="a.before-real/point 022"/>
            <p:cNvSpPr/>
            <p:nvPr/>
          </p:nvSpPr>
          <p:spPr>
            <a:xfrm>
              <a:off x="1524370" y="8392613"/>
              <a:ext cx="30780" cy="30780"/>
            </a:xfrm>
            <a:prstGeom prst="ellipse">
              <a:avLst/>
            </a:prstGeom>
            <a:solidFill>
              <a:srgbClr val="D74732">
                <a:alpha val="6522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5" name="a.before-real/point 023"/>
            <p:cNvSpPr/>
            <p:nvPr/>
          </p:nvSpPr>
          <p:spPr>
            <a:xfrm>
              <a:off x="1462148" y="8209970"/>
              <a:ext cx="26564" cy="26564"/>
            </a:xfrm>
            <a:prstGeom prst="ellipse">
              <a:avLst/>
            </a:prstGeom>
            <a:solidFill>
              <a:srgbClr val="D74732">
                <a:alpha val="681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6" name="a.before-real/point 024"/>
            <p:cNvSpPr/>
            <p:nvPr/>
          </p:nvSpPr>
          <p:spPr>
            <a:xfrm>
              <a:off x="1333597" y="8287028"/>
              <a:ext cx="18965" cy="18965"/>
            </a:xfrm>
            <a:prstGeom prst="ellipse">
              <a:avLst/>
            </a:prstGeom>
            <a:solidFill>
              <a:srgbClr val="D74732">
                <a:alpha val="8035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7" name="a.before-real/point 025"/>
            <p:cNvSpPr/>
            <p:nvPr/>
          </p:nvSpPr>
          <p:spPr>
            <a:xfrm>
              <a:off x="1525973" y="8303656"/>
              <a:ext cx="19529" cy="19529"/>
            </a:xfrm>
            <a:prstGeom prst="ellipse">
              <a:avLst/>
            </a:prstGeom>
            <a:solidFill>
              <a:srgbClr val="D74732">
                <a:alpha val="5945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8" name="a.before-real/point 026"/>
            <p:cNvSpPr/>
            <p:nvPr/>
          </p:nvSpPr>
          <p:spPr>
            <a:xfrm>
              <a:off x="1549525" y="8342565"/>
              <a:ext cx="26285" cy="26285"/>
            </a:xfrm>
            <a:prstGeom prst="ellipse">
              <a:avLst/>
            </a:prstGeom>
            <a:solidFill>
              <a:srgbClr val="D74732">
                <a:alpha val="5467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9" name="a.before-real/point 027"/>
            <p:cNvSpPr/>
            <p:nvPr/>
          </p:nvSpPr>
          <p:spPr>
            <a:xfrm>
              <a:off x="1748676" y="8398490"/>
              <a:ext cx="22636" cy="22636"/>
            </a:xfrm>
            <a:prstGeom prst="ellipse">
              <a:avLst/>
            </a:prstGeom>
            <a:solidFill>
              <a:srgbClr val="D74732">
                <a:alpha val="7054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0" name="a.before-real/point 028"/>
            <p:cNvSpPr/>
            <p:nvPr/>
          </p:nvSpPr>
          <p:spPr>
            <a:xfrm>
              <a:off x="1397454" y="8331349"/>
              <a:ext cx="23432" cy="23432"/>
            </a:xfrm>
            <a:prstGeom prst="ellipse">
              <a:avLst/>
            </a:prstGeom>
            <a:solidFill>
              <a:srgbClr val="D74732">
                <a:alpha val="5738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1" name="a.before-real/point 029"/>
            <p:cNvSpPr/>
            <p:nvPr/>
          </p:nvSpPr>
          <p:spPr>
            <a:xfrm>
              <a:off x="1426695" y="8292652"/>
              <a:ext cx="18724" cy="18724"/>
            </a:xfrm>
            <a:prstGeom prst="ellipse">
              <a:avLst/>
            </a:prstGeom>
            <a:solidFill>
              <a:srgbClr val="D74732">
                <a:alpha val="5793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2" name="a.before-real/point 030"/>
            <p:cNvSpPr/>
            <p:nvPr/>
          </p:nvSpPr>
          <p:spPr>
            <a:xfrm>
              <a:off x="1276334" y="8414519"/>
              <a:ext cx="25621" cy="25621"/>
            </a:xfrm>
            <a:prstGeom prst="ellipse">
              <a:avLst/>
            </a:prstGeom>
            <a:solidFill>
              <a:srgbClr val="D74732">
                <a:alpha val="8726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3" name="a.before-real/point 031"/>
            <p:cNvSpPr/>
            <p:nvPr/>
          </p:nvSpPr>
          <p:spPr>
            <a:xfrm>
              <a:off x="1426498" y="8353757"/>
              <a:ext cx="27340" cy="27340"/>
            </a:xfrm>
            <a:prstGeom prst="ellipse">
              <a:avLst/>
            </a:prstGeom>
            <a:solidFill>
              <a:srgbClr val="D74732">
                <a:alpha val="5723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4" name="a.before-real/point 032"/>
            <p:cNvSpPr/>
            <p:nvPr/>
          </p:nvSpPr>
          <p:spPr>
            <a:xfrm>
              <a:off x="1613200" y="8319909"/>
              <a:ext cx="20646" cy="20646"/>
            </a:xfrm>
            <a:prstGeom prst="ellipse">
              <a:avLst/>
            </a:prstGeom>
            <a:solidFill>
              <a:srgbClr val="D74732">
                <a:alpha val="6030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5" name="a.before-real/point 033"/>
            <p:cNvSpPr/>
            <p:nvPr/>
          </p:nvSpPr>
          <p:spPr>
            <a:xfrm>
              <a:off x="1406567" y="8492183"/>
              <a:ext cx="31630" cy="31630"/>
            </a:xfrm>
            <a:prstGeom prst="ellipse">
              <a:avLst/>
            </a:prstGeom>
            <a:solidFill>
              <a:srgbClr val="D74732">
                <a:alpha val="7122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6" name="a.before-real/point 034"/>
            <p:cNvSpPr/>
            <p:nvPr/>
          </p:nvSpPr>
          <p:spPr>
            <a:xfrm>
              <a:off x="1504218" y="8333440"/>
              <a:ext cx="17729" cy="17729"/>
            </a:xfrm>
            <a:prstGeom prst="ellipse">
              <a:avLst/>
            </a:prstGeom>
            <a:solidFill>
              <a:srgbClr val="D74732">
                <a:alpha val="6132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7" name="a.before-real/point 035"/>
            <p:cNvSpPr/>
            <p:nvPr/>
          </p:nvSpPr>
          <p:spPr>
            <a:xfrm>
              <a:off x="1397813" y="8228842"/>
              <a:ext cx="29514" cy="29514"/>
            </a:xfrm>
            <a:prstGeom prst="ellipse">
              <a:avLst/>
            </a:prstGeom>
            <a:solidFill>
              <a:srgbClr val="D74732">
                <a:alpha val="812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8" name="a.before-real/point 036"/>
            <p:cNvSpPr/>
            <p:nvPr/>
          </p:nvSpPr>
          <p:spPr>
            <a:xfrm>
              <a:off x="1398208" y="8415130"/>
              <a:ext cx="23281" cy="23281"/>
            </a:xfrm>
            <a:prstGeom prst="ellipse">
              <a:avLst/>
            </a:prstGeom>
            <a:solidFill>
              <a:srgbClr val="D74732">
                <a:alpha val="7767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a.before-real/point 037"/>
            <p:cNvSpPr/>
            <p:nvPr/>
          </p:nvSpPr>
          <p:spPr>
            <a:xfrm>
              <a:off x="1626849" y="8523182"/>
              <a:ext cx="16858" cy="16858"/>
            </a:xfrm>
            <a:prstGeom prst="ellipse">
              <a:avLst/>
            </a:prstGeom>
            <a:solidFill>
              <a:srgbClr val="D74732">
                <a:alpha val="7347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0" name="a.before-real/point 038"/>
            <p:cNvSpPr/>
            <p:nvPr/>
          </p:nvSpPr>
          <p:spPr>
            <a:xfrm>
              <a:off x="1380358" y="8436613"/>
              <a:ext cx="18699" cy="18699"/>
            </a:xfrm>
            <a:prstGeom prst="ellipse">
              <a:avLst/>
            </a:prstGeom>
            <a:solidFill>
              <a:srgbClr val="D74732">
                <a:alpha val="8385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1" name="a.before-real/point 039"/>
            <p:cNvSpPr/>
            <p:nvPr/>
          </p:nvSpPr>
          <p:spPr>
            <a:xfrm>
              <a:off x="1681497" y="8320218"/>
              <a:ext cx="27230" cy="27230"/>
            </a:xfrm>
            <a:prstGeom prst="ellipse">
              <a:avLst/>
            </a:prstGeom>
            <a:solidFill>
              <a:srgbClr val="D74732">
                <a:alpha val="692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2" name="a.before-real/point 040"/>
            <p:cNvSpPr/>
            <p:nvPr/>
          </p:nvSpPr>
          <p:spPr>
            <a:xfrm>
              <a:off x="1550202" y="8389274"/>
              <a:ext cx="23316" cy="23316"/>
            </a:xfrm>
            <a:prstGeom prst="ellipse">
              <a:avLst/>
            </a:prstGeom>
            <a:solidFill>
              <a:srgbClr val="D74732">
                <a:alpha val="580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3" name="a.before-real/point 041"/>
            <p:cNvSpPr/>
            <p:nvPr/>
          </p:nvSpPr>
          <p:spPr>
            <a:xfrm>
              <a:off x="1613895" y="8448930"/>
              <a:ext cx="24885" cy="24885"/>
            </a:xfrm>
            <a:prstGeom prst="ellipse">
              <a:avLst/>
            </a:prstGeom>
            <a:solidFill>
              <a:srgbClr val="D74732">
                <a:alpha val="6029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4" name="a.before-real/point 042"/>
            <p:cNvSpPr/>
            <p:nvPr/>
          </p:nvSpPr>
          <p:spPr>
            <a:xfrm>
              <a:off x="1389402" y="8241723"/>
              <a:ext cx="18583" cy="18583"/>
            </a:xfrm>
            <a:prstGeom prst="ellipse">
              <a:avLst/>
            </a:prstGeom>
            <a:solidFill>
              <a:srgbClr val="D74732">
                <a:alpha val="722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5" name="a.before-real/point 043"/>
            <p:cNvSpPr/>
            <p:nvPr/>
          </p:nvSpPr>
          <p:spPr>
            <a:xfrm>
              <a:off x="1453547" y="8301051"/>
              <a:ext cx="21094" cy="21094"/>
            </a:xfrm>
            <a:prstGeom prst="ellipse">
              <a:avLst/>
            </a:prstGeom>
            <a:solidFill>
              <a:srgbClr val="D74732">
                <a:alpha val="8280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6" name="a.before-real/point 044"/>
            <p:cNvSpPr/>
            <p:nvPr/>
          </p:nvSpPr>
          <p:spPr>
            <a:xfrm>
              <a:off x="1429596" y="8292902"/>
              <a:ext cx="22507" cy="22507"/>
            </a:xfrm>
            <a:prstGeom prst="ellipse">
              <a:avLst/>
            </a:prstGeom>
            <a:solidFill>
              <a:srgbClr val="D74732">
                <a:alpha val="6741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7" name="a.before-real/point 045"/>
            <p:cNvSpPr/>
            <p:nvPr/>
          </p:nvSpPr>
          <p:spPr>
            <a:xfrm>
              <a:off x="1444329" y="8169079"/>
              <a:ext cx="17842" cy="17842"/>
            </a:xfrm>
            <a:prstGeom prst="ellipse">
              <a:avLst/>
            </a:prstGeom>
            <a:solidFill>
              <a:srgbClr val="D74732">
                <a:alpha val="5177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8" name="a.before-real/point 046"/>
            <p:cNvSpPr/>
            <p:nvPr/>
          </p:nvSpPr>
          <p:spPr>
            <a:xfrm>
              <a:off x="1480719" y="8327534"/>
              <a:ext cx="18861" cy="18861"/>
            </a:xfrm>
            <a:prstGeom prst="ellipse">
              <a:avLst/>
            </a:prstGeom>
            <a:solidFill>
              <a:srgbClr val="D74732">
                <a:alpha val="5403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9" name="a.before-real/point 047"/>
            <p:cNvSpPr/>
            <p:nvPr/>
          </p:nvSpPr>
          <p:spPr>
            <a:xfrm>
              <a:off x="1636524" y="8381307"/>
              <a:ext cx="17964" cy="17964"/>
            </a:xfrm>
            <a:prstGeom prst="ellipse">
              <a:avLst/>
            </a:prstGeom>
            <a:solidFill>
              <a:srgbClr val="D74732">
                <a:alpha val="7153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60" name="a.before-fake"/>
          <p:cNvGrpSpPr/>
          <p:nvPr/>
        </p:nvGrpSpPr>
        <p:grpSpPr>
          <a:xfrm>
            <a:off x="1836420" y="7624445"/>
            <a:ext cx="822960" cy="651510"/>
            <a:chOff x="1836420" y="7624445"/>
            <a:chExt cx="822960" cy="651510"/>
          </a:xfrm>
        </p:grpSpPr>
        <p:sp>
          <p:nvSpPr>
            <p:cNvPr id="261" name="a.before-fake/contour 1.35"/>
            <p:cNvSpPr/>
            <p:nvPr/>
          </p:nvSpPr>
          <p:spPr>
            <a:xfrm>
              <a:off x="1836420" y="7624445"/>
              <a:ext cx="822960" cy="651510"/>
            </a:xfrm>
            <a:prstGeom prst="ellipse">
              <a:avLst/>
            </a:prstGeom>
            <a:solidFill>
              <a:srgbClr val="3072D5">
                <a:alpha val="4500"/>
              </a:srgbClr>
            </a:solidFill>
            <a:ln w="4445">
              <a:solidFill>
                <a:srgbClr val="3072D5">
                  <a:alpha val="45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2" name="a.before-fake/contour 1.05"/>
            <p:cNvSpPr/>
            <p:nvPr/>
          </p:nvSpPr>
          <p:spPr>
            <a:xfrm>
              <a:off x="1927860" y="7696834"/>
              <a:ext cx="640080" cy="506730"/>
            </a:xfrm>
            <a:prstGeom prst="ellipse">
              <a:avLst/>
            </a:prstGeom>
            <a:solidFill>
              <a:srgbClr val="3072D5">
                <a:alpha val="7000"/>
              </a:srgbClr>
            </a:solidFill>
            <a:ln w="4445">
              <a:solidFill>
                <a:srgbClr val="3072D5">
                  <a:alpha val="7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3" name="a.before-fake/contour 0.75"/>
            <p:cNvSpPr/>
            <p:nvPr/>
          </p:nvSpPr>
          <p:spPr>
            <a:xfrm>
              <a:off x="2019300" y="7769225"/>
              <a:ext cx="457200" cy="361950"/>
            </a:xfrm>
            <a:prstGeom prst="ellipse">
              <a:avLst/>
            </a:prstGeom>
            <a:solidFill>
              <a:srgbClr val="3072D5">
                <a:alpha val="10000"/>
              </a:srgbClr>
            </a:solidFill>
            <a:ln w="4445">
              <a:solidFill>
                <a:srgbClr val="3072D5">
                  <a:alpha val="1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4" name="a.before-fake/point 000"/>
            <p:cNvSpPr/>
            <p:nvPr/>
          </p:nvSpPr>
          <p:spPr>
            <a:xfrm>
              <a:off x="2307204" y="7953563"/>
              <a:ext cx="27317" cy="27317"/>
            </a:xfrm>
            <a:prstGeom prst="ellipse">
              <a:avLst/>
            </a:prstGeom>
            <a:solidFill>
              <a:srgbClr val="3072D5">
                <a:alpha val="5542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5" name="a.before-fake/point 001"/>
            <p:cNvSpPr/>
            <p:nvPr/>
          </p:nvSpPr>
          <p:spPr>
            <a:xfrm>
              <a:off x="2296185" y="7887674"/>
              <a:ext cx="16684" cy="16684"/>
            </a:xfrm>
            <a:prstGeom prst="ellipse">
              <a:avLst/>
            </a:prstGeom>
            <a:solidFill>
              <a:srgbClr val="3072D5">
                <a:alpha val="6671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6" name="a.before-fake/point 002"/>
            <p:cNvSpPr/>
            <p:nvPr/>
          </p:nvSpPr>
          <p:spPr>
            <a:xfrm>
              <a:off x="2247664" y="7953838"/>
              <a:ext cx="20748" cy="20748"/>
            </a:xfrm>
            <a:prstGeom prst="ellipse">
              <a:avLst/>
            </a:prstGeom>
            <a:solidFill>
              <a:srgbClr val="3072D5">
                <a:alpha val="6747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7" name="a.before-fake/point 003"/>
            <p:cNvSpPr/>
            <p:nvPr/>
          </p:nvSpPr>
          <p:spPr>
            <a:xfrm>
              <a:off x="2314933" y="8103291"/>
              <a:ext cx="21082" cy="21082"/>
            </a:xfrm>
            <a:prstGeom prst="ellipse">
              <a:avLst/>
            </a:prstGeom>
            <a:solidFill>
              <a:srgbClr val="3072D5">
                <a:alpha val="7663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8" name="a.before-fake/point 004"/>
            <p:cNvSpPr/>
            <p:nvPr/>
          </p:nvSpPr>
          <p:spPr>
            <a:xfrm>
              <a:off x="2205502" y="7971809"/>
              <a:ext cx="23133" cy="23133"/>
            </a:xfrm>
            <a:prstGeom prst="ellipse">
              <a:avLst/>
            </a:prstGeom>
            <a:solidFill>
              <a:srgbClr val="3072D5">
                <a:alpha val="7605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9" name="a.before-fake/point 005"/>
            <p:cNvSpPr/>
            <p:nvPr/>
          </p:nvSpPr>
          <p:spPr>
            <a:xfrm>
              <a:off x="2077567" y="7951454"/>
              <a:ext cx="18365" cy="18365"/>
            </a:xfrm>
            <a:prstGeom prst="ellipse">
              <a:avLst/>
            </a:prstGeom>
            <a:solidFill>
              <a:srgbClr val="3072D5">
                <a:alpha val="5531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0" name="a.before-fake/point 006"/>
            <p:cNvSpPr/>
            <p:nvPr/>
          </p:nvSpPr>
          <p:spPr>
            <a:xfrm>
              <a:off x="2322810" y="8011154"/>
              <a:ext cx="29631" cy="29631"/>
            </a:xfrm>
            <a:prstGeom prst="ellipse">
              <a:avLst/>
            </a:prstGeom>
            <a:solidFill>
              <a:srgbClr val="3072D5">
                <a:alpha val="6456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1" name="a.before-fake/point 007"/>
            <p:cNvSpPr/>
            <p:nvPr/>
          </p:nvSpPr>
          <p:spPr>
            <a:xfrm>
              <a:off x="2261330" y="7901034"/>
              <a:ext cx="19944" cy="19944"/>
            </a:xfrm>
            <a:prstGeom prst="ellipse">
              <a:avLst/>
            </a:prstGeom>
            <a:solidFill>
              <a:srgbClr val="3072D5">
                <a:alpha val="7558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2" name="a.before-fake/point 008"/>
            <p:cNvSpPr/>
            <p:nvPr/>
          </p:nvSpPr>
          <p:spPr>
            <a:xfrm>
              <a:off x="2282966" y="7786166"/>
              <a:ext cx="18729" cy="18729"/>
            </a:xfrm>
            <a:prstGeom prst="ellipse">
              <a:avLst/>
            </a:prstGeom>
            <a:solidFill>
              <a:srgbClr val="3072D5">
                <a:alpha val="7057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3" name="a.before-fake/point 009"/>
            <p:cNvSpPr/>
            <p:nvPr/>
          </p:nvSpPr>
          <p:spPr>
            <a:xfrm>
              <a:off x="2249952" y="8085592"/>
              <a:ext cx="25350" cy="25350"/>
            </a:xfrm>
            <a:prstGeom prst="ellipse">
              <a:avLst/>
            </a:prstGeom>
            <a:solidFill>
              <a:srgbClr val="3072D5">
                <a:alpha val="761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4" name="a.before-fake/point 010"/>
            <p:cNvSpPr/>
            <p:nvPr/>
          </p:nvSpPr>
          <p:spPr>
            <a:xfrm>
              <a:off x="2305442" y="7683286"/>
              <a:ext cx="23615" cy="23615"/>
            </a:xfrm>
            <a:prstGeom prst="ellipse">
              <a:avLst/>
            </a:prstGeom>
            <a:solidFill>
              <a:srgbClr val="3072D5">
                <a:alpha val="8780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5" name="a.before-fake/point 011"/>
            <p:cNvSpPr/>
            <p:nvPr/>
          </p:nvSpPr>
          <p:spPr>
            <a:xfrm>
              <a:off x="2181243" y="8119799"/>
              <a:ext cx="18119" cy="18119"/>
            </a:xfrm>
            <a:prstGeom prst="ellipse">
              <a:avLst/>
            </a:prstGeom>
            <a:solidFill>
              <a:srgbClr val="3072D5">
                <a:alpha val="7722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6" name="a.before-fake/point 012"/>
            <p:cNvSpPr/>
            <p:nvPr/>
          </p:nvSpPr>
          <p:spPr>
            <a:xfrm>
              <a:off x="2351268" y="7870550"/>
              <a:ext cx="22012" cy="22012"/>
            </a:xfrm>
            <a:prstGeom prst="ellipse">
              <a:avLst/>
            </a:prstGeom>
            <a:solidFill>
              <a:srgbClr val="3072D5">
                <a:alpha val="8137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7" name="a.before-fake/point 013"/>
            <p:cNvSpPr/>
            <p:nvPr/>
          </p:nvSpPr>
          <p:spPr>
            <a:xfrm>
              <a:off x="2307257" y="7809339"/>
              <a:ext cx="21768" cy="21768"/>
            </a:xfrm>
            <a:prstGeom prst="ellipse">
              <a:avLst/>
            </a:prstGeom>
            <a:solidFill>
              <a:srgbClr val="3072D5">
                <a:alpha val="695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8" name="a.before-fake/point 014"/>
            <p:cNvSpPr/>
            <p:nvPr/>
          </p:nvSpPr>
          <p:spPr>
            <a:xfrm>
              <a:off x="2375676" y="7940929"/>
              <a:ext cx="21200" cy="21200"/>
            </a:xfrm>
            <a:prstGeom prst="ellipse">
              <a:avLst/>
            </a:prstGeom>
            <a:solidFill>
              <a:srgbClr val="3072D5">
                <a:alpha val="756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9" name="a.before-fake/point 015"/>
            <p:cNvSpPr/>
            <p:nvPr/>
          </p:nvSpPr>
          <p:spPr>
            <a:xfrm>
              <a:off x="2360739" y="7953028"/>
              <a:ext cx="18304" cy="18304"/>
            </a:xfrm>
            <a:prstGeom prst="ellipse">
              <a:avLst/>
            </a:prstGeom>
            <a:solidFill>
              <a:srgbClr val="3072D5">
                <a:alpha val="6313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0" name="a.before-fake/point 016"/>
            <p:cNvSpPr/>
            <p:nvPr/>
          </p:nvSpPr>
          <p:spPr>
            <a:xfrm>
              <a:off x="2423361" y="7916999"/>
              <a:ext cx="26338" cy="26338"/>
            </a:xfrm>
            <a:prstGeom prst="ellipse">
              <a:avLst/>
            </a:prstGeom>
            <a:solidFill>
              <a:srgbClr val="3072D5">
                <a:alpha val="6380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1" name="a.before-fake/point 017"/>
            <p:cNvSpPr/>
            <p:nvPr/>
          </p:nvSpPr>
          <p:spPr>
            <a:xfrm>
              <a:off x="2258494" y="7950828"/>
              <a:ext cx="24827" cy="24827"/>
            </a:xfrm>
            <a:prstGeom prst="ellipse">
              <a:avLst/>
            </a:prstGeom>
            <a:solidFill>
              <a:srgbClr val="3072D5">
                <a:alpha val="8741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2" name="a.before-fake/point 018"/>
            <p:cNvSpPr/>
            <p:nvPr/>
          </p:nvSpPr>
          <p:spPr>
            <a:xfrm>
              <a:off x="2225207" y="7873165"/>
              <a:ext cx="31320" cy="31320"/>
            </a:xfrm>
            <a:prstGeom prst="ellipse">
              <a:avLst/>
            </a:prstGeom>
            <a:solidFill>
              <a:srgbClr val="3072D5">
                <a:alpha val="5856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3" name="a.before-fake/point 019"/>
            <p:cNvSpPr/>
            <p:nvPr/>
          </p:nvSpPr>
          <p:spPr>
            <a:xfrm>
              <a:off x="2365050" y="7969120"/>
              <a:ext cx="23348" cy="23348"/>
            </a:xfrm>
            <a:prstGeom prst="ellipse">
              <a:avLst/>
            </a:prstGeom>
            <a:solidFill>
              <a:srgbClr val="3072D5">
                <a:alpha val="5260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4" name="a.before-fake/point 020"/>
            <p:cNvSpPr/>
            <p:nvPr/>
          </p:nvSpPr>
          <p:spPr>
            <a:xfrm>
              <a:off x="2318667" y="7903186"/>
              <a:ext cx="22492" cy="22492"/>
            </a:xfrm>
            <a:prstGeom prst="ellipse">
              <a:avLst/>
            </a:prstGeom>
            <a:solidFill>
              <a:srgbClr val="3072D5">
                <a:alpha val="5150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5" name="a.before-fake/point 021"/>
            <p:cNvSpPr/>
            <p:nvPr/>
          </p:nvSpPr>
          <p:spPr>
            <a:xfrm>
              <a:off x="2506099" y="7953124"/>
              <a:ext cx="31220" cy="31220"/>
            </a:xfrm>
            <a:prstGeom prst="ellipse">
              <a:avLst/>
            </a:prstGeom>
            <a:solidFill>
              <a:srgbClr val="3072D5">
                <a:alpha val="7366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6" name="a.before-fake/point 022"/>
            <p:cNvSpPr/>
            <p:nvPr/>
          </p:nvSpPr>
          <p:spPr>
            <a:xfrm>
              <a:off x="2298375" y="7956139"/>
              <a:ext cx="18600" cy="18600"/>
            </a:xfrm>
            <a:prstGeom prst="ellipse">
              <a:avLst/>
            </a:prstGeom>
            <a:solidFill>
              <a:srgbClr val="3072D5">
                <a:alpha val="5043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7" name="a.before-fake/point 023"/>
            <p:cNvSpPr/>
            <p:nvPr/>
          </p:nvSpPr>
          <p:spPr>
            <a:xfrm>
              <a:off x="2275257" y="7847610"/>
              <a:ext cx="16961" cy="16961"/>
            </a:xfrm>
            <a:prstGeom prst="ellipse">
              <a:avLst/>
            </a:prstGeom>
            <a:solidFill>
              <a:srgbClr val="3072D5">
                <a:alpha val="6009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8" name="a.before-fake/point 024"/>
            <p:cNvSpPr/>
            <p:nvPr/>
          </p:nvSpPr>
          <p:spPr>
            <a:xfrm>
              <a:off x="2103691" y="7965093"/>
              <a:ext cx="24415" cy="24415"/>
            </a:xfrm>
            <a:prstGeom prst="ellipse">
              <a:avLst/>
            </a:prstGeom>
            <a:solidFill>
              <a:srgbClr val="3072D5">
                <a:alpha val="5508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9" name="a.before-fake/point 025"/>
            <p:cNvSpPr/>
            <p:nvPr/>
          </p:nvSpPr>
          <p:spPr>
            <a:xfrm>
              <a:off x="2252012" y="7900008"/>
              <a:ext cx="23248" cy="23248"/>
            </a:xfrm>
            <a:prstGeom prst="ellipse">
              <a:avLst/>
            </a:prstGeom>
            <a:solidFill>
              <a:srgbClr val="3072D5">
                <a:alpha val="7770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0" name="a.before-fake/point 026"/>
            <p:cNvSpPr/>
            <p:nvPr/>
          </p:nvSpPr>
          <p:spPr>
            <a:xfrm>
              <a:off x="2250303" y="7945849"/>
              <a:ext cx="31574" cy="31574"/>
            </a:xfrm>
            <a:prstGeom prst="ellipse">
              <a:avLst/>
            </a:prstGeom>
            <a:solidFill>
              <a:srgbClr val="3072D5">
                <a:alpha val="7633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1" name="a.before-fake/point 027"/>
            <p:cNvSpPr/>
            <p:nvPr/>
          </p:nvSpPr>
          <p:spPr>
            <a:xfrm>
              <a:off x="2298031" y="8063686"/>
              <a:ext cx="18056" cy="18056"/>
            </a:xfrm>
            <a:prstGeom prst="ellipse">
              <a:avLst/>
            </a:prstGeom>
            <a:solidFill>
              <a:srgbClr val="3072D5">
                <a:alpha val="8140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2" name="a.before-fake/point 028"/>
            <p:cNvSpPr/>
            <p:nvPr/>
          </p:nvSpPr>
          <p:spPr>
            <a:xfrm>
              <a:off x="2290801" y="7950788"/>
              <a:ext cx="19898" cy="19898"/>
            </a:xfrm>
            <a:prstGeom prst="ellipse">
              <a:avLst/>
            </a:prstGeom>
            <a:solidFill>
              <a:srgbClr val="3072D5">
                <a:alpha val="7379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3" name="a.before-fake/point 029"/>
            <p:cNvSpPr/>
            <p:nvPr/>
          </p:nvSpPr>
          <p:spPr>
            <a:xfrm>
              <a:off x="2291273" y="7887342"/>
              <a:ext cx="28313" cy="28313"/>
            </a:xfrm>
            <a:prstGeom prst="ellipse">
              <a:avLst/>
            </a:prstGeom>
            <a:solidFill>
              <a:srgbClr val="3072D5">
                <a:alpha val="6567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4" name="a.before-fake/point 030"/>
            <p:cNvSpPr/>
            <p:nvPr/>
          </p:nvSpPr>
          <p:spPr>
            <a:xfrm>
              <a:off x="2074148" y="7974945"/>
              <a:ext cx="20156" cy="20156"/>
            </a:xfrm>
            <a:prstGeom prst="ellipse">
              <a:avLst/>
            </a:prstGeom>
            <a:solidFill>
              <a:srgbClr val="3072D5">
                <a:alpha val="7691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5" name="a.before-fake/point 031"/>
            <p:cNvSpPr/>
            <p:nvPr/>
          </p:nvSpPr>
          <p:spPr>
            <a:xfrm>
              <a:off x="2197813" y="7980514"/>
              <a:ext cx="26287" cy="26287"/>
            </a:xfrm>
            <a:prstGeom prst="ellipse">
              <a:avLst/>
            </a:prstGeom>
            <a:solidFill>
              <a:srgbClr val="3072D5">
                <a:alpha val="6948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6" name="a.before-fake/point 032"/>
            <p:cNvSpPr/>
            <p:nvPr/>
          </p:nvSpPr>
          <p:spPr>
            <a:xfrm>
              <a:off x="2496541" y="7989957"/>
              <a:ext cx="28217" cy="28217"/>
            </a:xfrm>
            <a:prstGeom prst="ellipse">
              <a:avLst/>
            </a:prstGeom>
            <a:solidFill>
              <a:srgbClr val="3072D5">
                <a:alpha val="6697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7" name="a.before-fake/point 033"/>
            <p:cNvSpPr/>
            <p:nvPr/>
          </p:nvSpPr>
          <p:spPr>
            <a:xfrm>
              <a:off x="2291916" y="7795385"/>
              <a:ext cx="16999" cy="16999"/>
            </a:xfrm>
            <a:prstGeom prst="ellipse">
              <a:avLst/>
            </a:prstGeom>
            <a:solidFill>
              <a:srgbClr val="3072D5">
                <a:alpha val="5225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8" name="a.before-fake/point 034"/>
            <p:cNvSpPr/>
            <p:nvPr/>
          </p:nvSpPr>
          <p:spPr>
            <a:xfrm>
              <a:off x="2116451" y="7942514"/>
              <a:ext cx="26820" cy="26820"/>
            </a:xfrm>
            <a:prstGeom prst="ellipse">
              <a:avLst/>
            </a:prstGeom>
            <a:solidFill>
              <a:srgbClr val="3072D5">
                <a:alpha val="5615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9" name="a.before-fake/point 035"/>
            <p:cNvSpPr/>
            <p:nvPr/>
          </p:nvSpPr>
          <p:spPr>
            <a:xfrm>
              <a:off x="2302914" y="8001259"/>
              <a:ext cx="31559" cy="31559"/>
            </a:xfrm>
            <a:prstGeom prst="ellipse">
              <a:avLst/>
            </a:prstGeom>
            <a:solidFill>
              <a:srgbClr val="3072D5">
                <a:alpha val="5073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0" name="a.before-fake/point 036"/>
            <p:cNvSpPr/>
            <p:nvPr/>
          </p:nvSpPr>
          <p:spPr>
            <a:xfrm>
              <a:off x="2381900" y="7904996"/>
              <a:ext cx="21915" cy="21915"/>
            </a:xfrm>
            <a:prstGeom prst="ellipse">
              <a:avLst/>
            </a:prstGeom>
            <a:solidFill>
              <a:srgbClr val="3072D5">
                <a:alpha val="5369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1" name="a.before-fake/point 037"/>
            <p:cNvSpPr/>
            <p:nvPr/>
          </p:nvSpPr>
          <p:spPr>
            <a:xfrm>
              <a:off x="2127141" y="7976314"/>
              <a:ext cx="17350" cy="17350"/>
            </a:xfrm>
            <a:prstGeom prst="ellipse">
              <a:avLst/>
            </a:prstGeom>
            <a:solidFill>
              <a:srgbClr val="3072D5">
                <a:alpha val="6525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2" name="a.before-fake/point 038"/>
            <p:cNvSpPr/>
            <p:nvPr/>
          </p:nvSpPr>
          <p:spPr>
            <a:xfrm>
              <a:off x="2484809" y="7835248"/>
              <a:ext cx="27240" cy="27240"/>
            </a:xfrm>
            <a:prstGeom prst="ellipse">
              <a:avLst/>
            </a:prstGeom>
            <a:solidFill>
              <a:srgbClr val="3072D5">
                <a:alpha val="6479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3" name="a.before-fake/point 039"/>
            <p:cNvSpPr/>
            <p:nvPr/>
          </p:nvSpPr>
          <p:spPr>
            <a:xfrm>
              <a:off x="2255550" y="7917005"/>
              <a:ext cx="27438" cy="27438"/>
            </a:xfrm>
            <a:prstGeom prst="ellipse">
              <a:avLst/>
            </a:prstGeom>
            <a:solidFill>
              <a:srgbClr val="3072D5">
                <a:alpha val="7680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a.before-fake/point 040"/>
            <p:cNvSpPr/>
            <p:nvPr/>
          </p:nvSpPr>
          <p:spPr>
            <a:xfrm>
              <a:off x="2300919" y="8007061"/>
              <a:ext cx="22839" cy="22839"/>
            </a:xfrm>
            <a:prstGeom prst="ellipse">
              <a:avLst/>
            </a:prstGeom>
            <a:solidFill>
              <a:srgbClr val="3072D5">
                <a:alpha val="8011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5" name="a.before-fake/point 041"/>
            <p:cNvSpPr/>
            <p:nvPr/>
          </p:nvSpPr>
          <p:spPr>
            <a:xfrm>
              <a:off x="2163203" y="7899767"/>
              <a:ext cx="28990" cy="28990"/>
            </a:xfrm>
            <a:prstGeom prst="ellipse">
              <a:avLst/>
            </a:prstGeom>
            <a:solidFill>
              <a:srgbClr val="3072D5">
                <a:alpha val="684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6" name="a.before-fake/point 042"/>
            <p:cNvSpPr/>
            <p:nvPr/>
          </p:nvSpPr>
          <p:spPr>
            <a:xfrm>
              <a:off x="2257896" y="7857055"/>
              <a:ext cx="21667" cy="21667"/>
            </a:xfrm>
            <a:prstGeom prst="ellipse">
              <a:avLst/>
            </a:prstGeom>
            <a:solidFill>
              <a:srgbClr val="3072D5">
                <a:alpha val="6270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7" name="a.before-fake/point 043"/>
            <p:cNvSpPr/>
            <p:nvPr/>
          </p:nvSpPr>
          <p:spPr>
            <a:xfrm>
              <a:off x="2334654" y="8067060"/>
              <a:ext cx="26509" cy="26509"/>
            </a:xfrm>
            <a:prstGeom prst="ellipse">
              <a:avLst/>
            </a:prstGeom>
            <a:solidFill>
              <a:srgbClr val="3072D5">
                <a:alpha val="6493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a.before-fake/point 044"/>
            <p:cNvSpPr/>
            <p:nvPr/>
          </p:nvSpPr>
          <p:spPr>
            <a:xfrm>
              <a:off x="2095210" y="7852286"/>
              <a:ext cx="31156" cy="31156"/>
            </a:xfrm>
            <a:prstGeom prst="ellipse">
              <a:avLst/>
            </a:prstGeom>
            <a:solidFill>
              <a:srgbClr val="3072D5">
                <a:alpha val="5514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a.before-fake/point 045"/>
            <p:cNvSpPr/>
            <p:nvPr/>
          </p:nvSpPr>
          <p:spPr>
            <a:xfrm>
              <a:off x="2425630" y="8040374"/>
              <a:ext cx="30888" cy="30888"/>
            </a:xfrm>
            <a:prstGeom prst="ellipse">
              <a:avLst/>
            </a:prstGeom>
            <a:solidFill>
              <a:srgbClr val="3072D5">
                <a:alpha val="7750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0" name="a.before-fake/point 046"/>
            <p:cNvSpPr/>
            <p:nvPr/>
          </p:nvSpPr>
          <p:spPr>
            <a:xfrm>
              <a:off x="1957353" y="7880999"/>
              <a:ext cx="30003" cy="30003"/>
            </a:xfrm>
            <a:prstGeom prst="ellipse">
              <a:avLst/>
            </a:prstGeom>
            <a:solidFill>
              <a:srgbClr val="3072D5">
                <a:alpha val="5352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1" name="a.before-fake/point 047"/>
            <p:cNvSpPr/>
            <p:nvPr/>
          </p:nvSpPr>
          <p:spPr>
            <a:xfrm>
              <a:off x="2166268" y="7788131"/>
              <a:ext cx="20701" cy="20701"/>
            </a:xfrm>
            <a:prstGeom prst="ellipse">
              <a:avLst/>
            </a:prstGeom>
            <a:solidFill>
              <a:srgbClr val="3072D5">
                <a:alpha val="8077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312" name="a.after-real"/>
          <p:cNvGrpSpPr/>
          <p:nvPr/>
        </p:nvGrpSpPr>
        <p:grpSpPr>
          <a:xfrm>
            <a:off x="4770120" y="8039734"/>
            <a:ext cx="822960" cy="582930"/>
            <a:chOff x="4770120" y="8039734"/>
            <a:chExt cx="822960" cy="582930"/>
          </a:xfrm>
        </p:grpSpPr>
        <p:sp>
          <p:nvSpPr>
            <p:cNvPr id="313" name="a.after-real/contour 1.35"/>
            <p:cNvSpPr/>
            <p:nvPr/>
          </p:nvSpPr>
          <p:spPr>
            <a:xfrm>
              <a:off x="4770120" y="8039734"/>
              <a:ext cx="822960" cy="582930"/>
            </a:xfrm>
            <a:prstGeom prst="ellipse">
              <a:avLst/>
            </a:prstGeom>
            <a:solidFill>
              <a:srgbClr val="D74732">
                <a:alpha val="4500"/>
              </a:srgbClr>
            </a:solidFill>
            <a:ln w="4445">
              <a:solidFill>
                <a:srgbClr val="D74732">
                  <a:alpha val="45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4" name="a.after-real/contour 1.05"/>
            <p:cNvSpPr/>
            <p:nvPr/>
          </p:nvSpPr>
          <p:spPr>
            <a:xfrm>
              <a:off x="4861560" y="8104505"/>
              <a:ext cx="640080" cy="453390"/>
            </a:xfrm>
            <a:prstGeom prst="ellipse">
              <a:avLst/>
            </a:prstGeom>
            <a:solidFill>
              <a:srgbClr val="D74732">
                <a:alpha val="7000"/>
              </a:srgbClr>
            </a:solidFill>
            <a:ln w="4445">
              <a:solidFill>
                <a:srgbClr val="D74732">
                  <a:alpha val="7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a.after-real/contour 0.75"/>
            <p:cNvSpPr/>
            <p:nvPr/>
          </p:nvSpPr>
          <p:spPr>
            <a:xfrm>
              <a:off x="4953000" y="8169275"/>
              <a:ext cx="457200" cy="323850"/>
            </a:xfrm>
            <a:prstGeom prst="ellipse">
              <a:avLst/>
            </a:prstGeom>
            <a:solidFill>
              <a:srgbClr val="D74732">
                <a:alpha val="10000"/>
              </a:srgbClr>
            </a:solidFill>
            <a:ln w="4445">
              <a:solidFill>
                <a:srgbClr val="D74732">
                  <a:alpha val="1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a.after-real/point 000"/>
            <p:cNvSpPr/>
            <p:nvPr/>
          </p:nvSpPr>
          <p:spPr>
            <a:xfrm>
              <a:off x="5243206" y="8386835"/>
              <a:ext cx="28256" cy="28256"/>
            </a:xfrm>
            <a:prstGeom prst="ellipse">
              <a:avLst/>
            </a:prstGeom>
            <a:solidFill>
              <a:srgbClr val="D74732">
                <a:alpha val="7681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7" name="a.after-real/point 001"/>
            <p:cNvSpPr/>
            <p:nvPr/>
          </p:nvSpPr>
          <p:spPr>
            <a:xfrm>
              <a:off x="5153649" y="8232230"/>
              <a:ext cx="28702" cy="28702"/>
            </a:xfrm>
            <a:prstGeom prst="ellipse">
              <a:avLst/>
            </a:prstGeom>
            <a:solidFill>
              <a:srgbClr val="D74732">
                <a:alpha val="7025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8" name="a.after-real/point 002"/>
            <p:cNvSpPr/>
            <p:nvPr/>
          </p:nvSpPr>
          <p:spPr>
            <a:xfrm>
              <a:off x="5281963" y="8365116"/>
              <a:ext cx="17239" cy="17239"/>
            </a:xfrm>
            <a:prstGeom prst="ellipse">
              <a:avLst/>
            </a:prstGeom>
            <a:solidFill>
              <a:srgbClr val="D74732">
                <a:alpha val="8545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9" name="a.after-real/point 003"/>
            <p:cNvSpPr/>
            <p:nvPr/>
          </p:nvSpPr>
          <p:spPr>
            <a:xfrm>
              <a:off x="5267339" y="8297018"/>
              <a:ext cx="21225" cy="21225"/>
            </a:xfrm>
            <a:prstGeom prst="ellipse">
              <a:avLst/>
            </a:prstGeom>
            <a:solidFill>
              <a:srgbClr val="D74732">
                <a:alpha val="7918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a.after-real/point 004"/>
            <p:cNvSpPr/>
            <p:nvPr/>
          </p:nvSpPr>
          <p:spPr>
            <a:xfrm>
              <a:off x="5192117" y="8369506"/>
              <a:ext cx="19384" cy="19384"/>
            </a:xfrm>
            <a:prstGeom prst="ellipse">
              <a:avLst/>
            </a:prstGeom>
            <a:solidFill>
              <a:srgbClr val="D74732">
                <a:alpha val="6318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1" name="a.after-real/point 005"/>
            <p:cNvSpPr/>
            <p:nvPr/>
          </p:nvSpPr>
          <p:spPr>
            <a:xfrm>
              <a:off x="4968412" y="8174903"/>
              <a:ext cx="19723" cy="19723"/>
            </a:xfrm>
            <a:prstGeom prst="ellipse">
              <a:avLst/>
            </a:prstGeom>
            <a:solidFill>
              <a:srgbClr val="D74732">
                <a:alpha val="8633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2" name="a.after-real/point 006"/>
            <p:cNvSpPr/>
            <p:nvPr/>
          </p:nvSpPr>
          <p:spPr>
            <a:xfrm>
              <a:off x="4939040" y="8258091"/>
              <a:ext cx="28976" cy="28976"/>
            </a:xfrm>
            <a:prstGeom prst="ellipse">
              <a:avLst/>
            </a:prstGeom>
            <a:solidFill>
              <a:srgbClr val="D74732">
                <a:alpha val="5609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3" name="a.after-real/point 007"/>
            <p:cNvSpPr/>
            <p:nvPr/>
          </p:nvSpPr>
          <p:spPr>
            <a:xfrm>
              <a:off x="5138750" y="8289856"/>
              <a:ext cx="16596" cy="16596"/>
            </a:xfrm>
            <a:prstGeom prst="ellipse">
              <a:avLst/>
            </a:prstGeom>
            <a:solidFill>
              <a:srgbClr val="D74732">
                <a:alpha val="6503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a.after-real/point 008"/>
            <p:cNvSpPr/>
            <p:nvPr/>
          </p:nvSpPr>
          <p:spPr>
            <a:xfrm>
              <a:off x="5193319" y="8219364"/>
              <a:ext cx="19445" cy="19445"/>
            </a:xfrm>
            <a:prstGeom prst="ellipse">
              <a:avLst/>
            </a:prstGeom>
            <a:solidFill>
              <a:srgbClr val="D74732">
                <a:alpha val="8196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5" name="a.after-real/point 009"/>
            <p:cNvSpPr/>
            <p:nvPr/>
          </p:nvSpPr>
          <p:spPr>
            <a:xfrm>
              <a:off x="5241039" y="8289216"/>
              <a:ext cx="23340" cy="23340"/>
            </a:xfrm>
            <a:prstGeom prst="ellipse">
              <a:avLst/>
            </a:prstGeom>
            <a:solidFill>
              <a:srgbClr val="D74732">
                <a:alpha val="7423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a.after-real/point 010"/>
            <p:cNvSpPr/>
            <p:nvPr/>
          </p:nvSpPr>
          <p:spPr>
            <a:xfrm>
              <a:off x="5217101" y="8294789"/>
              <a:ext cx="24952" cy="24952"/>
            </a:xfrm>
            <a:prstGeom prst="ellipse">
              <a:avLst/>
            </a:prstGeom>
            <a:solidFill>
              <a:srgbClr val="D74732">
                <a:alpha val="8680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7" name="a.after-real/point 011"/>
            <p:cNvSpPr/>
            <p:nvPr/>
          </p:nvSpPr>
          <p:spPr>
            <a:xfrm>
              <a:off x="5028668" y="8236653"/>
              <a:ext cx="28320" cy="28320"/>
            </a:xfrm>
            <a:prstGeom prst="ellipse">
              <a:avLst/>
            </a:prstGeom>
            <a:solidFill>
              <a:srgbClr val="D74732">
                <a:alpha val="6927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a.after-real/point 012"/>
            <p:cNvSpPr/>
            <p:nvPr/>
          </p:nvSpPr>
          <p:spPr>
            <a:xfrm>
              <a:off x="5131981" y="8422318"/>
              <a:ext cx="24559" cy="24559"/>
            </a:xfrm>
            <a:prstGeom prst="ellipse">
              <a:avLst/>
            </a:prstGeom>
            <a:solidFill>
              <a:srgbClr val="D74732">
                <a:alpha val="6304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9" name="a.after-real/point 013"/>
            <p:cNvSpPr/>
            <p:nvPr/>
          </p:nvSpPr>
          <p:spPr>
            <a:xfrm>
              <a:off x="5234864" y="8259072"/>
              <a:ext cx="23879" cy="23879"/>
            </a:xfrm>
            <a:prstGeom prst="ellipse">
              <a:avLst/>
            </a:prstGeom>
            <a:solidFill>
              <a:srgbClr val="D74732">
                <a:alpha val="7893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0" name="a.after-real/point 014"/>
            <p:cNvSpPr/>
            <p:nvPr/>
          </p:nvSpPr>
          <p:spPr>
            <a:xfrm>
              <a:off x="5260955" y="8163307"/>
              <a:ext cx="26438" cy="26438"/>
            </a:xfrm>
            <a:prstGeom prst="ellipse">
              <a:avLst/>
            </a:prstGeom>
            <a:solidFill>
              <a:srgbClr val="D74732">
                <a:alpha val="5959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1" name="a.after-real/point 015"/>
            <p:cNvSpPr/>
            <p:nvPr/>
          </p:nvSpPr>
          <p:spPr>
            <a:xfrm>
              <a:off x="5309813" y="8174224"/>
              <a:ext cx="27402" cy="27402"/>
            </a:xfrm>
            <a:prstGeom prst="ellipse">
              <a:avLst/>
            </a:prstGeom>
            <a:solidFill>
              <a:srgbClr val="D74732">
                <a:alpha val="7914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a.after-real/point 016"/>
            <p:cNvSpPr/>
            <p:nvPr/>
          </p:nvSpPr>
          <p:spPr>
            <a:xfrm>
              <a:off x="5037846" y="8310565"/>
              <a:ext cx="25390" cy="25390"/>
            </a:xfrm>
            <a:prstGeom prst="ellipse">
              <a:avLst/>
            </a:prstGeom>
            <a:solidFill>
              <a:srgbClr val="D74732">
                <a:alpha val="5559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a.after-real/point 017"/>
            <p:cNvSpPr/>
            <p:nvPr/>
          </p:nvSpPr>
          <p:spPr>
            <a:xfrm>
              <a:off x="5071540" y="8179764"/>
              <a:ext cx="19020" cy="19020"/>
            </a:xfrm>
            <a:prstGeom prst="ellipse">
              <a:avLst/>
            </a:prstGeom>
            <a:solidFill>
              <a:srgbClr val="D74732">
                <a:alpha val="7864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4" name="a.after-real/point 018"/>
            <p:cNvSpPr/>
            <p:nvPr/>
          </p:nvSpPr>
          <p:spPr>
            <a:xfrm>
              <a:off x="5157387" y="8283515"/>
              <a:ext cx="17282" cy="17282"/>
            </a:xfrm>
            <a:prstGeom prst="ellipse">
              <a:avLst/>
            </a:prstGeom>
            <a:solidFill>
              <a:srgbClr val="D74732">
                <a:alpha val="7262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a.after-real/point 019"/>
            <p:cNvSpPr/>
            <p:nvPr/>
          </p:nvSpPr>
          <p:spPr>
            <a:xfrm>
              <a:off x="5187322" y="8385720"/>
              <a:ext cx="25976" cy="25976"/>
            </a:xfrm>
            <a:prstGeom prst="ellipse">
              <a:avLst/>
            </a:prstGeom>
            <a:solidFill>
              <a:srgbClr val="D74732">
                <a:alpha val="7473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a.after-real/point 020"/>
            <p:cNvSpPr/>
            <p:nvPr/>
          </p:nvSpPr>
          <p:spPr>
            <a:xfrm>
              <a:off x="5169653" y="8216875"/>
              <a:ext cx="21596" cy="21596"/>
            </a:xfrm>
            <a:prstGeom prst="ellipse">
              <a:avLst/>
            </a:prstGeom>
            <a:solidFill>
              <a:srgbClr val="D74732">
                <a:alpha val="5047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7" name="a.after-real/point 021"/>
            <p:cNvSpPr/>
            <p:nvPr/>
          </p:nvSpPr>
          <p:spPr>
            <a:xfrm>
              <a:off x="5225010" y="8353281"/>
              <a:ext cx="24515" cy="24515"/>
            </a:xfrm>
            <a:prstGeom prst="ellipse">
              <a:avLst/>
            </a:prstGeom>
            <a:solidFill>
              <a:srgbClr val="D74732">
                <a:alpha val="773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a.after-real/point 022"/>
            <p:cNvSpPr/>
            <p:nvPr/>
          </p:nvSpPr>
          <p:spPr>
            <a:xfrm>
              <a:off x="5194670" y="8392613"/>
              <a:ext cx="30780" cy="30780"/>
            </a:xfrm>
            <a:prstGeom prst="ellipse">
              <a:avLst/>
            </a:prstGeom>
            <a:solidFill>
              <a:srgbClr val="D74732">
                <a:alpha val="6522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9" name="a.after-real/point 023"/>
            <p:cNvSpPr/>
            <p:nvPr/>
          </p:nvSpPr>
          <p:spPr>
            <a:xfrm>
              <a:off x="5132448" y="8209970"/>
              <a:ext cx="26564" cy="26564"/>
            </a:xfrm>
            <a:prstGeom prst="ellipse">
              <a:avLst/>
            </a:prstGeom>
            <a:solidFill>
              <a:srgbClr val="D74732">
                <a:alpha val="681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0" name="a.after-real/point 024"/>
            <p:cNvSpPr/>
            <p:nvPr/>
          </p:nvSpPr>
          <p:spPr>
            <a:xfrm>
              <a:off x="5003897" y="8287028"/>
              <a:ext cx="18965" cy="18965"/>
            </a:xfrm>
            <a:prstGeom prst="ellipse">
              <a:avLst/>
            </a:prstGeom>
            <a:solidFill>
              <a:srgbClr val="D74732">
                <a:alpha val="8035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1" name="a.after-real/point 025"/>
            <p:cNvSpPr/>
            <p:nvPr/>
          </p:nvSpPr>
          <p:spPr>
            <a:xfrm>
              <a:off x="5196273" y="8303656"/>
              <a:ext cx="19529" cy="19529"/>
            </a:xfrm>
            <a:prstGeom prst="ellipse">
              <a:avLst/>
            </a:prstGeom>
            <a:solidFill>
              <a:srgbClr val="D74732">
                <a:alpha val="5945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2" name="a.after-real/point 026"/>
            <p:cNvSpPr/>
            <p:nvPr/>
          </p:nvSpPr>
          <p:spPr>
            <a:xfrm>
              <a:off x="5219825" y="8342565"/>
              <a:ext cx="26285" cy="26285"/>
            </a:xfrm>
            <a:prstGeom prst="ellipse">
              <a:avLst/>
            </a:prstGeom>
            <a:solidFill>
              <a:srgbClr val="D74732">
                <a:alpha val="5467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3" name="a.after-real/point 027"/>
            <p:cNvSpPr/>
            <p:nvPr/>
          </p:nvSpPr>
          <p:spPr>
            <a:xfrm>
              <a:off x="5418976" y="8398490"/>
              <a:ext cx="22636" cy="22636"/>
            </a:xfrm>
            <a:prstGeom prst="ellipse">
              <a:avLst/>
            </a:prstGeom>
            <a:solidFill>
              <a:srgbClr val="D74732">
                <a:alpha val="7054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4" name="a.after-real/point 028"/>
            <p:cNvSpPr/>
            <p:nvPr/>
          </p:nvSpPr>
          <p:spPr>
            <a:xfrm>
              <a:off x="5067754" y="8331349"/>
              <a:ext cx="23432" cy="23432"/>
            </a:xfrm>
            <a:prstGeom prst="ellipse">
              <a:avLst/>
            </a:prstGeom>
            <a:solidFill>
              <a:srgbClr val="D74732">
                <a:alpha val="5738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5" name="a.after-real/point 029"/>
            <p:cNvSpPr/>
            <p:nvPr/>
          </p:nvSpPr>
          <p:spPr>
            <a:xfrm>
              <a:off x="5096995" y="8292652"/>
              <a:ext cx="18724" cy="18724"/>
            </a:xfrm>
            <a:prstGeom prst="ellipse">
              <a:avLst/>
            </a:prstGeom>
            <a:solidFill>
              <a:srgbClr val="D74732">
                <a:alpha val="5793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6" name="a.after-real/point 030"/>
            <p:cNvSpPr/>
            <p:nvPr/>
          </p:nvSpPr>
          <p:spPr>
            <a:xfrm>
              <a:off x="4946634" y="8414519"/>
              <a:ext cx="25621" cy="25621"/>
            </a:xfrm>
            <a:prstGeom prst="ellipse">
              <a:avLst/>
            </a:prstGeom>
            <a:solidFill>
              <a:srgbClr val="D74732">
                <a:alpha val="8726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7" name="a.after-real/point 031"/>
            <p:cNvSpPr/>
            <p:nvPr/>
          </p:nvSpPr>
          <p:spPr>
            <a:xfrm>
              <a:off x="5096798" y="8353757"/>
              <a:ext cx="27340" cy="27340"/>
            </a:xfrm>
            <a:prstGeom prst="ellipse">
              <a:avLst/>
            </a:prstGeom>
            <a:solidFill>
              <a:srgbClr val="D74732">
                <a:alpha val="5723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8" name="a.after-real/point 032"/>
            <p:cNvSpPr/>
            <p:nvPr/>
          </p:nvSpPr>
          <p:spPr>
            <a:xfrm>
              <a:off x="5283500" y="8319909"/>
              <a:ext cx="20646" cy="20646"/>
            </a:xfrm>
            <a:prstGeom prst="ellipse">
              <a:avLst/>
            </a:prstGeom>
            <a:solidFill>
              <a:srgbClr val="D74732">
                <a:alpha val="6030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9" name="a.after-real/point 033"/>
            <p:cNvSpPr/>
            <p:nvPr/>
          </p:nvSpPr>
          <p:spPr>
            <a:xfrm>
              <a:off x="5076867" y="8492183"/>
              <a:ext cx="31630" cy="31630"/>
            </a:xfrm>
            <a:prstGeom prst="ellipse">
              <a:avLst/>
            </a:prstGeom>
            <a:solidFill>
              <a:srgbClr val="D74732">
                <a:alpha val="7122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0" name="a.after-real/point 034"/>
            <p:cNvSpPr/>
            <p:nvPr/>
          </p:nvSpPr>
          <p:spPr>
            <a:xfrm>
              <a:off x="5174518" y="8333440"/>
              <a:ext cx="17729" cy="17729"/>
            </a:xfrm>
            <a:prstGeom prst="ellipse">
              <a:avLst/>
            </a:prstGeom>
            <a:solidFill>
              <a:srgbClr val="D74732">
                <a:alpha val="6132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1" name="a.after-real/point 035"/>
            <p:cNvSpPr/>
            <p:nvPr/>
          </p:nvSpPr>
          <p:spPr>
            <a:xfrm>
              <a:off x="5068113" y="8228842"/>
              <a:ext cx="29514" cy="29514"/>
            </a:xfrm>
            <a:prstGeom prst="ellipse">
              <a:avLst/>
            </a:prstGeom>
            <a:solidFill>
              <a:srgbClr val="D74732">
                <a:alpha val="812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2" name="a.after-real/point 036"/>
            <p:cNvSpPr/>
            <p:nvPr/>
          </p:nvSpPr>
          <p:spPr>
            <a:xfrm>
              <a:off x="5068508" y="8415130"/>
              <a:ext cx="23281" cy="23281"/>
            </a:xfrm>
            <a:prstGeom prst="ellipse">
              <a:avLst/>
            </a:prstGeom>
            <a:solidFill>
              <a:srgbClr val="D74732">
                <a:alpha val="7767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3" name="a.after-real/point 037"/>
            <p:cNvSpPr/>
            <p:nvPr/>
          </p:nvSpPr>
          <p:spPr>
            <a:xfrm>
              <a:off x="5297149" y="8523182"/>
              <a:ext cx="16858" cy="16858"/>
            </a:xfrm>
            <a:prstGeom prst="ellipse">
              <a:avLst/>
            </a:prstGeom>
            <a:solidFill>
              <a:srgbClr val="D74732">
                <a:alpha val="7347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4" name="a.after-real/point 038"/>
            <p:cNvSpPr/>
            <p:nvPr/>
          </p:nvSpPr>
          <p:spPr>
            <a:xfrm>
              <a:off x="5050658" y="8436613"/>
              <a:ext cx="18699" cy="18699"/>
            </a:xfrm>
            <a:prstGeom prst="ellipse">
              <a:avLst/>
            </a:prstGeom>
            <a:solidFill>
              <a:srgbClr val="D74732">
                <a:alpha val="8385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5" name="a.after-real/point 039"/>
            <p:cNvSpPr/>
            <p:nvPr/>
          </p:nvSpPr>
          <p:spPr>
            <a:xfrm>
              <a:off x="5351797" y="8320218"/>
              <a:ext cx="27230" cy="27230"/>
            </a:xfrm>
            <a:prstGeom prst="ellipse">
              <a:avLst/>
            </a:prstGeom>
            <a:solidFill>
              <a:srgbClr val="D74732">
                <a:alpha val="692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6" name="a.after-real/point 040"/>
            <p:cNvSpPr/>
            <p:nvPr/>
          </p:nvSpPr>
          <p:spPr>
            <a:xfrm>
              <a:off x="5220502" y="8389274"/>
              <a:ext cx="23316" cy="23316"/>
            </a:xfrm>
            <a:prstGeom prst="ellipse">
              <a:avLst/>
            </a:prstGeom>
            <a:solidFill>
              <a:srgbClr val="D74732">
                <a:alpha val="580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7" name="a.after-real/point 041"/>
            <p:cNvSpPr/>
            <p:nvPr/>
          </p:nvSpPr>
          <p:spPr>
            <a:xfrm>
              <a:off x="5284195" y="8448930"/>
              <a:ext cx="24885" cy="24885"/>
            </a:xfrm>
            <a:prstGeom prst="ellipse">
              <a:avLst/>
            </a:prstGeom>
            <a:solidFill>
              <a:srgbClr val="D74732">
                <a:alpha val="6029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8" name="a.after-real/point 042"/>
            <p:cNvSpPr/>
            <p:nvPr/>
          </p:nvSpPr>
          <p:spPr>
            <a:xfrm>
              <a:off x="5059702" y="8241723"/>
              <a:ext cx="18583" cy="18583"/>
            </a:xfrm>
            <a:prstGeom prst="ellipse">
              <a:avLst/>
            </a:prstGeom>
            <a:solidFill>
              <a:srgbClr val="D74732">
                <a:alpha val="722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9" name="a.after-real/point 043"/>
            <p:cNvSpPr/>
            <p:nvPr/>
          </p:nvSpPr>
          <p:spPr>
            <a:xfrm>
              <a:off x="5123847" y="8301051"/>
              <a:ext cx="21094" cy="21094"/>
            </a:xfrm>
            <a:prstGeom prst="ellipse">
              <a:avLst/>
            </a:prstGeom>
            <a:solidFill>
              <a:srgbClr val="D74732">
                <a:alpha val="8280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0" name="a.after-real/point 044"/>
            <p:cNvSpPr/>
            <p:nvPr/>
          </p:nvSpPr>
          <p:spPr>
            <a:xfrm>
              <a:off x="5099896" y="8292902"/>
              <a:ext cx="22507" cy="22507"/>
            </a:xfrm>
            <a:prstGeom prst="ellipse">
              <a:avLst/>
            </a:prstGeom>
            <a:solidFill>
              <a:srgbClr val="D74732">
                <a:alpha val="6741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1" name="a.after-real/point 045"/>
            <p:cNvSpPr/>
            <p:nvPr/>
          </p:nvSpPr>
          <p:spPr>
            <a:xfrm>
              <a:off x="5114629" y="8169079"/>
              <a:ext cx="17842" cy="17842"/>
            </a:xfrm>
            <a:prstGeom prst="ellipse">
              <a:avLst/>
            </a:prstGeom>
            <a:solidFill>
              <a:srgbClr val="D74732">
                <a:alpha val="5177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2" name="a.after-real/point 046"/>
            <p:cNvSpPr/>
            <p:nvPr/>
          </p:nvSpPr>
          <p:spPr>
            <a:xfrm>
              <a:off x="5151019" y="8327534"/>
              <a:ext cx="18861" cy="18861"/>
            </a:xfrm>
            <a:prstGeom prst="ellipse">
              <a:avLst/>
            </a:prstGeom>
            <a:solidFill>
              <a:srgbClr val="D74732">
                <a:alpha val="5403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a.after-real/point 047"/>
            <p:cNvSpPr/>
            <p:nvPr/>
          </p:nvSpPr>
          <p:spPr>
            <a:xfrm>
              <a:off x="5306824" y="8381307"/>
              <a:ext cx="17964" cy="17964"/>
            </a:xfrm>
            <a:prstGeom prst="ellipse">
              <a:avLst/>
            </a:prstGeom>
            <a:solidFill>
              <a:srgbClr val="D74732">
                <a:alpha val="7153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364" name="a.after-fake"/>
          <p:cNvGrpSpPr/>
          <p:nvPr/>
        </p:nvGrpSpPr>
        <p:grpSpPr>
          <a:xfrm>
            <a:off x="4859020" y="7941945"/>
            <a:ext cx="822960" cy="651510"/>
            <a:chOff x="4859020" y="7941945"/>
            <a:chExt cx="822960" cy="651510"/>
          </a:xfrm>
        </p:grpSpPr>
        <p:sp>
          <p:nvSpPr>
            <p:cNvPr id="365" name="a.after-fake/contour 1.35"/>
            <p:cNvSpPr/>
            <p:nvPr/>
          </p:nvSpPr>
          <p:spPr>
            <a:xfrm>
              <a:off x="4859020" y="7941945"/>
              <a:ext cx="822960" cy="651510"/>
            </a:xfrm>
            <a:prstGeom prst="ellipse">
              <a:avLst/>
            </a:prstGeom>
            <a:solidFill>
              <a:srgbClr val="3072D5">
                <a:alpha val="4500"/>
              </a:srgbClr>
            </a:solidFill>
            <a:ln w="4445">
              <a:solidFill>
                <a:srgbClr val="3072D5">
                  <a:alpha val="45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a.after-fake/contour 1.05"/>
            <p:cNvSpPr/>
            <p:nvPr/>
          </p:nvSpPr>
          <p:spPr>
            <a:xfrm>
              <a:off x="4950460" y="8014334"/>
              <a:ext cx="640080" cy="506730"/>
            </a:xfrm>
            <a:prstGeom prst="ellipse">
              <a:avLst/>
            </a:prstGeom>
            <a:solidFill>
              <a:srgbClr val="3072D5">
                <a:alpha val="7000"/>
              </a:srgbClr>
            </a:solidFill>
            <a:ln w="4445">
              <a:solidFill>
                <a:srgbClr val="3072D5">
                  <a:alpha val="7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7" name="a.after-fake/contour 0.75"/>
            <p:cNvSpPr/>
            <p:nvPr/>
          </p:nvSpPr>
          <p:spPr>
            <a:xfrm>
              <a:off x="5041900" y="8086725"/>
              <a:ext cx="457200" cy="361950"/>
            </a:xfrm>
            <a:prstGeom prst="ellipse">
              <a:avLst/>
            </a:prstGeom>
            <a:solidFill>
              <a:srgbClr val="3072D5">
                <a:alpha val="10000"/>
              </a:srgbClr>
            </a:solidFill>
            <a:ln w="4445">
              <a:solidFill>
                <a:srgbClr val="3072D5">
                  <a:alpha val="1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a.after-fake/point 000"/>
            <p:cNvSpPr/>
            <p:nvPr/>
          </p:nvSpPr>
          <p:spPr>
            <a:xfrm>
              <a:off x="5329804" y="8271063"/>
              <a:ext cx="27317" cy="27317"/>
            </a:xfrm>
            <a:prstGeom prst="ellipse">
              <a:avLst/>
            </a:prstGeom>
            <a:solidFill>
              <a:srgbClr val="3072D5">
                <a:alpha val="5542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9" name="a.after-fake/point 001"/>
            <p:cNvSpPr/>
            <p:nvPr/>
          </p:nvSpPr>
          <p:spPr>
            <a:xfrm>
              <a:off x="5318785" y="8205174"/>
              <a:ext cx="16684" cy="16684"/>
            </a:xfrm>
            <a:prstGeom prst="ellipse">
              <a:avLst/>
            </a:prstGeom>
            <a:solidFill>
              <a:srgbClr val="3072D5">
                <a:alpha val="6671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a.after-fake/point 002"/>
            <p:cNvSpPr/>
            <p:nvPr/>
          </p:nvSpPr>
          <p:spPr>
            <a:xfrm>
              <a:off x="5270264" y="8271338"/>
              <a:ext cx="20748" cy="20748"/>
            </a:xfrm>
            <a:prstGeom prst="ellipse">
              <a:avLst/>
            </a:prstGeom>
            <a:solidFill>
              <a:srgbClr val="3072D5">
                <a:alpha val="6747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a.after-fake/point 003"/>
            <p:cNvSpPr/>
            <p:nvPr/>
          </p:nvSpPr>
          <p:spPr>
            <a:xfrm>
              <a:off x="5337533" y="8420791"/>
              <a:ext cx="21082" cy="21082"/>
            </a:xfrm>
            <a:prstGeom prst="ellipse">
              <a:avLst/>
            </a:prstGeom>
            <a:solidFill>
              <a:srgbClr val="3072D5">
                <a:alpha val="7663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a.after-fake/point 004"/>
            <p:cNvSpPr/>
            <p:nvPr/>
          </p:nvSpPr>
          <p:spPr>
            <a:xfrm>
              <a:off x="5228102" y="8289309"/>
              <a:ext cx="23133" cy="23133"/>
            </a:xfrm>
            <a:prstGeom prst="ellipse">
              <a:avLst/>
            </a:prstGeom>
            <a:solidFill>
              <a:srgbClr val="3072D5">
                <a:alpha val="7605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a.after-fake/point 005"/>
            <p:cNvSpPr/>
            <p:nvPr/>
          </p:nvSpPr>
          <p:spPr>
            <a:xfrm>
              <a:off x="5100167" y="8268954"/>
              <a:ext cx="18365" cy="18365"/>
            </a:xfrm>
            <a:prstGeom prst="ellipse">
              <a:avLst/>
            </a:prstGeom>
            <a:solidFill>
              <a:srgbClr val="3072D5">
                <a:alpha val="5531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a.after-fake/point 006"/>
            <p:cNvSpPr/>
            <p:nvPr/>
          </p:nvSpPr>
          <p:spPr>
            <a:xfrm>
              <a:off x="5345410" y="8328654"/>
              <a:ext cx="29631" cy="29631"/>
            </a:xfrm>
            <a:prstGeom prst="ellipse">
              <a:avLst/>
            </a:prstGeom>
            <a:solidFill>
              <a:srgbClr val="3072D5">
                <a:alpha val="6456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a.after-fake/point 007"/>
            <p:cNvSpPr/>
            <p:nvPr/>
          </p:nvSpPr>
          <p:spPr>
            <a:xfrm>
              <a:off x="5283930" y="8218534"/>
              <a:ext cx="19944" cy="19944"/>
            </a:xfrm>
            <a:prstGeom prst="ellipse">
              <a:avLst/>
            </a:prstGeom>
            <a:solidFill>
              <a:srgbClr val="3072D5">
                <a:alpha val="7558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6" name="a.after-fake/point 008"/>
            <p:cNvSpPr/>
            <p:nvPr/>
          </p:nvSpPr>
          <p:spPr>
            <a:xfrm>
              <a:off x="5305566" y="8103666"/>
              <a:ext cx="18729" cy="18729"/>
            </a:xfrm>
            <a:prstGeom prst="ellipse">
              <a:avLst/>
            </a:prstGeom>
            <a:solidFill>
              <a:srgbClr val="3072D5">
                <a:alpha val="7057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7" name="a.after-fake/point 009"/>
            <p:cNvSpPr/>
            <p:nvPr/>
          </p:nvSpPr>
          <p:spPr>
            <a:xfrm>
              <a:off x="5272552" y="8403092"/>
              <a:ext cx="25350" cy="25350"/>
            </a:xfrm>
            <a:prstGeom prst="ellipse">
              <a:avLst/>
            </a:prstGeom>
            <a:solidFill>
              <a:srgbClr val="3072D5">
                <a:alpha val="761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a.after-fake/point 010"/>
            <p:cNvSpPr/>
            <p:nvPr/>
          </p:nvSpPr>
          <p:spPr>
            <a:xfrm>
              <a:off x="5328042" y="8000786"/>
              <a:ext cx="23615" cy="23615"/>
            </a:xfrm>
            <a:prstGeom prst="ellipse">
              <a:avLst/>
            </a:prstGeom>
            <a:solidFill>
              <a:srgbClr val="3072D5">
                <a:alpha val="8780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a.after-fake/point 011"/>
            <p:cNvSpPr/>
            <p:nvPr/>
          </p:nvSpPr>
          <p:spPr>
            <a:xfrm>
              <a:off x="5203843" y="8437299"/>
              <a:ext cx="18119" cy="18119"/>
            </a:xfrm>
            <a:prstGeom prst="ellipse">
              <a:avLst/>
            </a:prstGeom>
            <a:solidFill>
              <a:srgbClr val="3072D5">
                <a:alpha val="7722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a.after-fake/point 012"/>
            <p:cNvSpPr/>
            <p:nvPr/>
          </p:nvSpPr>
          <p:spPr>
            <a:xfrm>
              <a:off x="5373868" y="8188050"/>
              <a:ext cx="22012" cy="22012"/>
            </a:xfrm>
            <a:prstGeom prst="ellipse">
              <a:avLst/>
            </a:prstGeom>
            <a:solidFill>
              <a:srgbClr val="3072D5">
                <a:alpha val="8137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a.after-fake/point 013"/>
            <p:cNvSpPr/>
            <p:nvPr/>
          </p:nvSpPr>
          <p:spPr>
            <a:xfrm>
              <a:off x="5329857" y="8126839"/>
              <a:ext cx="21768" cy="21768"/>
            </a:xfrm>
            <a:prstGeom prst="ellipse">
              <a:avLst/>
            </a:prstGeom>
            <a:solidFill>
              <a:srgbClr val="3072D5">
                <a:alpha val="695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a.after-fake/point 014"/>
            <p:cNvSpPr/>
            <p:nvPr/>
          </p:nvSpPr>
          <p:spPr>
            <a:xfrm>
              <a:off x="5398276" y="8258429"/>
              <a:ext cx="21200" cy="21200"/>
            </a:xfrm>
            <a:prstGeom prst="ellipse">
              <a:avLst/>
            </a:prstGeom>
            <a:solidFill>
              <a:srgbClr val="3072D5">
                <a:alpha val="756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3" name="a.after-fake/point 015"/>
            <p:cNvSpPr/>
            <p:nvPr/>
          </p:nvSpPr>
          <p:spPr>
            <a:xfrm>
              <a:off x="5383339" y="8270528"/>
              <a:ext cx="18304" cy="18304"/>
            </a:xfrm>
            <a:prstGeom prst="ellipse">
              <a:avLst/>
            </a:prstGeom>
            <a:solidFill>
              <a:srgbClr val="3072D5">
                <a:alpha val="6313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4" name="a.after-fake/point 016"/>
            <p:cNvSpPr/>
            <p:nvPr/>
          </p:nvSpPr>
          <p:spPr>
            <a:xfrm>
              <a:off x="5445961" y="8234499"/>
              <a:ext cx="26338" cy="26338"/>
            </a:xfrm>
            <a:prstGeom prst="ellipse">
              <a:avLst/>
            </a:prstGeom>
            <a:solidFill>
              <a:srgbClr val="3072D5">
                <a:alpha val="6380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5" name="a.after-fake/point 017"/>
            <p:cNvSpPr/>
            <p:nvPr/>
          </p:nvSpPr>
          <p:spPr>
            <a:xfrm>
              <a:off x="5281094" y="8268328"/>
              <a:ext cx="24827" cy="24827"/>
            </a:xfrm>
            <a:prstGeom prst="ellipse">
              <a:avLst/>
            </a:prstGeom>
            <a:solidFill>
              <a:srgbClr val="3072D5">
                <a:alpha val="8741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6" name="a.after-fake/point 018"/>
            <p:cNvSpPr/>
            <p:nvPr/>
          </p:nvSpPr>
          <p:spPr>
            <a:xfrm>
              <a:off x="5247807" y="8190665"/>
              <a:ext cx="31320" cy="31320"/>
            </a:xfrm>
            <a:prstGeom prst="ellipse">
              <a:avLst/>
            </a:prstGeom>
            <a:solidFill>
              <a:srgbClr val="3072D5">
                <a:alpha val="5856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7" name="a.after-fake/point 019"/>
            <p:cNvSpPr/>
            <p:nvPr/>
          </p:nvSpPr>
          <p:spPr>
            <a:xfrm>
              <a:off x="5387650" y="8286620"/>
              <a:ext cx="23348" cy="23348"/>
            </a:xfrm>
            <a:prstGeom prst="ellipse">
              <a:avLst/>
            </a:prstGeom>
            <a:solidFill>
              <a:srgbClr val="3072D5">
                <a:alpha val="5260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8" name="a.after-fake/point 020"/>
            <p:cNvSpPr/>
            <p:nvPr/>
          </p:nvSpPr>
          <p:spPr>
            <a:xfrm>
              <a:off x="5341267" y="8220686"/>
              <a:ext cx="22492" cy="22492"/>
            </a:xfrm>
            <a:prstGeom prst="ellipse">
              <a:avLst/>
            </a:prstGeom>
            <a:solidFill>
              <a:srgbClr val="3072D5">
                <a:alpha val="5150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9" name="a.after-fake/point 021"/>
            <p:cNvSpPr/>
            <p:nvPr/>
          </p:nvSpPr>
          <p:spPr>
            <a:xfrm>
              <a:off x="5528699" y="8270624"/>
              <a:ext cx="31220" cy="31220"/>
            </a:xfrm>
            <a:prstGeom prst="ellipse">
              <a:avLst/>
            </a:prstGeom>
            <a:solidFill>
              <a:srgbClr val="3072D5">
                <a:alpha val="7366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0" name="a.after-fake/point 022"/>
            <p:cNvSpPr/>
            <p:nvPr/>
          </p:nvSpPr>
          <p:spPr>
            <a:xfrm>
              <a:off x="5320975" y="8273639"/>
              <a:ext cx="18600" cy="18600"/>
            </a:xfrm>
            <a:prstGeom prst="ellipse">
              <a:avLst/>
            </a:prstGeom>
            <a:solidFill>
              <a:srgbClr val="3072D5">
                <a:alpha val="5043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1" name="a.after-fake/point 023"/>
            <p:cNvSpPr/>
            <p:nvPr/>
          </p:nvSpPr>
          <p:spPr>
            <a:xfrm>
              <a:off x="5297857" y="8165110"/>
              <a:ext cx="16961" cy="16961"/>
            </a:xfrm>
            <a:prstGeom prst="ellipse">
              <a:avLst/>
            </a:prstGeom>
            <a:solidFill>
              <a:srgbClr val="3072D5">
                <a:alpha val="6009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2" name="a.after-fake/point 024"/>
            <p:cNvSpPr/>
            <p:nvPr/>
          </p:nvSpPr>
          <p:spPr>
            <a:xfrm>
              <a:off x="5126291" y="8282593"/>
              <a:ext cx="24415" cy="24415"/>
            </a:xfrm>
            <a:prstGeom prst="ellipse">
              <a:avLst/>
            </a:prstGeom>
            <a:solidFill>
              <a:srgbClr val="3072D5">
                <a:alpha val="5508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3" name="a.after-fake/point 025"/>
            <p:cNvSpPr/>
            <p:nvPr/>
          </p:nvSpPr>
          <p:spPr>
            <a:xfrm>
              <a:off x="5274612" y="8217508"/>
              <a:ext cx="23248" cy="23248"/>
            </a:xfrm>
            <a:prstGeom prst="ellipse">
              <a:avLst/>
            </a:prstGeom>
            <a:solidFill>
              <a:srgbClr val="3072D5">
                <a:alpha val="7770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4" name="a.after-fake/point 026"/>
            <p:cNvSpPr/>
            <p:nvPr/>
          </p:nvSpPr>
          <p:spPr>
            <a:xfrm>
              <a:off x="5272903" y="8263349"/>
              <a:ext cx="31574" cy="31574"/>
            </a:xfrm>
            <a:prstGeom prst="ellipse">
              <a:avLst/>
            </a:prstGeom>
            <a:solidFill>
              <a:srgbClr val="3072D5">
                <a:alpha val="7633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5" name="a.after-fake/point 027"/>
            <p:cNvSpPr/>
            <p:nvPr/>
          </p:nvSpPr>
          <p:spPr>
            <a:xfrm>
              <a:off x="5320631" y="8381186"/>
              <a:ext cx="18056" cy="18056"/>
            </a:xfrm>
            <a:prstGeom prst="ellipse">
              <a:avLst/>
            </a:prstGeom>
            <a:solidFill>
              <a:srgbClr val="3072D5">
                <a:alpha val="8140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6" name="a.after-fake/point 028"/>
            <p:cNvSpPr/>
            <p:nvPr/>
          </p:nvSpPr>
          <p:spPr>
            <a:xfrm>
              <a:off x="5313401" y="8268288"/>
              <a:ext cx="19898" cy="19898"/>
            </a:xfrm>
            <a:prstGeom prst="ellipse">
              <a:avLst/>
            </a:prstGeom>
            <a:solidFill>
              <a:srgbClr val="3072D5">
                <a:alpha val="7379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7" name="a.after-fake/point 029"/>
            <p:cNvSpPr/>
            <p:nvPr/>
          </p:nvSpPr>
          <p:spPr>
            <a:xfrm>
              <a:off x="5313873" y="8204842"/>
              <a:ext cx="28313" cy="28313"/>
            </a:xfrm>
            <a:prstGeom prst="ellipse">
              <a:avLst/>
            </a:prstGeom>
            <a:solidFill>
              <a:srgbClr val="3072D5">
                <a:alpha val="6567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8" name="a.after-fake/point 030"/>
            <p:cNvSpPr/>
            <p:nvPr/>
          </p:nvSpPr>
          <p:spPr>
            <a:xfrm>
              <a:off x="5096748" y="8292445"/>
              <a:ext cx="20156" cy="20156"/>
            </a:xfrm>
            <a:prstGeom prst="ellipse">
              <a:avLst/>
            </a:prstGeom>
            <a:solidFill>
              <a:srgbClr val="3072D5">
                <a:alpha val="7691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9" name="a.after-fake/point 031"/>
            <p:cNvSpPr/>
            <p:nvPr/>
          </p:nvSpPr>
          <p:spPr>
            <a:xfrm>
              <a:off x="5220413" y="8298014"/>
              <a:ext cx="26287" cy="26287"/>
            </a:xfrm>
            <a:prstGeom prst="ellipse">
              <a:avLst/>
            </a:prstGeom>
            <a:solidFill>
              <a:srgbClr val="3072D5">
                <a:alpha val="6948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0" name="a.after-fake/point 032"/>
            <p:cNvSpPr/>
            <p:nvPr/>
          </p:nvSpPr>
          <p:spPr>
            <a:xfrm>
              <a:off x="5519141" y="8307457"/>
              <a:ext cx="28217" cy="28217"/>
            </a:xfrm>
            <a:prstGeom prst="ellipse">
              <a:avLst/>
            </a:prstGeom>
            <a:solidFill>
              <a:srgbClr val="3072D5">
                <a:alpha val="6697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1" name="a.after-fake/point 033"/>
            <p:cNvSpPr/>
            <p:nvPr/>
          </p:nvSpPr>
          <p:spPr>
            <a:xfrm>
              <a:off x="5314516" y="8112885"/>
              <a:ext cx="16999" cy="16999"/>
            </a:xfrm>
            <a:prstGeom prst="ellipse">
              <a:avLst/>
            </a:prstGeom>
            <a:solidFill>
              <a:srgbClr val="3072D5">
                <a:alpha val="5225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2" name="a.after-fake/point 034"/>
            <p:cNvSpPr/>
            <p:nvPr/>
          </p:nvSpPr>
          <p:spPr>
            <a:xfrm>
              <a:off x="5139051" y="8260014"/>
              <a:ext cx="26820" cy="26820"/>
            </a:xfrm>
            <a:prstGeom prst="ellipse">
              <a:avLst/>
            </a:prstGeom>
            <a:solidFill>
              <a:srgbClr val="3072D5">
                <a:alpha val="5615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3" name="a.after-fake/point 035"/>
            <p:cNvSpPr/>
            <p:nvPr/>
          </p:nvSpPr>
          <p:spPr>
            <a:xfrm>
              <a:off x="5325514" y="8318759"/>
              <a:ext cx="31559" cy="31559"/>
            </a:xfrm>
            <a:prstGeom prst="ellipse">
              <a:avLst/>
            </a:prstGeom>
            <a:solidFill>
              <a:srgbClr val="3072D5">
                <a:alpha val="5073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4" name="a.after-fake/point 036"/>
            <p:cNvSpPr/>
            <p:nvPr/>
          </p:nvSpPr>
          <p:spPr>
            <a:xfrm>
              <a:off x="5404500" y="8222496"/>
              <a:ext cx="21915" cy="21915"/>
            </a:xfrm>
            <a:prstGeom prst="ellipse">
              <a:avLst/>
            </a:prstGeom>
            <a:solidFill>
              <a:srgbClr val="3072D5">
                <a:alpha val="5369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5" name="a.after-fake/point 037"/>
            <p:cNvSpPr/>
            <p:nvPr/>
          </p:nvSpPr>
          <p:spPr>
            <a:xfrm>
              <a:off x="5149741" y="8293814"/>
              <a:ext cx="17350" cy="17350"/>
            </a:xfrm>
            <a:prstGeom prst="ellipse">
              <a:avLst/>
            </a:prstGeom>
            <a:solidFill>
              <a:srgbClr val="3072D5">
                <a:alpha val="6525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6" name="a.after-fake/point 038"/>
            <p:cNvSpPr/>
            <p:nvPr/>
          </p:nvSpPr>
          <p:spPr>
            <a:xfrm>
              <a:off x="5507409" y="8152748"/>
              <a:ext cx="27240" cy="27240"/>
            </a:xfrm>
            <a:prstGeom prst="ellipse">
              <a:avLst/>
            </a:prstGeom>
            <a:solidFill>
              <a:srgbClr val="3072D5">
                <a:alpha val="6479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7" name="a.after-fake/point 039"/>
            <p:cNvSpPr/>
            <p:nvPr/>
          </p:nvSpPr>
          <p:spPr>
            <a:xfrm>
              <a:off x="5278150" y="8234505"/>
              <a:ext cx="27438" cy="27438"/>
            </a:xfrm>
            <a:prstGeom prst="ellipse">
              <a:avLst/>
            </a:prstGeom>
            <a:solidFill>
              <a:srgbClr val="3072D5">
                <a:alpha val="7680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8" name="a.after-fake/point 040"/>
            <p:cNvSpPr/>
            <p:nvPr/>
          </p:nvSpPr>
          <p:spPr>
            <a:xfrm>
              <a:off x="5323519" y="8324561"/>
              <a:ext cx="22839" cy="22839"/>
            </a:xfrm>
            <a:prstGeom prst="ellipse">
              <a:avLst/>
            </a:prstGeom>
            <a:solidFill>
              <a:srgbClr val="3072D5">
                <a:alpha val="8011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9" name="a.after-fake/point 041"/>
            <p:cNvSpPr/>
            <p:nvPr/>
          </p:nvSpPr>
          <p:spPr>
            <a:xfrm>
              <a:off x="5185803" y="8217267"/>
              <a:ext cx="28990" cy="28990"/>
            </a:xfrm>
            <a:prstGeom prst="ellipse">
              <a:avLst/>
            </a:prstGeom>
            <a:solidFill>
              <a:srgbClr val="3072D5">
                <a:alpha val="684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0" name="a.after-fake/point 042"/>
            <p:cNvSpPr/>
            <p:nvPr/>
          </p:nvSpPr>
          <p:spPr>
            <a:xfrm>
              <a:off x="5280496" y="8174555"/>
              <a:ext cx="21667" cy="21667"/>
            </a:xfrm>
            <a:prstGeom prst="ellipse">
              <a:avLst/>
            </a:prstGeom>
            <a:solidFill>
              <a:srgbClr val="3072D5">
                <a:alpha val="6270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1" name="a.after-fake/point 043"/>
            <p:cNvSpPr/>
            <p:nvPr/>
          </p:nvSpPr>
          <p:spPr>
            <a:xfrm>
              <a:off x="5357254" y="8384560"/>
              <a:ext cx="26509" cy="26509"/>
            </a:xfrm>
            <a:prstGeom prst="ellipse">
              <a:avLst/>
            </a:prstGeom>
            <a:solidFill>
              <a:srgbClr val="3072D5">
                <a:alpha val="6493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2" name="a.after-fake/point 044"/>
            <p:cNvSpPr/>
            <p:nvPr/>
          </p:nvSpPr>
          <p:spPr>
            <a:xfrm>
              <a:off x="5117810" y="8169786"/>
              <a:ext cx="31156" cy="31156"/>
            </a:xfrm>
            <a:prstGeom prst="ellipse">
              <a:avLst/>
            </a:prstGeom>
            <a:solidFill>
              <a:srgbClr val="3072D5">
                <a:alpha val="5514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3" name="a.after-fake/point 045"/>
            <p:cNvSpPr/>
            <p:nvPr/>
          </p:nvSpPr>
          <p:spPr>
            <a:xfrm>
              <a:off x="5448230" y="8357874"/>
              <a:ext cx="30888" cy="30888"/>
            </a:xfrm>
            <a:prstGeom prst="ellipse">
              <a:avLst/>
            </a:prstGeom>
            <a:solidFill>
              <a:srgbClr val="3072D5">
                <a:alpha val="7750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4" name="a.after-fake/point 046"/>
            <p:cNvSpPr/>
            <p:nvPr/>
          </p:nvSpPr>
          <p:spPr>
            <a:xfrm>
              <a:off x="4979953" y="8198499"/>
              <a:ext cx="30003" cy="30003"/>
            </a:xfrm>
            <a:prstGeom prst="ellipse">
              <a:avLst/>
            </a:prstGeom>
            <a:solidFill>
              <a:srgbClr val="3072D5">
                <a:alpha val="5352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5" name="a.after-fake/point 047"/>
            <p:cNvSpPr/>
            <p:nvPr/>
          </p:nvSpPr>
          <p:spPr>
            <a:xfrm>
              <a:off x="5188868" y="8105631"/>
              <a:ext cx="20701" cy="20701"/>
            </a:xfrm>
            <a:prstGeom prst="ellipse">
              <a:avLst/>
            </a:prstGeom>
            <a:solidFill>
              <a:srgbClr val="3072D5">
                <a:alpha val="8077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416" name="a.change"/>
          <p:cNvGrpSpPr/>
          <p:nvPr/>
        </p:nvGrpSpPr>
        <p:grpSpPr>
          <a:xfrm>
            <a:off x="2743200" y="7772400"/>
            <a:ext cx="1778000" cy="876300"/>
            <a:chOff x="2743200" y="7772400"/>
            <a:chExt cx="1778000" cy="876300"/>
          </a:xfrm>
        </p:grpSpPr>
        <p:sp>
          <p:nvSpPr>
            <p:cNvPr id="417" name="a.change/title"/>
            <p:cNvSpPr txBox="1"/>
            <p:nvPr/>
          </p:nvSpPr>
          <p:spPr>
            <a:xfrm>
              <a:off x="2921000" y="7772400"/>
              <a:ext cx="1422400" cy="342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50" b="0" i="0">
                  <a:solidFill>
                    <a:srgbClr val="0E2841"/>
                  </a:solidFill>
                  <a:latin typeface="Comic Sans MS"/>
                  <a:ea typeface="Comic Sans MS"/>
                  <a:cs typeface="Comic Sans MS"/>
                </a:rPr>
                <a:t>Update </a:t>
              </a:r>
              <a:r>
                <a:rPr sz="1650" b="0" i="0">
                  <a:solidFill>
                    <a:srgbClr val="0E2841"/>
                  </a:solidFill>
                  <a:latin typeface="Comic Sans MS"/>
                  <a:ea typeface="Comic Sans MS"/>
                  <a:cs typeface="Comic Sans MS"/>
                </a:rPr>
                <a:t>θ, α</a:t>
              </a:r>
            </a:p>
          </p:txBody>
        </p:sp>
        <p:sp>
          <p:nvSpPr>
            <p:cNvPr id="418" name="a.change/arrow"/>
            <p:cNvSpPr/>
            <p:nvPr/>
          </p:nvSpPr>
          <p:spPr>
            <a:xfrm>
              <a:off x="3022600" y="8242300"/>
              <a:ext cx="1193800" cy="127"/>
            </a:xfrm>
            <a:custGeom>
              <a:avLst/>
              <a:gdLst/>
              <a:ahLst/>
              <a:cxnLst/>
              <a:rect l="0" t="0" r="r" b="b"/>
              <a:pathLst>
                <a:path w="94000" h="10">
                  <a:moveTo>
                    <a:pt x="0" y="0"/>
                  </a:moveTo>
                  <a:lnTo>
                    <a:pt x="94000" y="0"/>
                  </a:lnTo>
                </a:path>
              </a:pathLst>
            </a:custGeom>
            <a:noFill/>
            <a:ln w="2159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9" name="a.change/arrow head"/>
            <p:cNvSpPr/>
            <p:nvPr/>
          </p:nvSpPr>
          <p:spPr>
            <a:xfrm>
              <a:off x="4140200" y="8208009"/>
              <a:ext cx="76200" cy="68580"/>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0" name="a.change/action"/>
            <p:cNvSpPr txBox="1"/>
            <p:nvPr/>
          </p:nvSpPr>
          <p:spPr>
            <a:xfrm>
              <a:off x="2743200" y="8305800"/>
              <a:ext cx="1778000" cy="342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20" b="0" i="0">
                  <a:solidFill>
                    <a:srgbClr val="0E2841"/>
                  </a:solidFill>
                  <a:latin typeface="Comic Sans MS"/>
                  <a:ea typeface="Comic Sans MS"/>
                  <a:cs typeface="Comic Sans MS"/>
                </a:rPr>
                <a:t>Match endpoints</a:t>
              </a:r>
            </a:p>
          </p:txBody>
        </p:sp>
      </p:grpSp>
      <p:grpSp>
        <p:nvGrpSpPr>
          <p:cNvPr id="421" name="a.caption"/>
          <p:cNvGrpSpPr/>
          <p:nvPr/>
        </p:nvGrpSpPr>
        <p:grpSpPr>
          <a:xfrm>
            <a:off x="571500" y="8928100"/>
            <a:ext cx="6223000" cy="393700"/>
            <a:chOff x="571500" y="8928100"/>
            <a:chExt cx="6223000" cy="393700"/>
          </a:xfrm>
        </p:grpSpPr>
        <p:sp>
          <p:nvSpPr>
            <p:cNvPr id="422" name="a.caption/title"/>
            <p:cNvSpPr txBox="1"/>
            <p:nvPr/>
          </p:nvSpPr>
          <p:spPr>
            <a:xfrm>
              <a:off x="571500" y="8928100"/>
              <a:ext cx="6223000" cy="393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2050" b="1" i="0">
                  <a:solidFill>
                    <a:srgbClr val="000000"/>
                  </a:solidFill>
                  <a:latin typeface="Comic Sans MS"/>
                  <a:ea typeface="Comic Sans MS"/>
                  <a:cs typeface="Comic Sans MS"/>
                </a:rPr>
                <a:t>(a) Guidance-step Training</a:t>
              </a:r>
            </a:p>
          </p:txBody>
        </p:sp>
      </p:grpSp>
      <p:grpSp>
        <p:nvGrpSpPr>
          <p:cNvPr id="423" name="b.sampler"/>
          <p:cNvGrpSpPr/>
          <p:nvPr/>
        </p:nvGrpSpPr>
        <p:grpSpPr>
          <a:xfrm>
            <a:off x="8953500" y="228600"/>
            <a:ext cx="4330700" cy="2603500"/>
            <a:chOff x="8953500" y="228600"/>
            <a:chExt cx="4330700" cy="2603500"/>
          </a:xfrm>
        </p:grpSpPr>
        <p:sp>
          <p:nvSpPr>
            <p:cNvPr id="424" name="b.sampler/container"/>
            <p:cNvSpPr/>
            <p:nvPr/>
          </p:nvSpPr>
          <p:spPr>
            <a:xfrm>
              <a:off x="8953500" y="228600"/>
              <a:ext cx="4330700" cy="2603500"/>
            </a:xfrm>
            <a:custGeom>
              <a:avLst/>
              <a:gdLst/>
              <a:ahLst/>
              <a:cxnLst/>
              <a:rect l="0" t="0" r="r" b="b"/>
              <a:pathLst>
                <a:path w="341000" h="205000">
                  <a:moveTo>
                    <a:pt x="10000" y="0"/>
                  </a:moveTo>
                  <a:lnTo>
                    <a:pt x="331000" y="0"/>
                  </a:lnTo>
                  <a:cubicBezTo>
                    <a:pt x="336523" y="0"/>
                    <a:pt x="341000" y="4477"/>
                    <a:pt x="341000" y="10000"/>
                  </a:cubicBezTo>
                  <a:lnTo>
                    <a:pt x="341000" y="195000"/>
                  </a:lnTo>
                  <a:cubicBezTo>
                    <a:pt x="341000" y="200523"/>
                    <a:pt x="336523" y="205000"/>
                    <a:pt x="331000" y="205000"/>
                  </a:cubicBezTo>
                  <a:lnTo>
                    <a:pt x="10000" y="205000"/>
                  </a:lnTo>
                  <a:cubicBezTo>
                    <a:pt x="4477" y="205000"/>
                    <a:pt x="0" y="200523"/>
                    <a:pt x="0" y="195000"/>
                  </a:cubicBezTo>
                  <a:lnTo>
                    <a:pt x="0" y="10000"/>
                  </a:lnTo>
                  <a:cubicBezTo>
                    <a:pt x="0" y="4477"/>
                    <a:pt x="4477" y="0"/>
                    <a:pt x="10000" y="0"/>
                  </a:cubicBezTo>
                  <a:close/>
                </a:path>
              </a:pathLst>
            </a:custGeom>
            <a:solidFill>
              <a:srgbClr val="FBFCFD"/>
            </a:solidFill>
            <a:ln w="13970">
              <a:solidFill>
                <a:srgbClr val="E2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5" name="b.sampler/title"/>
            <p:cNvSpPr txBox="1"/>
            <p:nvPr/>
          </p:nvSpPr>
          <p:spPr>
            <a:xfrm>
              <a:off x="9055100" y="279400"/>
              <a:ext cx="41275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770" b="0" i="0">
                  <a:solidFill>
                    <a:srgbClr val="0E2841"/>
                  </a:solidFill>
                  <a:latin typeface="Comic Sans MS"/>
                  <a:ea typeface="Comic Sans MS"/>
                  <a:cs typeface="Comic Sans MS"/>
                </a:rPr>
                <a:t>Full-trajectory sampler</a:t>
              </a:r>
            </a:p>
          </p:txBody>
        </p:sp>
      </p:grpSp>
      <p:grpSp>
        <p:nvGrpSpPr>
          <p:cNvPr id="426" name="b.strong"/>
          <p:cNvGrpSpPr/>
          <p:nvPr/>
        </p:nvGrpSpPr>
        <p:grpSpPr>
          <a:xfrm>
            <a:off x="9067800" y="648611"/>
            <a:ext cx="1308100" cy="1053189"/>
            <a:chOff x="9067800" y="648611"/>
            <a:chExt cx="1308100" cy="1053189"/>
          </a:xfrm>
        </p:grpSpPr>
        <p:sp>
          <p:nvSpPr>
            <p:cNvPr id="427" name="b.strong/box"/>
            <p:cNvSpPr/>
            <p:nvPr/>
          </p:nvSpPr>
          <p:spPr>
            <a:xfrm>
              <a:off x="9131300" y="723900"/>
              <a:ext cx="1244600" cy="977900"/>
            </a:xfrm>
            <a:custGeom>
              <a:avLst/>
              <a:gdLst/>
              <a:ahLst/>
              <a:cxnLst/>
              <a:rect l="0" t="0" r="r" b="b"/>
              <a:pathLst>
                <a:path w="98000" h="77000">
                  <a:moveTo>
                    <a:pt x="8000" y="0"/>
                  </a:moveTo>
                  <a:lnTo>
                    <a:pt x="90000" y="0"/>
                  </a:lnTo>
                  <a:cubicBezTo>
                    <a:pt x="94418" y="0"/>
                    <a:pt x="98000" y="3582"/>
                    <a:pt x="98000" y="8000"/>
                  </a:cubicBezTo>
                  <a:lnTo>
                    <a:pt x="98000" y="69000"/>
                  </a:lnTo>
                  <a:cubicBezTo>
                    <a:pt x="98000" y="73418"/>
                    <a:pt x="94418" y="77000"/>
                    <a:pt x="90000" y="77000"/>
                  </a:cubicBezTo>
                  <a:lnTo>
                    <a:pt x="8000" y="77000"/>
                  </a:lnTo>
                  <a:cubicBezTo>
                    <a:pt x="3582" y="77000"/>
                    <a:pt x="0" y="73418"/>
                    <a:pt x="0" y="69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8" name="b.strong/connection 0-0-0"/>
            <p:cNvSpPr/>
            <p:nvPr/>
          </p:nvSpPr>
          <p:spPr>
            <a:xfrm>
              <a:off x="9296400" y="9017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9" name="b.strong/connection 0-0-1"/>
            <p:cNvSpPr/>
            <p:nvPr/>
          </p:nvSpPr>
          <p:spPr>
            <a:xfrm>
              <a:off x="9296400" y="901700"/>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0" name="b.strong/connection 0-0-2"/>
            <p:cNvSpPr/>
            <p:nvPr/>
          </p:nvSpPr>
          <p:spPr>
            <a:xfrm>
              <a:off x="9296400" y="901700"/>
              <a:ext cx="304800" cy="262466"/>
            </a:xfrm>
            <a:custGeom>
              <a:avLst/>
              <a:gdLst/>
              <a:ahLst/>
              <a:cxnLst/>
              <a:rect l="0" t="0" r="r" b="b"/>
              <a:pathLst>
                <a:path w="24000" h="20667">
                  <a:moveTo>
                    <a:pt x="0" y="0"/>
                  </a:moveTo>
                  <a:lnTo>
                    <a:pt x="24000" y="206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1" name="b.strong/connection 0-0-3"/>
            <p:cNvSpPr/>
            <p:nvPr/>
          </p:nvSpPr>
          <p:spPr>
            <a:xfrm>
              <a:off x="9296400" y="901700"/>
              <a:ext cx="304800" cy="393700"/>
            </a:xfrm>
            <a:custGeom>
              <a:avLst/>
              <a:gdLst/>
              <a:ahLst/>
              <a:cxnLst/>
              <a:rect l="0" t="0" r="r" b="b"/>
              <a:pathLst>
                <a:path w="24000" h="31000">
                  <a:moveTo>
                    <a:pt x="0" y="0"/>
                  </a:moveTo>
                  <a:lnTo>
                    <a:pt x="240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2" name="b.strong/connection 0-1-0"/>
            <p:cNvSpPr/>
            <p:nvPr/>
          </p:nvSpPr>
          <p:spPr>
            <a:xfrm>
              <a:off x="9296400" y="901700"/>
              <a:ext cx="304800" cy="196850"/>
            </a:xfrm>
            <a:custGeom>
              <a:avLst/>
              <a:gdLst/>
              <a:ahLst/>
              <a:cxnLst/>
              <a:rect l="0" t="0" r="r" b="b"/>
              <a:pathLst>
                <a:path w="24000" h="15500">
                  <a:moveTo>
                    <a:pt x="0" y="155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3" name="b.strong/connection 0-1-1"/>
            <p:cNvSpPr/>
            <p:nvPr/>
          </p:nvSpPr>
          <p:spPr>
            <a:xfrm>
              <a:off x="9296400" y="1032933"/>
              <a:ext cx="304800" cy="65616"/>
            </a:xfrm>
            <a:custGeom>
              <a:avLst/>
              <a:gdLst/>
              <a:ahLst/>
              <a:cxnLst/>
              <a:rect l="0" t="0" r="r" b="b"/>
              <a:pathLst>
                <a:path w="24000" h="5167">
                  <a:moveTo>
                    <a:pt x="0" y="51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4" name="b.strong/connection 0-1-2"/>
            <p:cNvSpPr/>
            <p:nvPr/>
          </p:nvSpPr>
          <p:spPr>
            <a:xfrm>
              <a:off x="9296400" y="1098550"/>
              <a:ext cx="304800" cy="65616"/>
            </a:xfrm>
            <a:custGeom>
              <a:avLst/>
              <a:gdLst/>
              <a:ahLst/>
              <a:cxnLst/>
              <a:rect l="0" t="0" r="r" b="b"/>
              <a:pathLst>
                <a:path w="24000" h="5167">
                  <a:moveTo>
                    <a:pt x="0" y="0"/>
                  </a:moveTo>
                  <a:lnTo>
                    <a:pt x="24000" y="51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5" name="b.strong/connection 0-1-3"/>
            <p:cNvSpPr/>
            <p:nvPr/>
          </p:nvSpPr>
          <p:spPr>
            <a:xfrm>
              <a:off x="9296400" y="1098550"/>
              <a:ext cx="304800" cy="196850"/>
            </a:xfrm>
            <a:custGeom>
              <a:avLst/>
              <a:gdLst/>
              <a:ahLst/>
              <a:cxnLst/>
              <a:rect l="0" t="0" r="r" b="b"/>
              <a:pathLst>
                <a:path w="24000" h="15500">
                  <a:moveTo>
                    <a:pt x="0" y="0"/>
                  </a:moveTo>
                  <a:lnTo>
                    <a:pt x="24000" y="155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6" name="b.strong/connection 0-2-0"/>
            <p:cNvSpPr/>
            <p:nvPr/>
          </p:nvSpPr>
          <p:spPr>
            <a:xfrm>
              <a:off x="9296400" y="901700"/>
              <a:ext cx="304800" cy="393700"/>
            </a:xfrm>
            <a:custGeom>
              <a:avLst/>
              <a:gdLst/>
              <a:ahLst/>
              <a:cxnLst/>
              <a:rect l="0" t="0" r="r" b="b"/>
              <a:pathLst>
                <a:path w="24000" h="31000">
                  <a:moveTo>
                    <a:pt x="0" y="310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7" name="b.strong/connection 0-2-1"/>
            <p:cNvSpPr/>
            <p:nvPr/>
          </p:nvSpPr>
          <p:spPr>
            <a:xfrm>
              <a:off x="9296400" y="1032933"/>
              <a:ext cx="304800" cy="262466"/>
            </a:xfrm>
            <a:custGeom>
              <a:avLst/>
              <a:gdLst/>
              <a:ahLst/>
              <a:cxnLst/>
              <a:rect l="0" t="0" r="r" b="b"/>
              <a:pathLst>
                <a:path w="24000" h="20667">
                  <a:moveTo>
                    <a:pt x="0" y="206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8" name="b.strong/connection 0-2-2"/>
            <p:cNvSpPr/>
            <p:nvPr/>
          </p:nvSpPr>
          <p:spPr>
            <a:xfrm>
              <a:off x="9296400" y="1164166"/>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9" name="b.strong/connection 0-2-3"/>
            <p:cNvSpPr/>
            <p:nvPr/>
          </p:nvSpPr>
          <p:spPr>
            <a:xfrm>
              <a:off x="9296400" y="12954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0" name="b.strong/connection 1-0-0"/>
            <p:cNvSpPr/>
            <p:nvPr/>
          </p:nvSpPr>
          <p:spPr>
            <a:xfrm>
              <a:off x="9601200" y="9017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1" name="b.strong/connection 1-0-1"/>
            <p:cNvSpPr/>
            <p:nvPr/>
          </p:nvSpPr>
          <p:spPr>
            <a:xfrm>
              <a:off x="9601200" y="901700"/>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2" name="b.strong/connection 1-0-2"/>
            <p:cNvSpPr/>
            <p:nvPr/>
          </p:nvSpPr>
          <p:spPr>
            <a:xfrm>
              <a:off x="9601200" y="901700"/>
              <a:ext cx="304800" cy="262466"/>
            </a:xfrm>
            <a:custGeom>
              <a:avLst/>
              <a:gdLst/>
              <a:ahLst/>
              <a:cxnLst/>
              <a:rect l="0" t="0" r="r" b="b"/>
              <a:pathLst>
                <a:path w="24000" h="20667">
                  <a:moveTo>
                    <a:pt x="0" y="0"/>
                  </a:moveTo>
                  <a:lnTo>
                    <a:pt x="24000" y="206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3" name="b.strong/connection 1-0-3"/>
            <p:cNvSpPr/>
            <p:nvPr/>
          </p:nvSpPr>
          <p:spPr>
            <a:xfrm>
              <a:off x="9601200" y="901700"/>
              <a:ext cx="304800" cy="393700"/>
            </a:xfrm>
            <a:custGeom>
              <a:avLst/>
              <a:gdLst/>
              <a:ahLst/>
              <a:cxnLst/>
              <a:rect l="0" t="0" r="r" b="b"/>
              <a:pathLst>
                <a:path w="24000" h="31000">
                  <a:moveTo>
                    <a:pt x="0" y="0"/>
                  </a:moveTo>
                  <a:lnTo>
                    <a:pt x="240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4" name="b.strong/connection 1-1-0"/>
            <p:cNvSpPr/>
            <p:nvPr/>
          </p:nvSpPr>
          <p:spPr>
            <a:xfrm>
              <a:off x="9601200" y="901700"/>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5" name="b.strong/connection 1-1-1"/>
            <p:cNvSpPr/>
            <p:nvPr/>
          </p:nvSpPr>
          <p:spPr>
            <a:xfrm>
              <a:off x="9601200" y="1032933"/>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6" name="b.strong/connection 1-1-2"/>
            <p:cNvSpPr/>
            <p:nvPr/>
          </p:nvSpPr>
          <p:spPr>
            <a:xfrm>
              <a:off x="9601200" y="1032933"/>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7" name="b.strong/connection 1-1-3"/>
            <p:cNvSpPr/>
            <p:nvPr/>
          </p:nvSpPr>
          <p:spPr>
            <a:xfrm>
              <a:off x="9601200" y="1032933"/>
              <a:ext cx="304800" cy="262466"/>
            </a:xfrm>
            <a:custGeom>
              <a:avLst/>
              <a:gdLst/>
              <a:ahLst/>
              <a:cxnLst/>
              <a:rect l="0" t="0" r="r" b="b"/>
              <a:pathLst>
                <a:path w="24000" h="20667">
                  <a:moveTo>
                    <a:pt x="0" y="0"/>
                  </a:moveTo>
                  <a:lnTo>
                    <a:pt x="24000" y="206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8" name="b.strong/connection 1-2-0"/>
            <p:cNvSpPr/>
            <p:nvPr/>
          </p:nvSpPr>
          <p:spPr>
            <a:xfrm>
              <a:off x="9601200" y="901700"/>
              <a:ext cx="304800" cy="262466"/>
            </a:xfrm>
            <a:custGeom>
              <a:avLst/>
              <a:gdLst/>
              <a:ahLst/>
              <a:cxnLst/>
              <a:rect l="0" t="0" r="r" b="b"/>
              <a:pathLst>
                <a:path w="24000" h="20667">
                  <a:moveTo>
                    <a:pt x="0" y="206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9" name="b.strong/connection 1-2-1"/>
            <p:cNvSpPr/>
            <p:nvPr/>
          </p:nvSpPr>
          <p:spPr>
            <a:xfrm>
              <a:off x="9601200" y="1032933"/>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0" name="b.strong/connection 1-2-2"/>
            <p:cNvSpPr/>
            <p:nvPr/>
          </p:nvSpPr>
          <p:spPr>
            <a:xfrm>
              <a:off x="9601200" y="1164166"/>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1" name="b.strong/connection 1-2-3"/>
            <p:cNvSpPr/>
            <p:nvPr/>
          </p:nvSpPr>
          <p:spPr>
            <a:xfrm>
              <a:off x="9601200" y="1164166"/>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2" name="b.strong/connection 1-3-0"/>
            <p:cNvSpPr/>
            <p:nvPr/>
          </p:nvSpPr>
          <p:spPr>
            <a:xfrm>
              <a:off x="9601200" y="901700"/>
              <a:ext cx="304800" cy="393700"/>
            </a:xfrm>
            <a:custGeom>
              <a:avLst/>
              <a:gdLst/>
              <a:ahLst/>
              <a:cxnLst/>
              <a:rect l="0" t="0" r="r" b="b"/>
              <a:pathLst>
                <a:path w="24000" h="31000">
                  <a:moveTo>
                    <a:pt x="0" y="310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3" name="b.strong/connection 1-3-1"/>
            <p:cNvSpPr/>
            <p:nvPr/>
          </p:nvSpPr>
          <p:spPr>
            <a:xfrm>
              <a:off x="9601200" y="1032933"/>
              <a:ext cx="304800" cy="262466"/>
            </a:xfrm>
            <a:custGeom>
              <a:avLst/>
              <a:gdLst/>
              <a:ahLst/>
              <a:cxnLst/>
              <a:rect l="0" t="0" r="r" b="b"/>
              <a:pathLst>
                <a:path w="24000" h="20667">
                  <a:moveTo>
                    <a:pt x="0" y="206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4" name="b.strong/connection 1-3-2"/>
            <p:cNvSpPr/>
            <p:nvPr/>
          </p:nvSpPr>
          <p:spPr>
            <a:xfrm>
              <a:off x="9601200" y="1164166"/>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5" name="b.strong/connection 1-3-3"/>
            <p:cNvSpPr/>
            <p:nvPr/>
          </p:nvSpPr>
          <p:spPr>
            <a:xfrm>
              <a:off x="9601200" y="12954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6" name="b.strong/connection 2-0-0"/>
            <p:cNvSpPr/>
            <p:nvPr/>
          </p:nvSpPr>
          <p:spPr>
            <a:xfrm>
              <a:off x="9906000" y="9017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7" name="b.strong/connection 2-0-1"/>
            <p:cNvSpPr/>
            <p:nvPr/>
          </p:nvSpPr>
          <p:spPr>
            <a:xfrm>
              <a:off x="9906000" y="901700"/>
              <a:ext cx="304800" cy="196850"/>
            </a:xfrm>
            <a:custGeom>
              <a:avLst/>
              <a:gdLst/>
              <a:ahLst/>
              <a:cxnLst/>
              <a:rect l="0" t="0" r="r" b="b"/>
              <a:pathLst>
                <a:path w="24000" h="15500">
                  <a:moveTo>
                    <a:pt x="0" y="0"/>
                  </a:moveTo>
                  <a:lnTo>
                    <a:pt x="24000" y="155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8" name="b.strong/connection 2-0-2"/>
            <p:cNvSpPr/>
            <p:nvPr/>
          </p:nvSpPr>
          <p:spPr>
            <a:xfrm>
              <a:off x="9906000" y="901700"/>
              <a:ext cx="304800" cy="393700"/>
            </a:xfrm>
            <a:custGeom>
              <a:avLst/>
              <a:gdLst/>
              <a:ahLst/>
              <a:cxnLst/>
              <a:rect l="0" t="0" r="r" b="b"/>
              <a:pathLst>
                <a:path w="24000" h="31000">
                  <a:moveTo>
                    <a:pt x="0" y="0"/>
                  </a:moveTo>
                  <a:lnTo>
                    <a:pt x="240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9" name="b.strong/connection 2-1-0"/>
            <p:cNvSpPr/>
            <p:nvPr/>
          </p:nvSpPr>
          <p:spPr>
            <a:xfrm>
              <a:off x="9906000" y="901700"/>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0" name="b.strong/connection 2-1-1"/>
            <p:cNvSpPr/>
            <p:nvPr/>
          </p:nvSpPr>
          <p:spPr>
            <a:xfrm>
              <a:off x="9906000" y="1032933"/>
              <a:ext cx="304800" cy="65616"/>
            </a:xfrm>
            <a:custGeom>
              <a:avLst/>
              <a:gdLst/>
              <a:ahLst/>
              <a:cxnLst/>
              <a:rect l="0" t="0" r="r" b="b"/>
              <a:pathLst>
                <a:path w="24000" h="5167">
                  <a:moveTo>
                    <a:pt x="0" y="0"/>
                  </a:moveTo>
                  <a:lnTo>
                    <a:pt x="24000" y="51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1" name="b.strong/connection 2-1-2"/>
            <p:cNvSpPr/>
            <p:nvPr/>
          </p:nvSpPr>
          <p:spPr>
            <a:xfrm>
              <a:off x="9906000" y="1032933"/>
              <a:ext cx="304800" cy="262466"/>
            </a:xfrm>
            <a:custGeom>
              <a:avLst/>
              <a:gdLst/>
              <a:ahLst/>
              <a:cxnLst/>
              <a:rect l="0" t="0" r="r" b="b"/>
              <a:pathLst>
                <a:path w="24000" h="20667">
                  <a:moveTo>
                    <a:pt x="0" y="0"/>
                  </a:moveTo>
                  <a:lnTo>
                    <a:pt x="24000" y="206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2" name="b.strong/connection 2-2-0"/>
            <p:cNvSpPr/>
            <p:nvPr/>
          </p:nvSpPr>
          <p:spPr>
            <a:xfrm>
              <a:off x="9906000" y="901700"/>
              <a:ext cx="304800" cy="262466"/>
            </a:xfrm>
            <a:custGeom>
              <a:avLst/>
              <a:gdLst/>
              <a:ahLst/>
              <a:cxnLst/>
              <a:rect l="0" t="0" r="r" b="b"/>
              <a:pathLst>
                <a:path w="24000" h="20667">
                  <a:moveTo>
                    <a:pt x="0" y="206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3" name="b.strong/connection 2-2-1"/>
            <p:cNvSpPr/>
            <p:nvPr/>
          </p:nvSpPr>
          <p:spPr>
            <a:xfrm>
              <a:off x="9906000" y="1098550"/>
              <a:ext cx="304800" cy="65616"/>
            </a:xfrm>
            <a:custGeom>
              <a:avLst/>
              <a:gdLst/>
              <a:ahLst/>
              <a:cxnLst/>
              <a:rect l="0" t="0" r="r" b="b"/>
              <a:pathLst>
                <a:path w="24000" h="5167">
                  <a:moveTo>
                    <a:pt x="0" y="51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4" name="b.strong/connection 2-2-2"/>
            <p:cNvSpPr/>
            <p:nvPr/>
          </p:nvSpPr>
          <p:spPr>
            <a:xfrm>
              <a:off x="9906000" y="1164166"/>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5" name="b.strong/connection 2-3-0"/>
            <p:cNvSpPr/>
            <p:nvPr/>
          </p:nvSpPr>
          <p:spPr>
            <a:xfrm>
              <a:off x="9906000" y="901700"/>
              <a:ext cx="304800" cy="393700"/>
            </a:xfrm>
            <a:custGeom>
              <a:avLst/>
              <a:gdLst/>
              <a:ahLst/>
              <a:cxnLst/>
              <a:rect l="0" t="0" r="r" b="b"/>
              <a:pathLst>
                <a:path w="24000" h="31000">
                  <a:moveTo>
                    <a:pt x="0" y="310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6" name="b.strong/connection 2-3-1"/>
            <p:cNvSpPr/>
            <p:nvPr/>
          </p:nvSpPr>
          <p:spPr>
            <a:xfrm>
              <a:off x="9906000" y="1098550"/>
              <a:ext cx="304800" cy="196850"/>
            </a:xfrm>
            <a:custGeom>
              <a:avLst/>
              <a:gdLst/>
              <a:ahLst/>
              <a:cxnLst/>
              <a:rect l="0" t="0" r="r" b="b"/>
              <a:pathLst>
                <a:path w="24000" h="15500">
                  <a:moveTo>
                    <a:pt x="0" y="155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7" name="b.strong/connection 2-3-2"/>
            <p:cNvSpPr/>
            <p:nvPr/>
          </p:nvSpPr>
          <p:spPr>
            <a:xfrm>
              <a:off x="9906000" y="12954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8" name="b.strong/layer 0 node 0"/>
            <p:cNvSpPr/>
            <p:nvPr/>
          </p:nvSpPr>
          <p:spPr>
            <a:xfrm>
              <a:off x="92576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9" name="b.strong/layer 0 node 1"/>
            <p:cNvSpPr/>
            <p:nvPr/>
          </p:nvSpPr>
          <p:spPr>
            <a:xfrm>
              <a:off x="9257665" y="105981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0" name="b.strong/layer 0 node 2"/>
            <p:cNvSpPr/>
            <p:nvPr/>
          </p:nvSpPr>
          <p:spPr>
            <a:xfrm>
              <a:off x="92576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1" name="b.strong/layer 1 node 0"/>
            <p:cNvSpPr/>
            <p:nvPr/>
          </p:nvSpPr>
          <p:spPr>
            <a:xfrm>
              <a:off x="95624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2" name="b.strong/layer 1 node 1"/>
            <p:cNvSpPr/>
            <p:nvPr/>
          </p:nvSpPr>
          <p:spPr>
            <a:xfrm>
              <a:off x="9562465" y="994198"/>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3" name="b.strong/layer 1 node 2"/>
            <p:cNvSpPr/>
            <p:nvPr/>
          </p:nvSpPr>
          <p:spPr>
            <a:xfrm>
              <a:off x="9562465" y="1125431"/>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4" name="b.strong/layer 1 node 3"/>
            <p:cNvSpPr/>
            <p:nvPr/>
          </p:nvSpPr>
          <p:spPr>
            <a:xfrm>
              <a:off x="95624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5" name="b.strong/layer 2 node 0"/>
            <p:cNvSpPr/>
            <p:nvPr/>
          </p:nvSpPr>
          <p:spPr>
            <a:xfrm>
              <a:off x="98672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6" name="b.strong/layer 2 node 1"/>
            <p:cNvSpPr/>
            <p:nvPr/>
          </p:nvSpPr>
          <p:spPr>
            <a:xfrm>
              <a:off x="9867265" y="994198"/>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7" name="b.strong/layer 2 node 2"/>
            <p:cNvSpPr/>
            <p:nvPr/>
          </p:nvSpPr>
          <p:spPr>
            <a:xfrm>
              <a:off x="9867265" y="1125431"/>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8" name="b.strong/layer 2 node 3"/>
            <p:cNvSpPr/>
            <p:nvPr/>
          </p:nvSpPr>
          <p:spPr>
            <a:xfrm>
              <a:off x="98672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9" name="b.strong/layer 3 node 0"/>
            <p:cNvSpPr/>
            <p:nvPr/>
          </p:nvSpPr>
          <p:spPr>
            <a:xfrm>
              <a:off x="101720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0" name="b.strong/layer 3 node 1"/>
            <p:cNvSpPr/>
            <p:nvPr/>
          </p:nvSpPr>
          <p:spPr>
            <a:xfrm>
              <a:off x="10172065" y="105981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1" name="b.strong/layer 3 node 2"/>
            <p:cNvSpPr/>
            <p:nvPr/>
          </p:nvSpPr>
          <p:spPr>
            <a:xfrm>
              <a:off x="101720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2" name="b.strong/label"/>
            <p:cNvSpPr txBox="1"/>
            <p:nvPr/>
          </p:nvSpPr>
          <p:spPr>
            <a:xfrm>
              <a:off x="9169400" y="1422400"/>
              <a:ext cx="1168400" cy="241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60" b="0" i="0">
                  <a:solidFill>
                    <a:srgbClr val="0E2841"/>
                  </a:solidFill>
                  <a:latin typeface="Comic Sans MS"/>
                  <a:ea typeface="Comic Sans MS"/>
                  <a:cs typeface="Comic Sans MS"/>
                </a:rPr>
                <a:t>Strong S</a:t>
              </a:r>
            </a:p>
          </p:txBody>
        </p:sp>
        <p:sp>
          <p:nvSpPr>
            <p:cNvPr id="483" name="b.strong/frozen/white outline"/>
            <p:cNvSpPr/>
            <p:nvPr/>
          </p:nvSpPr>
          <p:spPr>
            <a:xfrm>
              <a:off x="90678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4" name="b.strong/frozen/blue crystal"/>
            <p:cNvSpPr/>
            <p:nvPr/>
          </p:nvSpPr>
          <p:spPr>
            <a:xfrm>
              <a:off x="90678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485" name="b.weak"/>
          <p:cNvGrpSpPr/>
          <p:nvPr/>
        </p:nvGrpSpPr>
        <p:grpSpPr>
          <a:xfrm>
            <a:off x="10464800" y="648611"/>
            <a:ext cx="1282700" cy="1053189"/>
            <a:chOff x="10464800" y="648611"/>
            <a:chExt cx="1282700" cy="1053189"/>
          </a:xfrm>
        </p:grpSpPr>
        <p:sp>
          <p:nvSpPr>
            <p:cNvPr id="486" name="b.weak/box"/>
            <p:cNvSpPr/>
            <p:nvPr/>
          </p:nvSpPr>
          <p:spPr>
            <a:xfrm>
              <a:off x="10528300" y="723900"/>
              <a:ext cx="1219200" cy="977900"/>
            </a:xfrm>
            <a:custGeom>
              <a:avLst/>
              <a:gdLst/>
              <a:ahLst/>
              <a:cxnLst/>
              <a:rect l="0" t="0" r="r" b="b"/>
              <a:pathLst>
                <a:path w="96000" h="77000">
                  <a:moveTo>
                    <a:pt x="8000" y="0"/>
                  </a:moveTo>
                  <a:lnTo>
                    <a:pt x="88000" y="0"/>
                  </a:lnTo>
                  <a:cubicBezTo>
                    <a:pt x="92418" y="0"/>
                    <a:pt x="96000" y="3582"/>
                    <a:pt x="96000" y="8000"/>
                  </a:cubicBezTo>
                  <a:lnTo>
                    <a:pt x="96000" y="69000"/>
                  </a:lnTo>
                  <a:cubicBezTo>
                    <a:pt x="96000" y="73418"/>
                    <a:pt x="92418" y="77000"/>
                    <a:pt x="88000" y="77000"/>
                  </a:cubicBezTo>
                  <a:lnTo>
                    <a:pt x="8000" y="77000"/>
                  </a:lnTo>
                  <a:cubicBezTo>
                    <a:pt x="3582" y="77000"/>
                    <a:pt x="0" y="73418"/>
                    <a:pt x="0" y="69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7" name="b.weak/connection 0-0-0"/>
            <p:cNvSpPr/>
            <p:nvPr/>
          </p:nvSpPr>
          <p:spPr>
            <a:xfrm>
              <a:off x="10801350" y="901700"/>
              <a:ext cx="336550" cy="127"/>
            </a:xfrm>
            <a:custGeom>
              <a:avLst/>
              <a:gdLst/>
              <a:ahLst/>
              <a:cxnLst/>
              <a:rect l="0" t="0" r="r" b="b"/>
              <a:pathLst>
                <a:path w="26500" h="10">
                  <a:moveTo>
                    <a:pt x="0" y="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8" name="b.weak/connection 0-0-1"/>
            <p:cNvSpPr/>
            <p:nvPr/>
          </p:nvSpPr>
          <p:spPr>
            <a:xfrm>
              <a:off x="10801350" y="901700"/>
              <a:ext cx="336550" cy="196850"/>
            </a:xfrm>
            <a:custGeom>
              <a:avLst/>
              <a:gdLst/>
              <a:ahLst/>
              <a:cxnLst/>
              <a:rect l="0" t="0" r="r" b="b"/>
              <a:pathLst>
                <a:path w="26500" h="15500">
                  <a:moveTo>
                    <a:pt x="0" y="0"/>
                  </a:moveTo>
                  <a:lnTo>
                    <a:pt x="26500" y="155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9" name="b.weak/connection 0-0-2"/>
            <p:cNvSpPr/>
            <p:nvPr/>
          </p:nvSpPr>
          <p:spPr>
            <a:xfrm>
              <a:off x="10801350" y="901700"/>
              <a:ext cx="336550" cy="393700"/>
            </a:xfrm>
            <a:custGeom>
              <a:avLst/>
              <a:gdLst/>
              <a:ahLst/>
              <a:cxnLst/>
              <a:rect l="0" t="0" r="r" b="b"/>
              <a:pathLst>
                <a:path w="26500" h="31000">
                  <a:moveTo>
                    <a:pt x="0" y="0"/>
                  </a:moveTo>
                  <a:lnTo>
                    <a:pt x="265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0" name="b.weak/connection 0-1-0"/>
            <p:cNvSpPr/>
            <p:nvPr/>
          </p:nvSpPr>
          <p:spPr>
            <a:xfrm>
              <a:off x="10801350" y="901700"/>
              <a:ext cx="336550" cy="393700"/>
            </a:xfrm>
            <a:custGeom>
              <a:avLst/>
              <a:gdLst/>
              <a:ahLst/>
              <a:cxnLst/>
              <a:rect l="0" t="0" r="r" b="b"/>
              <a:pathLst>
                <a:path w="26500" h="31000">
                  <a:moveTo>
                    <a:pt x="0" y="3100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1" name="b.weak/connection 0-1-1"/>
            <p:cNvSpPr/>
            <p:nvPr/>
          </p:nvSpPr>
          <p:spPr>
            <a:xfrm>
              <a:off x="10801350" y="1098550"/>
              <a:ext cx="336550" cy="196850"/>
            </a:xfrm>
            <a:custGeom>
              <a:avLst/>
              <a:gdLst/>
              <a:ahLst/>
              <a:cxnLst/>
              <a:rect l="0" t="0" r="r" b="b"/>
              <a:pathLst>
                <a:path w="26500" h="15500">
                  <a:moveTo>
                    <a:pt x="0" y="1550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2" name="b.weak/connection 0-1-2"/>
            <p:cNvSpPr/>
            <p:nvPr/>
          </p:nvSpPr>
          <p:spPr>
            <a:xfrm>
              <a:off x="10801350" y="1295400"/>
              <a:ext cx="336550" cy="127"/>
            </a:xfrm>
            <a:custGeom>
              <a:avLst/>
              <a:gdLst/>
              <a:ahLst/>
              <a:cxnLst/>
              <a:rect l="0" t="0" r="r" b="b"/>
              <a:pathLst>
                <a:path w="26500" h="10">
                  <a:moveTo>
                    <a:pt x="0" y="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3" name="b.weak/connection 1-0-0"/>
            <p:cNvSpPr/>
            <p:nvPr/>
          </p:nvSpPr>
          <p:spPr>
            <a:xfrm>
              <a:off x="11137900" y="901700"/>
              <a:ext cx="336550" cy="127"/>
            </a:xfrm>
            <a:custGeom>
              <a:avLst/>
              <a:gdLst/>
              <a:ahLst/>
              <a:cxnLst/>
              <a:rect l="0" t="0" r="r" b="b"/>
              <a:pathLst>
                <a:path w="26500" h="10">
                  <a:moveTo>
                    <a:pt x="0" y="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4" name="b.weak/connection 1-0-1"/>
            <p:cNvSpPr/>
            <p:nvPr/>
          </p:nvSpPr>
          <p:spPr>
            <a:xfrm>
              <a:off x="11137900" y="901700"/>
              <a:ext cx="336550" cy="393700"/>
            </a:xfrm>
            <a:custGeom>
              <a:avLst/>
              <a:gdLst/>
              <a:ahLst/>
              <a:cxnLst/>
              <a:rect l="0" t="0" r="r" b="b"/>
              <a:pathLst>
                <a:path w="26500" h="31000">
                  <a:moveTo>
                    <a:pt x="0" y="0"/>
                  </a:moveTo>
                  <a:lnTo>
                    <a:pt x="265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5" name="b.weak/connection 1-1-0"/>
            <p:cNvSpPr/>
            <p:nvPr/>
          </p:nvSpPr>
          <p:spPr>
            <a:xfrm>
              <a:off x="11137900" y="901700"/>
              <a:ext cx="336550" cy="196850"/>
            </a:xfrm>
            <a:custGeom>
              <a:avLst/>
              <a:gdLst/>
              <a:ahLst/>
              <a:cxnLst/>
              <a:rect l="0" t="0" r="r" b="b"/>
              <a:pathLst>
                <a:path w="26500" h="15500">
                  <a:moveTo>
                    <a:pt x="0" y="1550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6" name="b.weak/connection 1-1-1"/>
            <p:cNvSpPr/>
            <p:nvPr/>
          </p:nvSpPr>
          <p:spPr>
            <a:xfrm>
              <a:off x="11137900" y="1098550"/>
              <a:ext cx="336550" cy="196850"/>
            </a:xfrm>
            <a:custGeom>
              <a:avLst/>
              <a:gdLst/>
              <a:ahLst/>
              <a:cxnLst/>
              <a:rect l="0" t="0" r="r" b="b"/>
              <a:pathLst>
                <a:path w="26500" h="15500">
                  <a:moveTo>
                    <a:pt x="0" y="0"/>
                  </a:moveTo>
                  <a:lnTo>
                    <a:pt x="26500" y="155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7" name="b.weak/connection 1-2-0"/>
            <p:cNvSpPr/>
            <p:nvPr/>
          </p:nvSpPr>
          <p:spPr>
            <a:xfrm>
              <a:off x="11137900" y="901700"/>
              <a:ext cx="336550" cy="393700"/>
            </a:xfrm>
            <a:custGeom>
              <a:avLst/>
              <a:gdLst/>
              <a:ahLst/>
              <a:cxnLst/>
              <a:rect l="0" t="0" r="r" b="b"/>
              <a:pathLst>
                <a:path w="26500" h="31000">
                  <a:moveTo>
                    <a:pt x="0" y="3100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8" name="b.weak/connection 1-2-1"/>
            <p:cNvSpPr/>
            <p:nvPr/>
          </p:nvSpPr>
          <p:spPr>
            <a:xfrm>
              <a:off x="11137900" y="1295400"/>
              <a:ext cx="336550" cy="127"/>
            </a:xfrm>
            <a:custGeom>
              <a:avLst/>
              <a:gdLst/>
              <a:ahLst/>
              <a:cxnLst/>
              <a:rect l="0" t="0" r="r" b="b"/>
              <a:pathLst>
                <a:path w="26500" h="10">
                  <a:moveTo>
                    <a:pt x="0" y="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9" name="b.weak/layer 0 node 0"/>
            <p:cNvSpPr/>
            <p:nvPr/>
          </p:nvSpPr>
          <p:spPr>
            <a:xfrm>
              <a:off x="1076261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0" name="b.weak/layer 0 node 1"/>
            <p:cNvSpPr/>
            <p:nvPr/>
          </p:nvSpPr>
          <p:spPr>
            <a:xfrm>
              <a:off x="1076261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1" name="b.weak/layer 1 node 0"/>
            <p:cNvSpPr/>
            <p:nvPr/>
          </p:nvSpPr>
          <p:spPr>
            <a:xfrm>
              <a:off x="110991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2" name="b.weak/layer 1 node 1"/>
            <p:cNvSpPr/>
            <p:nvPr/>
          </p:nvSpPr>
          <p:spPr>
            <a:xfrm>
              <a:off x="11099165" y="105981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3" name="b.weak/layer 1 node 2"/>
            <p:cNvSpPr/>
            <p:nvPr/>
          </p:nvSpPr>
          <p:spPr>
            <a:xfrm>
              <a:off x="110991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4" name="b.weak/layer 2 node 0"/>
            <p:cNvSpPr/>
            <p:nvPr/>
          </p:nvSpPr>
          <p:spPr>
            <a:xfrm>
              <a:off x="1143571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5" name="b.weak/layer 2 node 1"/>
            <p:cNvSpPr/>
            <p:nvPr/>
          </p:nvSpPr>
          <p:spPr>
            <a:xfrm>
              <a:off x="1143571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6" name="b.weak/label"/>
            <p:cNvSpPr txBox="1"/>
            <p:nvPr/>
          </p:nvSpPr>
          <p:spPr>
            <a:xfrm>
              <a:off x="10566400" y="1422400"/>
              <a:ext cx="1143000" cy="241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60" b="0" i="0">
                  <a:solidFill>
                    <a:srgbClr val="0E2841"/>
                  </a:solidFill>
                  <a:latin typeface="Comic Sans MS"/>
                  <a:ea typeface="Comic Sans MS"/>
                  <a:cs typeface="Comic Sans MS"/>
                </a:rPr>
                <a:t>Weak W</a:t>
              </a:r>
              <a:r>
                <a:rPr sz="1360" b="0" i="0" baseline="-25000">
                  <a:solidFill>
                    <a:srgbClr val="0E2841"/>
                  </a:solidFill>
                  <a:latin typeface="Comic Sans MS"/>
                  <a:ea typeface="Comic Sans MS"/>
                  <a:cs typeface="Comic Sans MS"/>
                </a:rPr>
                <a:t>θ</a:t>
              </a:r>
            </a:p>
          </p:txBody>
        </p:sp>
        <p:sp>
          <p:nvSpPr>
            <p:cNvPr id="507" name="b.weak/frozen/white outline"/>
            <p:cNvSpPr/>
            <p:nvPr/>
          </p:nvSpPr>
          <p:spPr>
            <a:xfrm>
              <a:off x="104648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8" name="b.weak/frozen/blue crystal"/>
            <p:cNvSpPr/>
            <p:nvPr/>
          </p:nvSpPr>
          <p:spPr>
            <a:xfrm>
              <a:off x="104648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09" name="b.scale"/>
          <p:cNvGrpSpPr/>
          <p:nvPr/>
        </p:nvGrpSpPr>
        <p:grpSpPr>
          <a:xfrm>
            <a:off x="11836400" y="648611"/>
            <a:ext cx="1282700" cy="1053189"/>
            <a:chOff x="11836400" y="648611"/>
            <a:chExt cx="1282700" cy="1053189"/>
          </a:xfrm>
        </p:grpSpPr>
        <p:sp>
          <p:nvSpPr>
            <p:cNvPr id="510" name="b.scale/box"/>
            <p:cNvSpPr/>
            <p:nvPr/>
          </p:nvSpPr>
          <p:spPr>
            <a:xfrm>
              <a:off x="11899900" y="723900"/>
              <a:ext cx="1219200" cy="977900"/>
            </a:xfrm>
            <a:custGeom>
              <a:avLst/>
              <a:gdLst/>
              <a:ahLst/>
              <a:cxnLst/>
              <a:rect l="0" t="0" r="r" b="b"/>
              <a:pathLst>
                <a:path w="96000" h="77000">
                  <a:moveTo>
                    <a:pt x="8000" y="0"/>
                  </a:moveTo>
                  <a:lnTo>
                    <a:pt x="88000" y="0"/>
                  </a:lnTo>
                  <a:cubicBezTo>
                    <a:pt x="92418" y="0"/>
                    <a:pt x="96000" y="3582"/>
                    <a:pt x="96000" y="8000"/>
                  </a:cubicBezTo>
                  <a:lnTo>
                    <a:pt x="96000" y="69000"/>
                  </a:lnTo>
                  <a:cubicBezTo>
                    <a:pt x="96000" y="73418"/>
                    <a:pt x="92418" y="77000"/>
                    <a:pt x="88000" y="77000"/>
                  </a:cubicBezTo>
                  <a:lnTo>
                    <a:pt x="8000" y="77000"/>
                  </a:lnTo>
                  <a:cubicBezTo>
                    <a:pt x="3582" y="77000"/>
                    <a:pt x="0" y="73418"/>
                    <a:pt x="0" y="69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1" name="b.scale/time axis"/>
            <p:cNvSpPr/>
            <p:nvPr/>
          </p:nvSpPr>
          <p:spPr>
            <a:xfrm>
              <a:off x="12115800" y="1193800"/>
              <a:ext cx="850900" cy="127"/>
            </a:xfrm>
            <a:custGeom>
              <a:avLst/>
              <a:gdLst/>
              <a:ahLst/>
              <a:cxnLst/>
              <a:rect l="0" t="0" r="r" b="b"/>
              <a:pathLst>
                <a:path w="67000" h="10">
                  <a:moveTo>
                    <a:pt x="0" y="0"/>
                  </a:moveTo>
                  <a:lnTo>
                    <a:pt x="67000" y="0"/>
                  </a:lnTo>
                </a:path>
              </a:pathLst>
            </a:custGeom>
            <a:noFill/>
            <a:ln w="8255">
              <a:solidFill>
                <a:srgbClr val="91A0A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2" name="b.scale/value axis"/>
            <p:cNvSpPr/>
            <p:nvPr/>
          </p:nvSpPr>
          <p:spPr>
            <a:xfrm>
              <a:off x="12115800" y="850900"/>
              <a:ext cx="127" cy="495300"/>
            </a:xfrm>
            <a:custGeom>
              <a:avLst/>
              <a:gdLst/>
              <a:ahLst/>
              <a:cxnLst/>
              <a:rect l="0" t="0" r="r" b="b"/>
              <a:pathLst>
                <a:path w="10" h="39000">
                  <a:moveTo>
                    <a:pt x="0" y="0"/>
                  </a:moveTo>
                  <a:lnTo>
                    <a:pt x="0" y="39000"/>
                  </a:lnTo>
                </a:path>
              </a:pathLst>
            </a:custGeom>
            <a:noFill/>
            <a:ln w="8255">
              <a:solidFill>
                <a:srgbClr val="91A0A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3" name="b.scale/signed schedule"/>
            <p:cNvSpPr/>
            <p:nvPr/>
          </p:nvSpPr>
          <p:spPr>
            <a:xfrm>
              <a:off x="12141200" y="952500"/>
              <a:ext cx="774700" cy="330200"/>
            </a:xfrm>
            <a:custGeom>
              <a:avLst/>
              <a:gdLst/>
              <a:ahLst/>
              <a:cxnLst/>
              <a:rect l="0" t="0" r="r" b="b"/>
              <a:pathLst>
                <a:path w="61000" h="26000">
                  <a:moveTo>
                    <a:pt x="0" y="13000"/>
                  </a:moveTo>
                  <a:lnTo>
                    <a:pt x="12000" y="13000"/>
                  </a:lnTo>
                  <a:lnTo>
                    <a:pt x="12000" y="0"/>
                  </a:lnTo>
                  <a:lnTo>
                    <a:pt x="24000" y="0"/>
                  </a:lnTo>
                  <a:lnTo>
                    <a:pt x="24000" y="9000"/>
                  </a:lnTo>
                  <a:lnTo>
                    <a:pt x="36000" y="9000"/>
                  </a:lnTo>
                  <a:lnTo>
                    <a:pt x="36000" y="26000"/>
                  </a:lnTo>
                  <a:lnTo>
                    <a:pt x="48000" y="26000"/>
                  </a:lnTo>
                  <a:lnTo>
                    <a:pt x="48000" y="14000"/>
                  </a:lnTo>
                  <a:lnTo>
                    <a:pt x="61000" y="14000"/>
                  </a:lnTo>
                </a:path>
              </a:pathLst>
            </a:custGeom>
            <a:noFill/>
            <a:ln w="2095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4" name="b.scale/label"/>
            <p:cNvSpPr txBox="1"/>
            <p:nvPr/>
          </p:nvSpPr>
          <p:spPr>
            <a:xfrm>
              <a:off x="11938000" y="1422400"/>
              <a:ext cx="1143000" cy="241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60" b="0" i="0">
                  <a:solidFill>
                    <a:srgbClr val="0E2841"/>
                  </a:solidFill>
                  <a:latin typeface="Comic Sans MS"/>
                  <a:ea typeface="Comic Sans MS"/>
                  <a:cs typeface="Comic Sans MS"/>
                </a:rPr>
                <a:t>Scale a</a:t>
              </a:r>
              <a:r>
                <a:rPr sz="1360" b="0" i="0" baseline="-25000">
                  <a:solidFill>
                    <a:srgbClr val="0E2841"/>
                  </a:solidFill>
                  <a:latin typeface="Comic Sans MS"/>
                  <a:ea typeface="Comic Sans MS"/>
                  <a:cs typeface="Comic Sans MS"/>
                </a:rPr>
                <a:t>α</a:t>
              </a:r>
            </a:p>
          </p:txBody>
        </p:sp>
        <p:sp>
          <p:nvSpPr>
            <p:cNvPr id="515" name="b.scale/frozen/white outline"/>
            <p:cNvSpPr/>
            <p:nvPr/>
          </p:nvSpPr>
          <p:spPr>
            <a:xfrm>
              <a:off x="118364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6" name="b.scale/frozen/blue crystal"/>
            <p:cNvSpPr/>
            <p:nvPr/>
          </p:nvSpPr>
          <p:spPr>
            <a:xfrm>
              <a:off x="118364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17" name="b.merge"/>
          <p:cNvGrpSpPr/>
          <p:nvPr/>
        </p:nvGrpSpPr>
        <p:grpSpPr>
          <a:xfrm>
            <a:off x="9753600" y="1701800"/>
            <a:ext cx="2756027" cy="266700"/>
            <a:chOff x="9753600" y="1701800"/>
            <a:chExt cx="2756027" cy="266700"/>
          </a:xfrm>
        </p:grpSpPr>
        <p:sp>
          <p:nvSpPr>
            <p:cNvPr id="518" name="b.merge/228"/>
            <p:cNvSpPr/>
            <p:nvPr/>
          </p:nvSpPr>
          <p:spPr>
            <a:xfrm>
              <a:off x="9753600" y="1701800"/>
              <a:ext cx="127" cy="165100"/>
            </a:xfrm>
            <a:custGeom>
              <a:avLst/>
              <a:gdLst/>
              <a:ahLst/>
              <a:cxnLst/>
              <a:rect l="0" t="0" r="r" b="b"/>
              <a:pathLst>
                <a:path w="10" h="13000">
                  <a:moveTo>
                    <a:pt x="0" y="0"/>
                  </a:moveTo>
                  <a:lnTo>
                    <a:pt x="0" y="1300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9" name="b.merge/337"/>
            <p:cNvSpPr/>
            <p:nvPr/>
          </p:nvSpPr>
          <p:spPr>
            <a:xfrm>
              <a:off x="11137900" y="1701800"/>
              <a:ext cx="127" cy="165100"/>
            </a:xfrm>
            <a:custGeom>
              <a:avLst/>
              <a:gdLst/>
              <a:ahLst/>
              <a:cxnLst/>
              <a:rect l="0" t="0" r="r" b="b"/>
              <a:pathLst>
                <a:path w="10" h="13000">
                  <a:moveTo>
                    <a:pt x="0" y="0"/>
                  </a:moveTo>
                  <a:lnTo>
                    <a:pt x="0" y="1300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0" name="b.merge/445"/>
            <p:cNvSpPr/>
            <p:nvPr/>
          </p:nvSpPr>
          <p:spPr>
            <a:xfrm>
              <a:off x="12509500" y="1701800"/>
              <a:ext cx="127" cy="165100"/>
            </a:xfrm>
            <a:custGeom>
              <a:avLst/>
              <a:gdLst/>
              <a:ahLst/>
              <a:cxnLst/>
              <a:rect l="0" t="0" r="r" b="b"/>
              <a:pathLst>
                <a:path w="10" h="13000">
                  <a:moveTo>
                    <a:pt x="0" y="0"/>
                  </a:moveTo>
                  <a:lnTo>
                    <a:pt x="0" y="1300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1" name="b.merge/bus"/>
            <p:cNvSpPr/>
            <p:nvPr/>
          </p:nvSpPr>
          <p:spPr>
            <a:xfrm>
              <a:off x="9753600" y="1866900"/>
              <a:ext cx="2755900" cy="127"/>
            </a:xfrm>
            <a:custGeom>
              <a:avLst/>
              <a:gdLst/>
              <a:ahLst/>
              <a:cxnLst/>
              <a:rect l="0" t="0" r="r" b="b"/>
              <a:pathLst>
                <a:path w="217000" h="10">
                  <a:moveTo>
                    <a:pt x="0" y="0"/>
                  </a:moveTo>
                  <a:lnTo>
                    <a:pt x="217000" y="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2" name="b.merge/output"/>
            <p:cNvSpPr/>
            <p:nvPr/>
          </p:nvSpPr>
          <p:spPr>
            <a:xfrm>
              <a:off x="11137900" y="1866900"/>
              <a:ext cx="127" cy="101600"/>
            </a:xfrm>
            <a:custGeom>
              <a:avLst/>
              <a:gdLst/>
              <a:ahLst/>
              <a:cxnLst/>
              <a:rect l="0" t="0" r="r" b="b"/>
              <a:pathLst>
                <a:path w="10" h="8000">
                  <a:moveTo>
                    <a:pt x="0" y="0"/>
                  </a:moveTo>
                  <a:lnTo>
                    <a:pt x="0" y="800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3" name="b.merge/output head"/>
            <p:cNvSpPr/>
            <p:nvPr/>
          </p:nvSpPr>
          <p:spPr>
            <a:xfrm>
              <a:off x="11103610" y="1892300"/>
              <a:ext cx="68580"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24" name="b.sampler"/>
          <p:cNvGrpSpPr/>
          <p:nvPr/>
        </p:nvGrpSpPr>
        <p:grpSpPr>
          <a:xfrm>
            <a:off x="9144000" y="1968500"/>
            <a:ext cx="3962400" cy="711200"/>
            <a:chOff x="9144000" y="1968500"/>
            <a:chExt cx="3962400" cy="711200"/>
          </a:xfrm>
        </p:grpSpPr>
        <p:sp>
          <p:nvSpPr>
            <p:cNvPr id="525" name="b.sampler/guided prediction"/>
            <p:cNvSpPr txBox="1"/>
            <p:nvPr/>
          </p:nvSpPr>
          <p:spPr>
            <a:xfrm>
              <a:off x="9144000" y="1968500"/>
              <a:ext cx="3962400" cy="3302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60" b="0" i="0">
                  <a:solidFill>
                    <a:srgbClr val="0E2841"/>
                  </a:solidFill>
                  <a:latin typeface="Comic Sans MS"/>
                  <a:ea typeface="Comic Sans MS"/>
                  <a:cs typeface="Comic Sans MS"/>
                </a:rPr>
                <a:t>S + a</a:t>
              </a:r>
              <a:r>
                <a:rPr sz="1660" b="0" i="0" baseline="-25000">
                  <a:solidFill>
                    <a:srgbClr val="0E2841"/>
                  </a:solidFill>
                  <a:latin typeface="Comic Sans MS"/>
                  <a:ea typeface="Comic Sans MS"/>
                  <a:cs typeface="Comic Sans MS"/>
                </a:rPr>
                <a:t>α</a:t>
              </a:r>
              <a:r>
                <a:rPr sz="1660" b="0" i="0">
                  <a:solidFill>
                    <a:srgbClr val="0E2841"/>
                  </a:solidFill>
                  <a:latin typeface="Comic Sans MS"/>
                  <a:ea typeface="Comic Sans MS"/>
                  <a:cs typeface="Comic Sans MS"/>
                </a:rPr>
                <a:t>(t)(S − W</a:t>
              </a:r>
              <a:r>
                <a:rPr sz="1660" b="0" i="0" baseline="-25000">
                  <a:solidFill>
                    <a:srgbClr val="0E2841"/>
                  </a:solidFill>
                  <a:latin typeface="Comic Sans MS"/>
                  <a:ea typeface="Comic Sans MS"/>
                  <a:cs typeface="Comic Sans MS"/>
                </a:rPr>
                <a:t>θ</a:t>
              </a:r>
              <a:r>
                <a:rPr sz="1660" b="0" i="0">
                  <a:solidFill>
                    <a:srgbClr val="0E2841"/>
                  </a:solidFill>
                  <a:latin typeface="Comic Sans MS"/>
                  <a:ea typeface="Comic Sans MS"/>
                  <a:cs typeface="Comic Sans MS"/>
                </a:rPr>
                <a:t>)</a:t>
              </a:r>
            </a:p>
          </p:txBody>
        </p:sp>
        <p:sp>
          <p:nvSpPr>
            <p:cNvPr id="526" name="b.sampler/noise state"/>
            <p:cNvSpPr txBox="1"/>
            <p:nvPr/>
          </p:nvSpPr>
          <p:spPr>
            <a:xfrm>
              <a:off x="9271000" y="2374900"/>
              <a:ext cx="4064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30" b="0" i="0">
                  <a:solidFill>
                    <a:srgbClr val="0E2841"/>
                  </a:solidFill>
                  <a:latin typeface="Comic Sans MS"/>
                  <a:ea typeface="Comic Sans MS"/>
                  <a:cs typeface="Comic Sans MS"/>
                </a:rPr>
                <a:t>z</a:t>
              </a:r>
            </a:p>
          </p:txBody>
        </p:sp>
        <p:sp>
          <p:nvSpPr>
            <p:cNvPr id="527" name="b.sampler/middle state"/>
            <p:cNvSpPr txBox="1"/>
            <p:nvPr/>
          </p:nvSpPr>
          <p:spPr>
            <a:xfrm>
              <a:off x="10845800" y="2374900"/>
              <a:ext cx="5334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30" b="0" i="0">
                  <a:solidFill>
                    <a:srgbClr val="0E2841"/>
                  </a:solidFill>
                  <a:latin typeface="Comic Sans MS"/>
                  <a:ea typeface="Comic Sans MS"/>
                  <a:cs typeface="Comic Sans MS"/>
                </a:rPr>
                <a:t>x</a:t>
              </a:r>
              <a:r>
                <a:rPr sz="1530" b="0" i="0" baseline="-25000">
                  <a:solidFill>
                    <a:srgbClr val="0E2841"/>
                  </a:solidFill>
                  <a:latin typeface="Comic Sans MS"/>
                  <a:ea typeface="Comic Sans MS"/>
                  <a:cs typeface="Comic Sans MS"/>
                </a:rPr>
                <a:t>t</a:t>
              </a:r>
            </a:p>
          </p:txBody>
        </p:sp>
        <p:sp>
          <p:nvSpPr>
            <p:cNvPr id="528" name="b.sampler/final state"/>
            <p:cNvSpPr txBox="1"/>
            <p:nvPr/>
          </p:nvSpPr>
          <p:spPr>
            <a:xfrm>
              <a:off x="12242800" y="2374900"/>
              <a:ext cx="5715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30" b="0" i="0">
                  <a:solidFill>
                    <a:srgbClr val="0E2841"/>
                  </a:solidFill>
                  <a:latin typeface="Comic Sans MS"/>
                  <a:ea typeface="Comic Sans MS"/>
                  <a:cs typeface="Comic Sans MS"/>
                </a:rPr>
                <a:t>x</a:t>
              </a:r>
              <a:r>
                <a:rPr sz="1530" b="0" i="0" baseline="-25000">
                  <a:solidFill>
                    <a:srgbClr val="0E2841"/>
                  </a:solidFill>
                  <a:latin typeface="Comic Sans MS"/>
                  <a:ea typeface="Comic Sans MS"/>
                  <a:cs typeface="Comic Sans MS"/>
                </a:rPr>
                <a:t>1</a:t>
              </a:r>
            </a:p>
          </p:txBody>
        </p:sp>
      </p:grpSp>
      <p:grpSp>
        <p:nvGrpSpPr>
          <p:cNvPr id="529" name="b.trajectory"/>
          <p:cNvGrpSpPr/>
          <p:nvPr/>
        </p:nvGrpSpPr>
        <p:grpSpPr>
          <a:xfrm>
            <a:off x="9715500" y="2493010"/>
            <a:ext cx="2463800" cy="68579"/>
            <a:chOff x="9715500" y="2493010"/>
            <a:chExt cx="2463800" cy="68579"/>
          </a:xfrm>
        </p:grpSpPr>
        <p:sp>
          <p:nvSpPr>
            <p:cNvPr id="530" name="b.trajectory/early"/>
            <p:cNvSpPr/>
            <p:nvPr/>
          </p:nvSpPr>
          <p:spPr>
            <a:xfrm>
              <a:off x="9715500" y="2527300"/>
              <a:ext cx="1054100" cy="127"/>
            </a:xfrm>
            <a:custGeom>
              <a:avLst/>
              <a:gdLst/>
              <a:ahLst/>
              <a:cxnLst/>
              <a:rect l="0" t="0" r="r" b="b"/>
              <a:pathLst>
                <a:path w="83000" h="10">
                  <a:moveTo>
                    <a:pt x="0" y="0"/>
                  </a:moveTo>
                  <a:lnTo>
                    <a:pt x="83000" y="0"/>
                  </a:lnTo>
                </a:path>
              </a:pathLst>
            </a:custGeom>
            <a:noFill/>
            <a:ln w="1651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1" name="b.trajectory/early head"/>
            <p:cNvSpPr/>
            <p:nvPr/>
          </p:nvSpPr>
          <p:spPr>
            <a:xfrm>
              <a:off x="10693400" y="2493010"/>
              <a:ext cx="76200" cy="68579"/>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2" name="b.trajectory/late"/>
            <p:cNvSpPr/>
            <p:nvPr/>
          </p:nvSpPr>
          <p:spPr>
            <a:xfrm>
              <a:off x="11442700" y="2527300"/>
              <a:ext cx="736600" cy="127"/>
            </a:xfrm>
            <a:custGeom>
              <a:avLst/>
              <a:gdLst/>
              <a:ahLst/>
              <a:cxnLst/>
              <a:rect l="0" t="0" r="r" b="b"/>
              <a:pathLst>
                <a:path w="58000" h="10">
                  <a:moveTo>
                    <a:pt x="0" y="0"/>
                  </a:moveTo>
                  <a:lnTo>
                    <a:pt x="58000" y="0"/>
                  </a:lnTo>
                </a:path>
              </a:pathLst>
            </a:custGeom>
            <a:noFill/>
            <a:ln w="1651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3" name="b.trajectory/late head"/>
            <p:cNvSpPr/>
            <p:nvPr/>
          </p:nvSpPr>
          <p:spPr>
            <a:xfrm>
              <a:off x="12103100" y="2493010"/>
              <a:ext cx="76200" cy="68579"/>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34" name="b.noise"/>
          <p:cNvGrpSpPr/>
          <p:nvPr/>
        </p:nvGrpSpPr>
        <p:grpSpPr>
          <a:xfrm>
            <a:off x="7581900" y="711200"/>
            <a:ext cx="1041400" cy="838200"/>
            <a:chOff x="7581900" y="711200"/>
            <a:chExt cx="1041400" cy="838200"/>
          </a:xfrm>
        </p:grpSpPr>
        <p:pic>
          <p:nvPicPr>
            <p:cNvPr id="535" name="b.noise/texture" descr="image.png"/>
            <p:cNvPicPr>
              <a:picLocks noChangeAspect="1"/>
            </p:cNvPicPr>
            <p:nvPr/>
          </p:nvPicPr>
          <p:blipFill>
            <a:blip r:embed="rId2"/>
            <a:stretch>
              <a:fillRect/>
            </a:stretch>
          </p:blipFill>
          <p:spPr>
            <a:xfrm>
              <a:off x="7696200" y="711200"/>
              <a:ext cx="812800" cy="482600"/>
            </a:xfrm>
            <a:prstGeom prst="rect">
              <a:avLst/>
            </a:prstGeom>
          </p:spPr>
        </p:pic>
        <p:sp>
          <p:nvSpPr>
            <p:cNvPr id="536" name="b.noise/label"/>
            <p:cNvSpPr txBox="1"/>
            <p:nvPr/>
          </p:nvSpPr>
          <p:spPr>
            <a:xfrm>
              <a:off x="7581900" y="1244600"/>
              <a:ext cx="10414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20" b="0" i="0">
                  <a:solidFill>
                    <a:srgbClr val="0E2841"/>
                  </a:solidFill>
                  <a:latin typeface="Comic Sans MS"/>
                  <a:ea typeface="Comic Sans MS"/>
                  <a:cs typeface="Comic Sans MS"/>
                </a:rPr>
                <a:t>Noise z</a:t>
              </a:r>
            </a:p>
          </p:txBody>
        </p:sp>
      </p:grpSp>
      <p:grpSp>
        <p:nvGrpSpPr>
          <p:cNvPr id="537" name="b.input"/>
          <p:cNvGrpSpPr/>
          <p:nvPr/>
        </p:nvGrpSpPr>
        <p:grpSpPr>
          <a:xfrm>
            <a:off x="7658100" y="930910"/>
            <a:ext cx="1295400" cy="1723390"/>
            <a:chOff x="7658100" y="930910"/>
            <a:chExt cx="1295400" cy="1723390"/>
          </a:xfrm>
        </p:grpSpPr>
        <p:sp>
          <p:nvSpPr>
            <p:cNvPr id="538" name="b.input/noise"/>
            <p:cNvSpPr/>
            <p:nvPr/>
          </p:nvSpPr>
          <p:spPr>
            <a:xfrm>
              <a:off x="8521700" y="965200"/>
              <a:ext cx="431800" cy="127"/>
            </a:xfrm>
            <a:custGeom>
              <a:avLst/>
              <a:gdLst/>
              <a:ahLst/>
              <a:cxnLst/>
              <a:rect l="0" t="0" r="r" b="b"/>
              <a:pathLst>
                <a:path w="34000" h="10">
                  <a:moveTo>
                    <a:pt x="0" y="0"/>
                  </a:moveTo>
                  <a:lnTo>
                    <a:pt x="34000" y="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9" name="b.input/noise head"/>
            <p:cNvSpPr/>
            <p:nvPr/>
          </p:nvSpPr>
          <p:spPr>
            <a:xfrm>
              <a:off x="8877300" y="930910"/>
              <a:ext cx="76200" cy="68580"/>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0" name="b.input/class"/>
            <p:cNvSpPr txBox="1"/>
            <p:nvPr/>
          </p:nvSpPr>
          <p:spPr>
            <a:xfrm>
              <a:off x="7658100" y="2336800"/>
              <a:ext cx="927100" cy="3175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20" b="0" i="0">
                  <a:solidFill>
                    <a:srgbClr val="0E2841"/>
                  </a:solidFill>
                  <a:latin typeface="Comic Sans MS"/>
                  <a:ea typeface="Comic Sans MS"/>
                  <a:cs typeface="Comic Sans MS"/>
                </a:rPr>
                <a:t>Class c</a:t>
              </a:r>
            </a:p>
          </p:txBody>
        </p:sp>
        <p:sp>
          <p:nvSpPr>
            <p:cNvPr id="541" name="b.input/class edge"/>
            <p:cNvSpPr/>
            <p:nvPr/>
          </p:nvSpPr>
          <p:spPr>
            <a:xfrm>
              <a:off x="8597900" y="2527300"/>
              <a:ext cx="355600" cy="127"/>
            </a:xfrm>
            <a:custGeom>
              <a:avLst/>
              <a:gdLst/>
              <a:ahLst/>
              <a:cxnLst/>
              <a:rect l="0" t="0" r="r" b="b"/>
              <a:pathLst>
                <a:path w="28000" h="10">
                  <a:moveTo>
                    <a:pt x="0" y="0"/>
                  </a:moveTo>
                  <a:lnTo>
                    <a:pt x="28000" y="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2" name="b.input/class edge head"/>
            <p:cNvSpPr/>
            <p:nvPr/>
          </p:nvSpPr>
          <p:spPr>
            <a:xfrm>
              <a:off x="8877300" y="2493010"/>
              <a:ext cx="76200" cy="68579"/>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43" name="b.output"/>
          <p:cNvGrpSpPr/>
          <p:nvPr/>
        </p:nvGrpSpPr>
        <p:grpSpPr>
          <a:xfrm>
            <a:off x="12500610" y="2692400"/>
            <a:ext cx="68580" cy="393700"/>
            <a:chOff x="12500610" y="2692400"/>
            <a:chExt cx="68580" cy="393700"/>
          </a:xfrm>
        </p:grpSpPr>
        <p:sp>
          <p:nvSpPr>
            <p:cNvPr id="544" name="b.output/endpoint"/>
            <p:cNvSpPr/>
            <p:nvPr/>
          </p:nvSpPr>
          <p:spPr>
            <a:xfrm>
              <a:off x="12534900" y="2692400"/>
              <a:ext cx="127" cy="393700"/>
            </a:xfrm>
            <a:custGeom>
              <a:avLst/>
              <a:gdLst/>
              <a:ahLst/>
              <a:cxnLst/>
              <a:rect l="0" t="0" r="r" b="b"/>
              <a:pathLst>
                <a:path w="10" h="31000">
                  <a:moveTo>
                    <a:pt x="0" y="0"/>
                  </a:moveTo>
                  <a:lnTo>
                    <a:pt x="0" y="3100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5" name="b.output/endpoint head"/>
            <p:cNvSpPr/>
            <p:nvPr/>
          </p:nvSpPr>
          <p:spPr>
            <a:xfrm>
              <a:off x="12500610" y="3009900"/>
              <a:ext cx="68580"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46" name="b.decode"/>
          <p:cNvGrpSpPr/>
          <p:nvPr/>
        </p:nvGrpSpPr>
        <p:grpSpPr>
          <a:xfrm>
            <a:off x="11709400" y="3010811"/>
            <a:ext cx="1574800" cy="468989"/>
            <a:chOff x="11709400" y="3010811"/>
            <a:chExt cx="1574800" cy="468989"/>
          </a:xfrm>
        </p:grpSpPr>
        <p:sp>
          <p:nvSpPr>
            <p:cNvPr id="547" name="b.decode/box"/>
            <p:cNvSpPr/>
            <p:nvPr/>
          </p:nvSpPr>
          <p:spPr>
            <a:xfrm>
              <a:off x="11772900" y="3086100"/>
              <a:ext cx="1511300" cy="393700"/>
            </a:xfrm>
            <a:custGeom>
              <a:avLst/>
              <a:gdLst/>
              <a:ahLst/>
              <a:cxnLst/>
              <a:rect l="0" t="0" r="r" b="b"/>
              <a:pathLst>
                <a:path w="119000" h="31000">
                  <a:moveTo>
                    <a:pt x="8000" y="0"/>
                  </a:moveTo>
                  <a:lnTo>
                    <a:pt x="111000" y="0"/>
                  </a:lnTo>
                  <a:cubicBezTo>
                    <a:pt x="115418" y="0"/>
                    <a:pt x="119000" y="3582"/>
                    <a:pt x="119000" y="8000"/>
                  </a:cubicBezTo>
                  <a:lnTo>
                    <a:pt x="119000" y="23000"/>
                  </a:lnTo>
                  <a:cubicBezTo>
                    <a:pt x="119000" y="27418"/>
                    <a:pt x="115418" y="31000"/>
                    <a:pt x="111000" y="31000"/>
                  </a:cubicBezTo>
                  <a:lnTo>
                    <a:pt x="8000" y="31000"/>
                  </a:lnTo>
                  <a:cubicBezTo>
                    <a:pt x="3582" y="31000"/>
                    <a:pt x="0" y="27418"/>
                    <a:pt x="0" y="23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8" name="b.decode/label"/>
            <p:cNvSpPr txBox="1"/>
            <p:nvPr/>
          </p:nvSpPr>
          <p:spPr>
            <a:xfrm>
              <a:off x="11823700" y="3111500"/>
              <a:ext cx="1409700" cy="342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450" b="0" i="0">
                  <a:solidFill>
                    <a:srgbClr val="0E2841"/>
                  </a:solidFill>
                  <a:latin typeface="Comic Sans MS"/>
                  <a:ea typeface="Comic Sans MS"/>
                  <a:cs typeface="Comic Sans MS"/>
                </a:rPr>
                <a:t>VAE decode</a:t>
              </a:r>
            </a:p>
          </p:txBody>
        </p:sp>
        <p:sp>
          <p:nvSpPr>
            <p:cNvPr id="549" name="b.decode/frozen/white outline"/>
            <p:cNvSpPr/>
            <p:nvPr/>
          </p:nvSpPr>
          <p:spPr>
            <a:xfrm>
              <a:off x="11709400" y="30108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0" name="b.decode/frozen/blue crystal"/>
            <p:cNvSpPr/>
            <p:nvPr/>
          </p:nvSpPr>
          <p:spPr>
            <a:xfrm>
              <a:off x="11709400" y="30108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51" name="b.output"/>
          <p:cNvGrpSpPr/>
          <p:nvPr/>
        </p:nvGrpSpPr>
        <p:grpSpPr>
          <a:xfrm>
            <a:off x="12500610" y="3479800"/>
            <a:ext cx="68580" cy="203200"/>
            <a:chOff x="12500610" y="3479800"/>
            <a:chExt cx="68580" cy="203200"/>
          </a:xfrm>
        </p:grpSpPr>
        <p:sp>
          <p:nvSpPr>
            <p:cNvPr id="552" name="b.output/rgb"/>
            <p:cNvSpPr/>
            <p:nvPr/>
          </p:nvSpPr>
          <p:spPr>
            <a:xfrm>
              <a:off x="12534900" y="3479800"/>
              <a:ext cx="127" cy="203200"/>
            </a:xfrm>
            <a:custGeom>
              <a:avLst/>
              <a:gdLst/>
              <a:ahLst/>
              <a:cxnLst/>
              <a:rect l="0" t="0" r="r" b="b"/>
              <a:pathLst>
                <a:path w="10" h="16000">
                  <a:moveTo>
                    <a:pt x="0" y="0"/>
                  </a:moveTo>
                  <a:lnTo>
                    <a:pt x="0" y="1600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3" name="b.output/rgb head"/>
            <p:cNvSpPr/>
            <p:nvPr/>
          </p:nvSpPr>
          <p:spPr>
            <a:xfrm>
              <a:off x="12500610" y="3606800"/>
              <a:ext cx="68580"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54" name="b.real"/>
          <p:cNvGrpSpPr/>
          <p:nvPr/>
        </p:nvGrpSpPr>
        <p:grpSpPr>
          <a:xfrm>
            <a:off x="7988300" y="3683000"/>
            <a:ext cx="1701800" cy="685800"/>
            <a:chOff x="7988300" y="3683000"/>
            <a:chExt cx="1701800" cy="685800"/>
          </a:xfrm>
        </p:grpSpPr>
        <p:sp>
          <p:nvSpPr>
            <p:cNvPr id="555" name="b.real/box"/>
            <p:cNvSpPr/>
            <p:nvPr/>
          </p:nvSpPr>
          <p:spPr>
            <a:xfrm>
              <a:off x="7988300" y="3683000"/>
              <a:ext cx="1701800" cy="685800"/>
            </a:xfrm>
            <a:custGeom>
              <a:avLst/>
              <a:gdLst/>
              <a:ahLst/>
              <a:cxnLst/>
              <a:rect l="0" t="0" r="r" b="b"/>
              <a:pathLst>
                <a:path w="134000" h="54000">
                  <a:moveTo>
                    <a:pt x="8000" y="0"/>
                  </a:moveTo>
                  <a:lnTo>
                    <a:pt x="126000" y="0"/>
                  </a:lnTo>
                  <a:cubicBezTo>
                    <a:pt x="130418" y="0"/>
                    <a:pt x="134000" y="3582"/>
                    <a:pt x="134000" y="8000"/>
                  </a:cubicBezTo>
                  <a:lnTo>
                    <a:pt x="134000" y="46000"/>
                  </a:lnTo>
                  <a:cubicBezTo>
                    <a:pt x="134000" y="50418"/>
                    <a:pt x="130418" y="54000"/>
                    <a:pt x="126000" y="54000"/>
                  </a:cubicBezTo>
                  <a:lnTo>
                    <a:pt x="8000" y="54000"/>
                  </a:lnTo>
                  <a:cubicBezTo>
                    <a:pt x="3582" y="54000"/>
                    <a:pt x="0" y="50418"/>
                    <a:pt x="0" y="46000"/>
                  </a:cubicBezTo>
                  <a:lnTo>
                    <a:pt x="0" y="8000"/>
                  </a:lnTo>
                  <a:cubicBezTo>
                    <a:pt x="0" y="3582"/>
                    <a:pt x="3582" y="0"/>
                    <a:pt x="8000" y="0"/>
                  </a:cubicBezTo>
                  <a:close/>
                </a:path>
              </a:pathLst>
            </a:custGeom>
            <a:solidFill>
              <a:srgbClr val="FFFFFF"/>
            </a:solidFill>
            <a:ln w="19050">
              <a:solidFill>
                <a:srgbClr val="E5E7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6" name="b.real/sample 0"/>
            <p:cNvSpPr/>
            <p:nvPr/>
          </p:nvSpPr>
          <p:spPr>
            <a:xfrm>
              <a:off x="81534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7" name="b.real/sample 1"/>
            <p:cNvSpPr/>
            <p:nvPr/>
          </p:nvSpPr>
          <p:spPr>
            <a:xfrm>
              <a:off x="84582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8" name="b.real/sample 2"/>
            <p:cNvSpPr/>
            <p:nvPr/>
          </p:nvSpPr>
          <p:spPr>
            <a:xfrm>
              <a:off x="87630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9" name="b.real/sample 3"/>
            <p:cNvSpPr/>
            <p:nvPr/>
          </p:nvSpPr>
          <p:spPr>
            <a:xfrm>
              <a:off x="90678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0" name="b.real/sample 4"/>
            <p:cNvSpPr/>
            <p:nvPr/>
          </p:nvSpPr>
          <p:spPr>
            <a:xfrm>
              <a:off x="93726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1" name="b.real/label"/>
            <p:cNvSpPr txBox="1"/>
            <p:nvPr/>
          </p:nvSpPr>
          <p:spPr>
            <a:xfrm>
              <a:off x="8013700" y="4064000"/>
              <a:ext cx="16510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430" b="0" i="0">
                  <a:solidFill>
                    <a:srgbClr val="E1706B"/>
                  </a:solidFill>
                  <a:latin typeface="Comic Sans MS"/>
                  <a:ea typeface="Comic Sans MS"/>
                  <a:cs typeface="Comic Sans MS"/>
                </a:rPr>
                <a:t>Real Data </a:t>
              </a:r>
              <a:r>
                <a:rPr sz="1430" b="0" i="0">
                  <a:solidFill>
                    <a:srgbClr val="E1706B"/>
                  </a:solidFill>
                  <a:latin typeface="Comic Sans MS"/>
                  <a:ea typeface="Comic Sans MS"/>
                  <a:cs typeface="Comic Sans MS"/>
                </a:rPr>
                <a:t>x</a:t>
              </a:r>
              <a:r>
                <a:rPr sz="1430" b="0" i="0" baseline="-25000">
                  <a:solidFill>
                    <a:srgbClr val="E1706B"/>
                  </a:solidFill>
                  <a:latin typeface="Comic Sans MS"/>
                  <a:ea typeface="Comic Sans MS"/>
                  <a:cs typeface="Comic Sans MS"/>
                </a:rPr>
                <a:t>r</a:t>
              </a:r>
            </a:p>
          </p:txBody>
        </p:sp>
      </p:grpSp>
      <p:grpSp>
        <p:nvGrpSpPr>
          <p:cNvPr id="562" name="b.fake"/>
          <p:cNvGrpSpPr/>
          <p:nvPr/>
        </p:nvGrpSpPr>
        <p:grpSpPr>
          <a:xfrm>
            <a:off x="11595100" y="3683000"/>
            <a:ext cx="1701800" cy="685800"/>
            <a:chOff x="11595100" y="3683000"/>
            <a:chExt cx="1701800" cy="685800"/>
          </a:xfrm>
        </p:grpSpPr>
        <p:sp>
          <p:nvSpPr>
            <p:cNvPr id="563" name="b.fake/box"/>
            <p:cNvSpPr/>
            <p:nvPr/>
          </p:nvSpPr>
          <p:spPr>
            <a:xfrm>
              <a:off x="11595100" y="3683000"/>
              <a:ext cx="1701800" cy="685800"/>
            </a:xfrm>
            <a:custGeom>
              <a:avLst/>
              <a:gdLst/>
              <a:ahLst/>
              <a:cxnLst/>
              <a:rect l="0" t="0" r="r" b="b"/>
              <a:pathLst>
                <a:path w="134000" h="54000">
                  <a:moveTo>
                    <a:pt x="8000" y="0"/>
                  </a:moveTo>
                  <a:lnTo>
                    <a:pt x="126000" y="0"/>
                  </a:lnTo>
                  <a:cubicBezTo>
                    <a:pt x="130418" y="0"/>
                    <a:pt x="134000" y="3582"/>
                    <a:pt x="134000" y="8000"/>
                  </a:cubicBezTo>
                  <a:lnTo>
                    <a:pt x="134000" y="46000"/>
                  </a:lnTo>
                  <a:cubicBezTo>
                    <a:pt x="134000" y="50418"/>
                    <a:pt x="130418" y="54000"/>
                    <a:pt x="126000" y="54000"/>
                  </a:cubicBezTo>
                  <a:lnTo>
                    <a:pt x="8000" y="54000"/>
                  </a:lnTo>
                  <a:cubicBezTo>
                    <a:pt x="3582" y="54000"/>
                    <a:pt x="0" y="50418"/>
                    <a:pt x="0" y="46000"/>
                  </a:cubicBezTo>
                  <a:lnTo>
                    <a:pt x="0" y="8000"/>
                  </a:lnTo>
                  <a:cubicBezTo>
                    <a:pt x="0" y="3582"/>
                    <a:pt x="3582" y="0"/>
                    <a:pt x="8000" y="0"/>
                  </a:cubicBezTo>
                  <a:close/>
                </a:path>
              </a:pathLst>
            </a:custGeom>
            <a:solidFill>
              <a:srgbClr val="FFFFFF"/>
            </a:solidFill>
            <a:ln w="19050">
              <a:solidFill>
                <a:srgbClr val="E5E7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4" name="b.fake/sample 0"/>
            <p:cNvSpPr/>
            <p:nvPr/>
          </p:nvSpPr>
          <p:spPr>
            <a:xfrm>
              <a:off x="11760200" y="3822700"/>
              <a:ext cx="152400" cy="152400"/>
            </a:xfrm>
            <a:prstGeom prst="ellipse">
              <a:avLst/>
            </a:prstGeom>
            <a:solidFill>
              <a:srgbClr val="E1B8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5" name="b.fake/sample 1"/>
            <p:cNvSpPr/>
            <p:nvPr/>
          </p:nvSpPr>
          <p:spPr>
            <a:xfrm>
              <a:off x="12065000" y="3822700"/>
              <a:ext cx="152400" cy="152400"/>
            </a:xfrm>
            <a:prstGeom prst="ellipse">
              <a:avLst/>
            </a:prstGeom>
            <a:solidFill>
              <a:srgbClr val="B7C2D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6" name="b.fake/sample 2"/>
            <p:cNvSpPr/>
            <p:nvPr/>
          </p:nvSpPr>
          <p:spPr>
            <a:xfrm>
              <a:off x="12369800" y="3822700"/>
              <a:ext cx="152400" cy="152400"/>
            </a:xfrm>
            <a:prstGeom prst="ellipse">
              <a:avLst/>
            </a:prstGeom>
            <a:solidFill>
              <a:srgbClr val="B7C2D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7" name="b.fake/sample 3"/>
            <p:cNvSpPr/>
            <p:nvPr/>
          </p:nvSpPr>
          <p:spPr>
            <a:xfrm>
              <a:off x="12674600" y="3822700"/>
              <a:ext cx="152400" cy="152400"/>
            </a:xfrm>
            <a:prstGeom prst="ellipse">
              <a:avLst/>
            </a:prstGeom>
            <a:solidFill>
              <a:srgbClr val="B7C2D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8" name="b.fake/sample 4"/>
            <p:cNvSpPr/>
            <p:nvPr/>
          </p:nvSpPr>
          <p:spPr>
            <a:xfrm>
              <a:off x="12979400" y="3822700"/>
              <a:ext cx="152400" cy="152400"/>
            </a:xfrm>
            <a:prstGeom prst="ellipse">
              <a:avLst/>
            </a:prstGeom>
            <a:solidFill>
              <a:srgbClr val="B7C2D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9" name="b.fake/label"/>
            <p:cNvSpPr txBox="1"/>
            <p:nvPr/>
          </p:nvSpPr>
          <p:spPr>
            <a:xfrm>
              <a:off x="11620500" y="4064000"/>
              <a:ext cx="16510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430" b="0" i="0">
                  <a:solidFill>
                    <a:srgbClr val="CB9558"/>
                  </a:solidFill>
                  <a:latin typeface="Comic Sans MS"/>
                  <a:ea typeface="Comic Sans MS"/>
                  <a:cs typeface="Comic Sans MS"/>
                </a:rPr>
                <a:t>Fake Batch </a:t>
              </a:r>
              <a:r>
                <a:rPr sz="1430" b="0" i="0">
                  <a:solidFill>
                    <a:srgbClr val="CB9558"/>
                  </a:solidFill>
                  <a:latin typeface="Comic Sans MS"/>
                  <a:ea typeface="Comic Sans MS"/>
                  <a:cs typeface="Comic Sans MS"/>
                </a:rPr>
                <a:t>x</a:t>
              </a:r>
              <a:r>
                <a:rPr sz="1430" b="0" i="0" baseline="-25000">
                  <a:solidFill>
                    <a:srgbClr val="CB9558"/>
                  </a:solidFill>
                  <a:latin typeface="Comic Sans MS"/>
                  <a:ea typeface="Comic Sans MS"/>
                  <a:cs typeface="Comic Sans MS"/>
                </a:rPr>
                <a:t>f</a:t>
              </a:r>
            </a:p>
          </p:txBody>
        </p:sp>
      </p:grpSp>
      <p:grpSp>
        <p:nvGrpSpPr>
          <p:cNvPr id="570" name="b.inputs"/>
          <p:cNvGrpSpPr/>
          <p:nvPr/>
        </p:nvGrpSpPr>
        <p:grpSpPr>
          <a:xfrm>
            <a:off x="8839200" y="4368800"/>
            <a:ext cx="3606800" cy="406400"/>
            <a:chOff x="8839200" y="4368800"/>
            <a:chExt cx="3606800" cy="406400"/>
          </a:xfrm>
        </p:grpSpPr>
        <p:sp>
          <p:nvSpPr>
            <p:cNvPr id="571" name="b.inputs/real"/>
            <p:cNvSpPr/>
            <p:nvPr/>
          </p:nvSpPr>
          <p:spPr>
            <a:xfrm>
              <a:off x="8839200" y="4368800"/>
              <a:ext cx="2959100" cy="215900"/>
            </a:xfrm>
            <a:custGeom>
              <a:avLst/>
              <a:gdLst/>
              <a:ahLst/>
              <a:cxnLst/>
              <a:rect l="0" t="0" r="r" b="b"/>
              <a:pathLst>
                <a:path w="233000" h="17000">
                  <a:moveTo>
                    <a:pt x="0" y="0"/>
                  </a:moveTo>
                  <a:lnTo>
                    <a:pt x="0" y="17000"/>
                  </a:lnTo>
                  <a:lnTo>
                    <a:pt x="233000" y="17000"/>
                  </a:lnTo>
                </a:path>
              </a:pathLst>
            </a:custGeom>
            <a:noFill/>
            <a:ln w="1778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2" name="b.inputs/fake"/>
            <p:cNvSpPr/>
            <p:nvPr/>
          </p:nvSpPr>
          <p:spPr>
            <a:xfrm>
              <a:off x="11798300" y="4368800"/>
              <a:ext cx="647700" cy="406400"/>
            </a:xfrm>
            <a:custGeom>
              <a:avLst/>
              <a:gdLst/>
              <a:ahLst/>
              <a:cxnLst/>
              <a:rect l="0" t="0" r="r" b="b"/>
              <a:pathLst>
                <a:path w="51000" h="32000">
                  <a:moveTo>
                    <a:pt x="51000" y="0"/>
                  </a:moveTo>
                  <a:lnTo>
                    <a:pt x="51000" y="17000"/>
                  </a:lnTo>
                  <a:lnTo>
                    <a:pt x="0" y="17000"/>
                  </a:lnTo>
                  <a:lnTo>
                    <a:pt x="0" y="32000"/>
                  </a:lnTo>
                </a:path>
              </a:pathLst>
            </a:custGeom>
            <a:noFill/>
            <a:ln w="1778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3" name="b.inputs/fake head"/>
            <p:cNvSpPr/>
            <p:nvPr/>
          </p:nvSpPr>
          <p:spPr>
            <a:xfrm>
              <a:off x="11764010" y="4699000"/>
              <a:ext cx="68580"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74" name="b.detach"/>
          <p:cNvGrpSpPr/>
          <p:nvPr/>
        </p:nvGrpSpPr>
        <p:grpSpPr>
          <a:xfrm>
            <a:off x="12369800" y="4330700"/>
            <a:ext cx="990600" cy="279400"/>
            <a:chOff x="12369800" y="4330700"/>
            <a:chExt cx="990600" cy="279400"/>
          </a:xfrm>
        </p:grpSpPr>
        <p:sp>
          <p:nvSpPr>
            <p:cNvPr id="575" name="b.detach/gate"/>
            <p:cNvSpPr/>
            <p:nvPr/>
          </p:nvSpPr>
          <p:spPr>
            <a:xfrm>
              <a:off x="12369800" y="4483100"/>
              <a:ext cx="152400" cy="127"/>
            </a:xfrm>
            <a:custGeom>
              <a:avLst/>
              <a:gdLst/>
              <a:ahLst/>
              <a:cxnLst/>
              <a:rect l="0" t="0" r="r" b="b"/>
              <a:pathLst>
                <a:path w="12000" h="10">
                  <a:moveTo>
                    <a:pt x="0" y="0"/>
                  </a:moveTo>
                  <a:lnTo>
                    <a:pt x="12000" y="0"/>
                  </a:lnTo>
                </a:path>
              </a:pathLst>
            </a:custGeom>
            <a:noFill/>
            <a:ln w="29209">
              <a:solidFill>
                <a:srgbClr val="C45B2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6" name="b.detach/label"/>
            <p:cNvSpPr txBox="1"/>
            <p:nvPr/>
          </p:nvSpPr>
          <p:spPr>
            <a:xfrm>
              <a:off x="12560300" y="4330700"/>
              <a:ext cx="800100" cy="2794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150" b="0" i="0">
                  <a:solidFill>
                    <a:srgbClr val="C45B25"/>
                  </a:solidFill>
                  <a:latin typeface="Comic Sans MS"/>
                  <a:ea typeface="Comic Sans MS"/>
                  <a:cs typeface="Comic Sans MS"/>
                </a:rPr>
                <a:t>stop grad.</a:t>
              </a:r>
            </a:p>
          </p:txBody>
        </p:sp>
      </p:grpSp>
      <p:grpSp>
        <p:nvGrpSpPr>
          <p:cNvPr id="577" name="b.features"/>
          <p:cNvGrpSpPr/>
          <p:nvPr/>
        </p:nvGrpSpPr>
        <p:grpSpPr>
          <a:xfrm>
            <a:off x="10299700" y="4699911"/>
            <a:ext cx="2933700" cy="938889"/>
            <a:chOff x="10299700" y="4699911"/>
            <a:chExt cx="2933700" cy="938889"/>
          </a:xfrm>
        </p:grpSpPr>
        <p:sp>
          <p:nvSpPr>
            <p:cNvPr id="578" name="b.features/box"/>
            <p:cNvSpPr/>
            <p:nvPr/>
          </p:nvSpPr>
          <p:spPr>
            <a:xfrm>
              <a:off x="10363200" y="4775200"/>
              <a:ext cx="2870200" cy="571500"/>
            </a:xfrm>
            <a:custGeom>
              <a:avLst/>
              <a:gdLst/>
              <a:ahLst/>
              <a:cxnLst/>
              <a:rect l="0" t="0" r="r" b="b"/>
              <a:pathLst>
                <a:path w="226000" h="45000">
                  <a:moveTo>
                    <a:pt x="8000" y="0"/>
                  </a:moveTo>
                  <a:lnTo>
                    <a:pt x="218000" y="0"/>
                  </a:lnTo>
                  <a:cubicBezTo>
                    <a:pt x="222418" y="0"/>
                    <a:pt x="226000" y="3582"/>
                    <a:pt x="226000" y="8000"/>
                  </a:cubicBezTo>
                  <a:lnTo>
                    <a:pt x="226000" y="37000"/>
                  </a:lnTo>
                  <a:cubicBezTo>
                    <a:pt x="226000" y="41418"/>
                    <a:pt x="222418" y="45000"/>
                    <a:pt x="218000" y="45000"/>
                  </a:cubicBezTo>
                  <a:lnTo>
                    <a:pt x="8000" y="45000"/>
                  </a:lnTo>
                  <a:cubicBezTo>
                    <a:pt x="3582" y="45000"/>
                    <a:pt x="0" y="41418"/>
                    <a:pt x="0" y="37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9" name="b.features/label"/>
            <p:cNvSpPr txBox="1"/>
            <p:nvPr/>
          </p:nvSpPr>
          <p:spPr>
            <a:xfrm>
              <a:off x="10414000" y="4800600"/>
              <a:ext cx="2768600" cy="520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730" b="0" i="0">
                  <a:solidFill>
                    <a:srgbClr val="0E2841"/>
                  </a:solidFill>
                  <a:latin typeface="Comic Sans MS"/>
                  <a:ea typeface="Comic Sans MS"/>
                  <a:cs typeface="Comic Sans MS"/>
                </a:rPr>
                <a:t/>
              </a:r>
            </a:p>
          </p:txBody>
        </p:sp>
        <p:sp>
          <p:nvSpPr>
            <p:cNvPr id="580" name="b.features/frozen/white outline"/>
            <p:cNvSpPr/>
            <p:nvPr/>
          </p:nvSpPr>
          <p:spPr>
            <a:xfrm>
              <a:off x="10299700" y="46999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1" name="b.features/frozen/blue crystal"/>
            <p:cNvSpPr/>
            <p:nvPr/>
          </p:nvSpPr>
          <p:spPr>
            <a:xfrm>
              <a:off x="10299700" y="46999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2" name="b.features/feature plane 0"/>
            <p:cNvSpPr/>
            <p:nvPr/>
          </p:nvSpPr>
          <p:spPr>
            <a:xfrm>
              <a:off x="10515600" y="4864100"/>
              <a:ext cx="292100" cy="292100"/>
            </a:xfrm>
            <a:custGeom>
              <a:avLst/>
              <a:gdLst/>
              <a:ahLst/>
              <a:cxnLst/>
              <a:rect l="0" t="0" r="r" b="b"/>
              <a:pathLst>
                <a:path w="23000" h="23000">
                  <a:moveTo>
                    <a:pt x="2000" y="0"/>
                  </a:moveTo>
                  <a:lnTo>
                    <a:pt x="21000" y="0"/>
                  </a:lnTo>
                  <a:cubicBezTo>
                    <a:pt x="22105" y="0"/>
                    <a:pt x="23000" y="895"/>
                    <a:pt x="23000" y="2000"/>
                  </a:cubicBezTo>
                  <a:lnTo>
                    <a:pt x="23000" y="21000"/>
                  </a:lnTo>
                  <a:cubicBezTo>
                    <a:pt x="23000" y="22105"/>
                    <a:pt x="22105" y="23000"/>
                    <a:pt x="21000" y="23000"/>
                  </a:cubicBezTo>
                  <a:lnTo>
                    <a:pt x="2000" y="23000"/>
                  </a:lnTo>
                  <a:cubicBezTo>
                    <a:pt x="895" y="23000"/>
                    <a:pt x="0" y="22105"/>
                    <a:pt x="0" y="21000"/>
                  </a:cubicBezTo>
                  <a:lnTo>
                    <a:pt x="0" y="2000"/>
                  </a:lnTo>
                  <a:cubicBezTo>
                    <a:pt x="0" y="895"/>
                    <a:pt x="895" y="0"/>
                    <a:pt x="2000" y="0"/>
                  </a:cubicBezTo>
                  <a:close/>
                </a:path>
              </a:pathLst>
            </a:custGeom>
            <a:solidFill>
              <a:srgbClr val="E8F0F7"/>
            </a:solidFill>
            <a:ln w="10795">
              <a:solidFill>
                <a:srgbClr val="7894B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3" name="b.features/feature plane 1"/>
            <p:cNvSpPr/>
            <p:nvPr/>
          </p:nvSpPr>
          <p:spPr>
            <a:xfrm>
              <a:off x="10617200" y="4914900"/>
              <a:ext cx="292100" cy="292100"/>
            </a:xfrm>
            <a:custGeom>
              <a:avLst/>
              <a:gdLst/>
              <a:ahLst/>
              <a:cxnLst/>
              <a:rect l="0" t="0" r="r" b="b"/>
              <a:pathLst>
                <a:path w="23000" h="23000">
                  <a:moveTo>
                    <a:pt x="2000" y="0"/>
                  </a:moveTo>
                  <a:lnTo>
                    <a:pt x="21000" y="0"/>
                  </a:lnTo>
                  <a:cubicBezTo>
                    <a:pt x="22105" y="0"/>
                    <a:pt x="23000" y="895"/>
                    <a:pt x="23000" y="2000"/>
                  </a:cubicBezTo>
                  <a:lnTo>
                    <a:pt x="23000" y="21000"/>
                  </a:lnTo>
                  <a:cubicBezTo>
                    <a:pt x="23000" y="22105"/>
                    <a:pt x="22105" y="23000"/>
                    <a:pt x="21000" y="23000"/>
                  </a:cubicBezTo>
                  <a:lnTo>
                    <a:pt x="2000" y="23000"/>
                  </a:lnTo>
                  <a:cubicBezTo>
                    <a:pt x="895" y="23000"/>
                    <a:pt x="0" y="22105"/>
                    <a:pt x="0" y="21000"/>
                  </a:cubicBezTo>
                  <a:lnTo>
                    <a:pt x="0" y="2000"/>
                  </a:lnTo>
                  <a:cubicBezTo>
                    <a:pt x="0" y="895"/>
                    <a:pt x="895" y="0"/>
                    <a:pt x="2000" y="0"/>
                  </a:cubicBezTo>
                  <a:close/>
                </a:path>
              </a:pathLst>
            </a:custGeom>
            <a:solidFill>
              <a:srgbClr val="DCE7F1"/>
            </a:solidFill>
            <a:ln w="10795">
              <a:solidFill>
                <a:srgbClr val="7894B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4" name="b.features/feature plane 2"/>
            <p:cNvSpPr/>
            <p:nvPr/>
          </p:nvSpPr>
          <p:spPr>
            <a:xfrm>
              <a:off x="10718800" y="4965700"/>
              <a:ext cx="292100" cy="292100"/>
            </a:xfrm>
            <a:custGeom>
              <a:avLst/>
              <a:gdLst/>
              <a:ahLst/>
              <a:cxnLst/>
              <a:rect l="0" t="0" r="r" b="b"/>
              <a:pathLst>
                <a:path w="23000" h="23000">
                  <a:moveTo>
                    <a:pt x="2000" y="0"/>
                  </a:moveTo>
                  <a:lnTo>
                    <a:pt x="21000" y="0"/>
                  </a:lnTo>
                  <a:cubicBezTo>
                    <a:pt x="22105" y="0"/>
                    <a:pt x="23000" y="895"/>
                    <a:pt x="23000" y="2000"/>
                  </a:cubicBezTo>
                  <a:lnTo>
                    <a:pt x="23000" y="21000"/>
                  </a:lnTo>
                  <a:cubicBezTo>
                    <a:pt x="23000" y="22105"/>
                    <a:pt x="22105" y="23000"/>
                    <a:pt x="21000" y="23000"/>
                  </a:cubicBezTo>
                  <a:lnTo>
                    <a:pt x="2000" y="23000"/>
                  </a:lnTo>
                  <a:cubicBezTo>
                    <a:pt x="895" y="23000"/>
                    <a:pt x="0" y="22105"/>
                    <a:pt x="0" y="21000"/>
                  </a:cubicBezTo>
                  <a:lnTo>
                    <a:pt x="0" y="2000"/>
                  </a:lnTo>
                  <a:cubicBezTo>
                    <a:pt x="0" y="895"/>
                    <a:pt x="895" y="0"/>
                    <a:pt x="2000" y="0"/>
                  </a:cubicBezTo>
                  <a:close/>
                </a:path>
              </a:pathLst>
            </a:custGeom>
            <a:solidFill>
              <a:srgbClr val="F8FBFE"/>
            </a:solidFill>
            <a:ln w="10795">
              <a:solidFill>
                <a:srgbClr val="7894B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5" name="b.features/name"/>
            <p:cNvSpPr txBox="1"/>
            <p:nvPr/>
          </p:nvSpPr>
          <p:spPr>
            <a:xfrm>
              <a:off x="11214100" y="4826000"/>
              <a:ext cx="1917700" cy="469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50" b="0" i="0">
                  <a:solidFill>
                    <a:srgbClr val="0E2841"/>
                  </a:solidFill>
                  <a:latin typeface="Comic Sans MS"/>
                  <a:ea typeface="Comic Sans MS"/>
                  <a:cs typeface="Comic Sans MS"/>
                </a:rPr>
                <a:t>Inception φ</a:t>
              </a:r>
            </a:p>
          </p:txBody>
        </p:sp>
        <p:sp>
          <p:nvSpPr>
            <p:cNvPr id="586" name="b.features/output"/>
            <p:cNvSpPr/>
            <p:nvPr/>
          </p:nvSpPr>
          <p:spPr>
            <a:xfrm>
              <a:off x="11798300" y="5346700"/>
              <a:ext cx="127" cy="292100"/>
            </a:xfrm>
            <a:custGeom>
              <a:avLst/>
              <a:gdLst/>
              <a:ahLst/>
              <a:cxnLst/>
              <a:rect l="0" t="0" r="r" b="b"/>
              <a:pathLst>
                <a:path w="10" h="23000">
                  <a:moveTo>
                    <a:pt x="0" y="0"/>
                  </a:moveTo>
                  <a:lnTo>
                    <a:pt x="0" y="2300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7" name="b.features/output head"/>
            <p:cNvSpPr/>
            <p:nvPr/>
          </p:nvSpPr>
          <p:spPr>
            <a:xfrm>
              <a:off x="11764010" y="5562600"/>
              <a:ext cx="68580"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88" name="b.classifier"/>
          <p:cNvGrpSpPr/>
          <p:nvPr/>
        </p:nvGrpSpPr>
        <p:grpSpPr>
          <a:xfrm>
            <a:off x="10312908" y="5541010"/>
            <a:ext cx="2920492" cy="643890"/>
            <a:chOff x="10312908" y="5541010"/>
            <a:chExt cx="2920492" cy="643890"/>
          </a:xfrm>
        </p:grpSpPr>
        <p:sp>
          <p:nvSpPr>
            <p:cNvPr id="589" name="b.classifier/box"/>
            <p:cNvSpPr/>
            <p:nvPr/>
          </p:nvSpPr>
          <p:spPr>
            <a:xfrm>
              <a:off x="10363200" y="5638800"/>
              <a:ext cx="2870200" cy="546100"/>
            </a:xfrm>
            <a:custGeom>
              <a:avLst/>
              <a:gdLst/>
              <a:ahLst/>
              <a:cxnLst/>
              <a:rect l="0" t="0" r="r" b="b"/>
              <a:pathLst>
                <a:path w="226000" h="43000">
                  <a:moveTo>
                    <a:pt x="8000" y="0"/>
                  </a:moveTo>
                  <a:lnTo>
                    <a:pt x="218000" y="0"/>
                  </a:lnTo>
                  <a:cubicBezTo>
                    <a:pt x="222418" y="0"/>
                    <a:pt x="226000" y="3582"/>
                    <a:pt x="226000" y="8000"/>
                  </a:cubicBezTo>
                  <a:lnTo>
                    <a:pt x="226000" y="35000"/>
                  </a:lnTo>
                  <a:cubicBezTo>
                    <a:pt x="226000" y="39418"/>
                    <a:pt x="222418" y="43000"/>
                    <a:pt x="218000" y="43000"/>
                  </a:cubicBezTo>
                  <a:lnTo>
                    <a:pt x="8000" y="43000"/>
                  </a:lnTo>
                  <a:cubicBezTo>
                    <a:pt x="3582" y="43000"/>
                    <a:pt x="0" y="39418"/>
                    <a:pt x="0" y="35000"/>
                  </a:cubicBezTo>
                  <a:lnTo>
                    <a:pt x="0" y="8000"/>
                  </a:lnTo>
                  <a:cubicBezTo>
                    <a:pt x="0" y="3582"/>
                    <a:pt x="3582" y="0"/>
                    <a:pt x="8000" y="0"/>
                  </a:cubicBezTo>
                  <a:close/>
                </a:path>
              </a:pathLst>
            </a:custGeom>
            <a:solidFill>
              <a:srgbClr val="E1B8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0" name="b.classifier/label"/>
            <p:cNvSpPr txBox="1"/>
            <p:nvPr/>
          </p:nvSpPr>
          <p:spPr>
            <a:xfrm>
              <a:off x="10414000" y="5664200"/>
              <a:ext cx="2768600" cy="495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780" b="0" i="0">
                  <a:solidFill>
                    <a:srgbClr val="0E2841"/>
                  </a:solidFill>
                  <a:latin typeface="Comic Sans MS"/>
                  <a:ea typeface="Comic Sans MS"/>
                  <a:cs typeface="Comic Sans MS"/>
                </a:rPr>
                <a:t/>
              </a:r>
            </a:p>
          </p:txBody>
        </p:sp>
        <p:sp>
          <p:nvSpPr>
            <p:cNvPr id="591" name="b.classifier/trainable/red"/>
            <p:cNvSpPr/>
            <p:nvPr/>
          </p:nvSpPr>
          <p:spPr>
            <a:xfrm>
              <a:off x="10312908" y="5541010"/>
              <a:ext cx="198882" cy="206248"/>
            </a:xfrm>
            <a:custGeom>
              <a:avLst/>
              <a:gdLst/>
              <a:ahLst/>
              <a:cxnLst/>
              <a:rect l="0" t="0" r="r" b="b"/>
              <a:pathLst>
                <a:path w="15660" h="16240">
                  <a:moveTo>
                    <a:pt x="6960" y="15660"/>
                  </a:moveTo>
                  <a:cubicBezTo>
                    <a:pt x="0" y="13340"/>
                    <a:pt x="2320" y="7540"/>
                    <a:pt x="4060" y="5800"/>
                  </a:cubicBezTo>
                  <a:cubicBezTo>
                    <a:pt x="3480" y="9280"/>
                    <a:pt x="6380" y="9860"/>
                    <a:pt x="5800" y="6380"/>
                  </a:cubicBezTo>
                  <a:cubicBezTo>
                    <a:pt x="4640" y="4060"/>
                    <a:pt x="8700" y="2900"/>
                    <a:pt x="6960" y="0"/>
                  </a:cubicBezTo>
                  <a:cubicBezTo>
                    <a:pt x="13340" y="2900"/>
                    <a:pt x="10440" y="6960"/>
                    <a:pt x="12180" y="5220"/>
                  </a:cubicBezTo>
                  <a:cubicBezTo>
                    <a:pt x="15660" y="9280"/>
                    <a:pt x="13920" y="14500"/>
                    <a:pt x="9860" y="15660"/>
                  </a:cubicBezTo>
                  <a:cubicBezTo>
                    <a:pt x="8700" y="16240"/>
                    <a:pt x="7540" y="16240"/>
                    <a:pt x="6960" y="15660"/>
                  </a:cubicBezTo>
                  <a:close/>
                </a:path>
              </a:pathLst>
            </a:custGeom>
            <a:solidFill>
              <a:srgbClr val="FF18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2" name="b.classifier/trainable/gold"/>
            <p:cNvSpPr/>
            <p:nvPr/>
          </p:nvSpPr>
          <p:spPr>
            <a:xfrm>
              <a:off x="10371836" y="5636768"/>
              <a:ext cx="88392" cy="95758"/>
            </a:xfrm>
            <a:custGeom>
              <a:avLst/>
              <a:gdLst/>
              <a:ahLst/>
              <a:cxnLst/>
              <a:rect l="0" t="0" r="r" b="b"/>
              <a:pathLst>
                <a:path w="6960" h="7540">
                  <a:moveTo>
                    <a:pt x="2900" y="7540"/>
                  </a:moveTo>
                  <a:cubicBezTo>
                    <a:pt x="0" y="6380"/>
                    <a:pt x="0" y="2900"/>
                    <a:pt x="1740" y="1160"/>
                  </a:cubicBezTo>
                  <a:cubicBezTo>
                    <a:pt x="1740" y="4060"/>
                    <a:pt x="4060" y="4060"/>
                    <a:pt x="3480" y="0"/>
                  </a:cubicBezTo>
                  <a:cubicBezTo>
                    <a:pt x="6960" y="2320"/>
                    <a:pt x="6960" y="6380"/>
                    <a:pt x="4060" y="7540"/>
                  </a:cubicBezTo>
                  <a:close/>
                </a:path>
              </a:pathLst>
            </a:custGeom>
            <a:solidFill>
              <a:srgbClr val="FFD5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3" name="b.classifier/connection 0-0-0"/>
            <p:cNvSpPr/>
            <p:nvPr/>
          </p:nvSpPr>
          <p:spPr>
            <a:xfrm>
              <a:off x="10541000" y="5765800"/>
              <a:ext cx="273050" cy="127"/>
            </a:xfrm>
            <a:custGeom>
              <a:avLst/>
              <a:gdLst/>
              <a:ahLst/>
              <a:cxnLst/>
              <a:rect l="0" t="0" r="r" b="b"/>
              <a:pathLst>
                <a:path w="21500" h="10">
                  <a:moveTo>
                    <a:pt x="0" y="0"/>
                  </a:moveTo>
                  <a:lnTo>
                    <a:pt x="21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4" name="b.classifier/connection 0-0-1"/>
            <p:cNvSpPr/>
            <p:nvPr/>
          </p:nvSpPr>
          <p:spPr>
            <a:xfrm>
              <a:off x="10541000" y="5765800"/>
              <a:ext cx="273050" cy="139700"/>
            </a:xfrm>
            <a:custGeom>
              <a:avLst/>
              <a:gdLst/>
              <a:ahLst/>
              <a:cxnLst/>
              <a:rect l="0" t="0" r="r" b="b"/>
              <a:pathLst>
                <a:path w="21500" h="11000">
                  <a:moveTo>
                    <a:pt x="0" y="0"/>
                  </a:moveTo>
                  <a:lnTo>
                    <a:pt x="21500" y="1100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5" name="b.classifier/connection 0-0-2"/>
            <p:cNvSpPr/>
            <p:nvPr/>
          </p:nvSpPr>
          <p:spPr>
            <a:xfrm>
              <a:off x="10541000" y="5765800"/>
              <a:ext cx="273050" cy="279400"/>
            </a:xfrm>
            <a:custGeom>
              <a:avLst/>
              <a:gdLst/>
              <a:ahLst/>
              <a:cxnLst/>
              <a:rect l="0" t="0" r="r" b="b"/>
              <a:pathLst>
                <a:path w="21500" h="22000">
                  <a:moveTo>
                    <a:pt x="0" y="0"/>
                  </a:moveTo>
                  <a:lnTo>
                    <a:pt x="21500" y="2200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6" name="b.classifier/connection 0-1-0"/>
            <p:cNvSpPr/>
            <p:nvPr/>
          </p:nvSpPr>
          <p:spPr>
            <a:xfrm>
              <a:off x="10541000" y="5765800"/>
              <a:ext cx="273050" cy="279400"/>
            </a:xfrm>
            <a:custGeom>
              <a:avLst/>
              <a:gdLst/>
              <a:ahLst/>
              <a:cxnLst/>
              <a:rect l="0" t="0" r="r" b="b"/>
              <a:pathLst>
                <a:path w="21500" h="22000">
                  <a:moveTo>
                    <a:pt x="0" y="22000"/>
                  </a:moveTo>
                  <a:lnTo>
                    <a:pt x="21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7" name="b.classifier/connection 0-1-1"/>
            <p:cNvSpPr/>
            <p:nvPr/>
          </p:nvSpPr>
          <p:spPr>
            <a:xfrm>
              <a:off x="10541000" y="5905500"/>
              <a:ext cx="273050" cy="139700"/>
            </a:xfrm>
            <a:custGeom>
              <a:avLst/>
              <a:gdLst/>
              <a:ahLst/>
              <a:cxnLst/>
              <a:rect l="0" t="0" r="r" b="b"/>
              <a:pathLst>
                <a:path w="21500" h="11000">
                  <a:moveTo>
                    <a:pt x="0" y="11000"/>
                  </a:moveTo>
                  <a:lnTo>
                    <a:pt x="21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8" name="b.classifier/connection 0-1-2"/>
            <p:cNvSpPr/>
            <p:nvPr/>
          </p:nvSpPr>
          <p:spPr>
            <a:xfrm>
              <a:off x="10541000" y="6045200"/>
              <a:ext cx="273050" cy="127"/>
            </a:xfrm>
            <a:custGeom>
              <a:avLst/>
              <a:gdLst/>
              <a:ahLst/>
              <a:cxnLst/>
              <a:rect l="0" t="0" r="r" b="b"/>
              <a:pathLst>
                <a:path w="21500" h="10">
                  <a:moveTo>
                    <a:pt x="0" y="0"/>
                  </a:moveTo>
                  <a:lnTo>
                    <a:pt x="21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9" name="b.classifier/connection 1-0-0"/>
            <p:cNvSpPr/>
            <p:nvPr/>
          </p:nvSpPr>
          <p:spPr>
            <a:xfrm>
              <a:off x="10814050" y="5765800"/>
              <a:ext cx="273050" cy="139700"/>
            </a:xfrm>
            <a:custGeom>
              <a:avLst/>
              <a:gdLst/>
              <a:ahLst/>
              <a:cxnLst/>
              <a:rect l="0" t="0" r="r" b="b"/>
              <a:pathLst>
                <a:path w="21500" h="11000">
                  <a:moveTo>
                    <a:pt x="0" y="0"/>
                  </a:moveTo>
                  <a:lnTo>
                    <a:pt x="21500" y="1100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0" name="b.classifier/connection 1-1-0"/>
            <p:cNvSpPr/>
            <p:nvPr/>
          </p:nvSpPr>
          <p:spPr>
            <a:xfrm>
              <a:off x="10814050" y="5905500"/>
              <a:ext cx="273050" cy="127"/>
            </a:xfrm>
            <a:custGeom>
              <a:avLst/>
              <a:gdLst/>
              <a:ahLst/>
              <a:cxnLst/>
              <a:rect l="0" t="0" r="r" b="b"/>
              <a:pathLst>
                <a:path w="21500" h="10">
                  <a:moveTo>
                    <a:pt x="0" y="0"/>
                  </a:moveTo>
                  <a:lnTo>
                    <a:pt x="21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1" name="b.classifier/connection 1-2-0"/>
            <p:cNvSpPr/>
            <p:nvPr/>
          </p:nvSpPr>
          <p:spPr>
            <a:xfrm>
              <a:off x="10814050" y="5905500"/>
              <a:ext cx="273050" cy="139700"/>
            </a:xfrm>
            <a:custGeom>
              <a:avLst/>
              <a:gdLst/>
              <a:ahLst/>
              <a:cxnLst/>
              <a:rect l="0" t="0" r="r" b="b"/>
              <a:pathLst>
                <a:path w="21500" h="11000">
                  <a:moveTo>
                    <a:pt x="0" y="11000"/>
                  </a:moveTo>
                  <a:lnTo>
                    <a:pt x="21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2" name="b.classifier/layer 0 node 0"/>
            <p:cNvSpPr/>
            <p:nvPr/>
          </p:nvSpPr>
          <p:spPr>
            <a:xfrm>
              <a:off x="10502265" y="57270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3" name="b.classifier/layer 0 node 1"/>
            <p:cNvSpPr/>
            <p:nvPr/>
          </p:nvSpPr>
          <p:spPr>
            <a:xfrm>
              <a:off x="10502265" y="60064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4" name="b.classifier/layer 1 node 0"/>
            <p:cNvSpPr/>
            <p:nvPr/>
          </p:nvSpPr>
          <p:spPr>
            <a:xfrm>
              <a:off x="10775315" y="57270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5" name="b.classifier/layer 1 node 1"/>
            <p:cNvSpPr/>
            <p:nvPr/>
          </p:nvSpPr>
          <p:spPr>
            <a:xfrm>
              <a:off x="10775315" y="58667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6" name="b.classifier/layer 1 node 2"/>
            <p:cNvSpPr/>
            <p:nvPr/>
          </p:nvSpPr>
          <p:spPr>
            <a:xfrm>
              <a:off x="10775315" y="60064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7" name="b.classifier/layer 2 node 0"/>
            <p:cNvSpPr/>
            <p:nvPr/>
          </p:nvSpPr>
          <p:spPr>
            <a:xfrm>
              <a:off x="11048365" y="58667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8" name="b.classifier/name"/>
            <p:cNvSpPr txBox="1"/>
            <p:nvPr/>
          </p:nvSpPr>
          <p:spPr>
            <a:xfrm>
              <a:off x="11214100" y="5689600"/>
              <a:ext cx="1943100" cy="4445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00" b="0" i="0">
                  <a:solidFill>
                    <a:srgbClr val="0E2841"/>
                  </a:solidFill>
                  <a:latin typeface="Comic Sans MS"/>
                  <a:ea typeface="Comic Sans MS"/>
                  <a:cs typeface="Comic Sans MS"/>
                </a:rPr>
                <a:t>Classifier D</a:t>
              </a:r>
              <a:r>
                <a:rPr sz="1600" b="0" i="0" baseline="-25000">
                  <a:solidFill>
                    <a:srgbClr val="0E2841"/>
                  </a:solidFill>
                  <a:latin typeface="Comic Sans MS"/>
                  <a:ea typeface="Comic Sans MS"/>
                  <a:cs typeface="Comic Sans MS"/>
                </a:rPr>
                <a:t>ω</a:t>
              </a:r>
            </a:p>
          </p:txBody>
        </p:sp>
      </p:grpSp>
      <p:grpSp>
        <p:nvGrpSpPr>
          <p:cNvPr id="609" name="b.condition"/>
          <p:cNvGrpSpPr/>
          <p:nvPr/>
        </p:nvGrpSpPr>
        <p:grpSpPr>
          <a:xfrm>
            <a:off x="9893300" y="5626100"/>
            <a:ext cx="469900" cy="326389"/>
            <a:chOff x="9893300" y="5626100"/>
            <a:chExt cx="469900" cy="326389"/>
          </a:xfrm>
        </p:grpSpPr>
        <p:sp>
          <p:nvSpPr>
            <p:cNvPr id="610" name="b.condition/class"/>
            <p:cNvSpPr txBox="1"/>
            <p:nvPr/>
          </p:nvSpPr>
          <p:spPr>
            <a:xfrm>
              <a:off x="9893300" y="5626100"/>
              <a:ext cx="3429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80" b="0" i="0">
                  <a:solidFill>
                    <a:srgbClr val="0E2841"/>
                  </a:solidFill>
                  <a:latin typeface="Comic Sans MS"/>
                  <a:ea typeface="Comic Sans MS"/>
                  <a:cs typeface="Comic Sans MS"/>
                </a:rPr>
                <a:t>c</a:t>
              </a:r>
            </a:p>
          </p:txBody>
        </p:sp>
        <p:sp>
          <p:nvSpPr>
            <p:cNvPr id="611" name="b.condition/edge"/>
            <p:cNvSpPr/>
            <p:nvPr/>
          </p:nvSpPr>
          <p:spPr>
            <a:xfrm>
              <a:off x="9893300" y="5918200"/>
              <a:ext cx="469900" cy="127"/>
            </a:xfrm>
            <a:custGeom>
              <a:avLst/>
              <a:gdLst/>
              <a:ahLst/>
              <a:cxnLst/>
              <a:rect l="0" t="0" r="r" b="b"/>
              <a:pathLst>
                <a:path w="37000" h="10">
                  <a:moveTo>
                    <a:pt x="0" y="0"/>
                  </a:moveTo>
                  <a:lnTo>
                    <a:pt x="37000" y="0"/>
                  </a:lnTo>
                </a:path>
              </a:pathLst>
            </a:custGeom>
            <a:noFill/>
            <a:ln w="1524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2" name="b.condition/edge head"/>
            <p:cNvSpPr/>
            <p:nvPr/>
          </p:nvSpPr>
          <p:spPr>
            <a:xfrm>
              <a:off x="10287000" y="5883910"/>
              <a:ext cx="76200" cy="68579"/>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613" name="b.loss"/>
          <p:cNvGrpSpPr/>
          <p:nvPr/>
        </p:nvGrpSpPr>
        <p:grpSpPr>
          <a:xfrm>
            <a:off x="10494010" y="6184900"/>
            <a:ext cx="1304290" cy="381000"/>
            <a:chOff x="10494010" y="6184900"/>
            <a:chExt cx="1304290" cy="381000"/>
          </a:xfrm>
        </p:grpSpPr>
        <p:sp>
          <p:nvSpPr>
            <p:cNvPr id="614" name="b.loss/classifier edge"/>
            <p:cNvSpPr/>
            <p:nvPr/>
          </p:nvSpPr>
          <p:spPr>
            <a:xfrm>
              <a:off x="10528300" y="6184900"/>
              <a:ext cx="1270000" cy="381000"/>
            </a:xfrm>
            <a:custGeom>
              <a:avLst/>
              <a:gdLst/>
              <a:ahLst/>
              <a:cxnLst/>
              <a:rect l="0" t="0" r="r" b="b"/>
              <a:pathLst>
                <a:path w="100000" h="30000">
                  <a:moveTo>
                    <a:pt x="100000" y="0"/>
                  </a:moveTo>
                  <a:lnTo>
                    <a:pt x="100000" y="15000"/>
                  </a:lnTo>
                  <a:lnTo>
                    <a:pt x="0" y="15000"/>
                  </a:lnTo>
                  <a:lnTo>
                    <a:pt x="0" y="30000"/>
                  </a:lnTo>
                </a:path>
              </a:pathLst>
            </a:custGeom>
            <a:noFill/>
            <a:ln w="1778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5" name="b.loss/classifier edge head"/>
            <p:cNvSpPr/>
            <p:nvPr/>
          </p:nvSpPr>
          <p:spPr>
            <a:xfrm>
              <a:off x="10494010" y="6489700"/>
              <a:ext cx="68580"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616" name="b.objective"/>
          <p:cNvGrpSpPr/>
          <p:nvPr/>
        </p:nvGrpSpPr>
        <p:grpSpPr>
          <a:xfrm>
            <a:off x="7797800" y="6565900"/>
            <a:ext cx="5588000" cy="990600"/>
            <a:chOff x="7797800" y="6565900"/>
            <a:chExt cx="5588000" cy="990600"/>
          </a:xfrm>
        </p:grpSpPr>
        <p:sp>
          <p:nvSpPr>
            <p:cNvPr id="617" name="b.objective/box"/>
            <p:cNvSpPr/>
            <p:nvPr/>
          </p:nvSpPr>
          <p:spPr>
            <a:xfrm>
              <a:off x="7835900" y="6565900"/>
              <a:ext cx="5435600" cy="685800"/>
            </a:xfrm>
            <a:custGeom>
              <a:avLst/>
              <a:gdLst/>
              <a:ahLst/>
              <a:cxnLst/>
              <a:rect l="0" t="0" r="r" b="b"/>
              <a:pathLst>
                <a:path w="428000" h="54000">
                  <a:moveTo>
                    <a:pt x="7000" y="0"/>
                  </a:moveTo>
                  <a:lnTo>
                    <a:pt x="421000" y="0"/>
                  </a:lnTo>
                  <a:cubicBezTo>
                    <a:pt x="424866" y="0"/>
                    <a:pt x="428000" y="3134"/>
                    <a:pt x="428000" y="7000"/>
                  </a:cubicBezTo>
                  <a:lnTo>
                    <a:pt x="428000" y="47000"/>
                  </a:lnTo>
                  <a:cubicBezTo>
                    <a:pt x="428000" y="50866"/>
                    <a:pt x="424866" y="54000"/>
                    <a:pt x="421000" y="54000"/>
                  </a:cubicBezTo>
                  <a:lnTo>
                    <a:pt x="7000" y="54000"/>
                  </a:lnTo>
                  <a:cubicBezTo>
                    <a:pt x="3134" y="54000"/>
                    <a:pt x="0" y="50866"/>
                    <a:pt x="0" y="47000"/>
                  </a:cubicBezTo>
                  <a:lnTo>
                    <a:pt x="0" y="7000"/>
                  </a:lnTo>
                  <a:cubicBezTo>
                    <a:pt x="0" y="3134"/>
                    <a:pt x="3134" y="0"/>
                    <a:pt x="7000" y="0"/>
                  </a:cubicBezTo>
                  <a:close/>
                </a:path>
              </a:pathLst>
            </a:custGeom>
            <a:solidFill>
              <a:srgbClr val="FAEA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8" name="b.objective/formula"/>
            <p:cNvSpPr txBox="1"/>
            <p:nvPr/>
          </p:nvSpPr>
          <p:spPr>
            <a:xfrm>
              <a:off x="7912100" y="6565900"/>
              <a:ext cx="5283200" cy="342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20" b="1" i="0">
                  <a:solidFill>
                    <a:srgbClr val="C45B25"/>
                  </a:solidFill>
                  <a:latin typeface="Comic Sans MS"/>
                  <a:ea typeface="Comic Sans MS"/>
                  <a:cs typeface="Comic Sans MS"/>
                </a:rPr>
                <a:t>min</a:t>
              </a:r>
              <a:r>
                <a:rPr sz="1620" b="1" i="0" baseline="-25000">
                  <a:solidFill>
                    <a:srgbClr val="C45B25"/>
                  </a:solidFill>
                  <a:latin typeface="Comic Sans MS"/>
                  <a:ea typeface="Comic Sans MS"/>
                  <a:cs typeface="Comic Sans MS"/>
                </a:rPr>
                <a:t>ω</a:t>
              </a:r>
              <a:r>
                <a:rPr sz="1620" b="1" i="0">
                  <a:solidFill>
                    <a:srgbClr val="C45B25"/>
                  </a:solidFill>
                  <a:latin typeface="Comic Sans MS"/>
                  <a:ea typeface="Comic Sans MS"/>
                  <a:cs typeface="Comic Sans MS"/>
                </a:rPr>
                <a:t>  E[softplus(−d</a:t>
              </a:r>
              <a:r>
                <a:rPr sz="1620" b="1" i="0" baseline="-25000">
                  <a:solidFill>
                    <a:srgbClr val="C45B25"/>
                  </a:solidFill>
                  <a:latin typeface="Comic Sans MS"/>
                  <a:ea typeface="Comic Sans MS"/>
                  <a:cs typeface="Comic Sans MS"/>
                </a:rPr>
                <a:t>r</a:t>
              </a:r>
              <a:r>
                <a:rPr sz="1620" b="1" i="0">
                  <a:solidFill>
                    <a:srgbClr val="C45B25"/>
                  </a:solidFill>
                  <a:latin typeface="Comic Sans MS"/>
                  <a:ea typeface="Comic Sans MS"/>
                  <a:cs typeface="Comic Sans MS"/>
                </a:rPr>
                <a:t>)]</a:t>
              </a:r>
            </a:p>
          </p:txBody>
        </p:sp>
        <p:sp>
          <p:nvSpPr>
            <p:cNvPr id="619" name="b.objective/formula continuation"/>
            <p:cNvSpPr txBox="1"/>
            <p:nvPr/>
          </p:nvSpPr>
          <p:spPr>
            <a:xfrm>
              <a:off x="7912100" y="6896100"/>
              <a:ext cx="5283200" cy="342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20" b="1" i="0">
                  <a:solidFill>
                    <a:srgbClr val="C45B25"/>
                  </a:solidFill>
                  <a:latin typeface="Comic Sans MS"/>
                  <a:ea typeface="Comic Sans MS"/>
                  <a:cs typeface="Comic Sans MS"/>
                </a:rPr>
                <a:t>+ E[softplus(d</a:t>
              </a:r>
              <a:r>
                <a:rPr sz="1620" b="1" i="0" baseline="-25000">
                  <a:solidFill>
                    <a:srgbClr val="C45B25"/>
                  </a:solidFill>
                  <a:latin typeface="Comic Sans MS"/>
                  <a:ea typeface="Comic Sans MS"/>
                  <a:cs typeface="Comic Sans MS"/>
                </a:rPr>
                <a:t>f</a:t>
              </a:r>
              <a:r>
                <a:rPr sz="1620" b="1" i="0">
                  <a:solidFill>
                    <a:srgbClr val="C45B25"/>
                  </a:solidFill>
                  <a:latin typeface="Comic Sans MS"/>
                  <a:ea typeface="Comic Sans MS"/>
                  <a:cs typeface="Comic Sans MS"/>
                </a:rPr>
                <a:t>)] + (γ/2) R</a:t>
              </a:r>
              <a:r>
                <a:rPr sz="1620" b="1" i="0" baseline="-25000">
                  <a:solidFill>
                    <a:srgbClr val="C45B25"/>
                  </a:solidFill>
                  <a:latin typeface="Comic Sans MS"/>
                  <a:ea typeface="Comic Sans MS"/>
                  <a:cs typeface="Comic Sans MS"/>
                </a:rPr>
                <a:t>1</a:t>
              </a:r>
            </a:p>
          </p:txBody>
        </p:sp>
        <p:sp>
          <p:nvSpPr>
            <p:cNvPr id="620" name="b.objective/note"/>
            <p:cNvSpPr txBox="1"/>
            <p:nvPr/>
          </p:nvSpPr>
          <p:spPr>
            <a:xfrm>
              <a:off x="7797800" y="7289800"/>
              <a:ext cx="55880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60" b="0" i="0">
                  <a:solidFill>
                    <a:srgbClr val="697A8B"/>
                  </a:solidFill>
                  <a:latin typeface="Comic Sans MS"/>
                  <a:ea typeface="Comic Sans MS"/>
                  <a:cs typeface="Comic Sans MS"/>
                </a:rPr>
                <a:t>R</a:t>
              </a:r>
              <a:r>
                <a:rPr sz="1360" b="0" i="0" baseline="-25000">
                  <a:solidFill>
                    <a:srgbClr val="697A8B"/>
                  </a:solidFill>
                  <a:latin typeface="Comic Sans MS"/>
                  <a:ea typeface="Comic Sans MS"/>
                  <a:cs typeface="Comic Sans MS"/>
                </a:rPr>
                <a:t>1</a:t>
              </a:r>
              <a:r>
                <a:rPr sz="1360" b="0" i="0">
                  <a:solidFill>
                    <a:srgbClr val="697A8B"/>
                  </a:solidFill>
                  <a:latin typeface="Comic Sans MS"/>
                  <a:ea typeface="Comic Sans MS"/>
                  <a:cs typeface="Comic Sans MS"/>
                </a:rPr>
                <a:t>: gradient penalty on real features</a:t>
              </a:r>
            </a:p>
          </p:txBody>
        </p:sp>
      </p:grpSp>
      <p:grpSp>
        <p:nvGrpSpPr>
          <p:cNvPr id="621" name="b.before-real"/>
          <p:cNvGrpSpPr/>
          <p:nvPr/>
        </p:nvGrpSpPr>
        <p:grpSpPr>
          <a:xfrm>
            <a:off x="7924165" y="7734934"/>
            <a:ext cx="788670" cy="582930"/>
            <a:chOff x="7924165" y="7734934"/>
            <a:chExt cx="788670" cy="582930"/>
          </a:xfrm>
        </p:grpSpPr>
        <p:sp>
          <p:nvSpPr>
            <p:cNvPr id="622" name="b.before-real/contour 1.35"/>
            <p:cNvSpPr/>
            <p:nvPr/>
          </p:nvSpPr>
          <p:spPr>
            <a:xfrm>
              <a:off x="7924165" y="7734934"/>
              <a:ext cx="788670" cy="582930"/>
            </a:xfrm>
            <a:prstGeom prst="ellipse">
              <a:avLst/>
            </a:prstGeom>
            <a:solidFill>
              <a:srgbClr val="D74732">
                <a:alpha val="4500"/>
              </a:srgbClr>
            </a:solidFill>
            <a:ln w="4445">
              <a:solidFill>
                <a:srgbClr val="D74732">
                  <a:alpha val="45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3" name="b.before-real/contour 1.05"/>
            <p:cNvSpPr/>
            <p:nvPr/>
          </p:nvSpPr>
          <p:spPr>
            <a:xfrm>
              <a:off x="8011795" y="7799705"/>
              <a:ext cx="613410" cy="453390"/>
            </a:xfrm>
            <a:prstGeom prst="ellipse">
              <a:avLst/>
            </a:prstGeom>
            <a:solidFill>
              <a:srgbClr val="D74732">
                <a:alpha val="7000"/>
              </a:srgbClr>
            </a:solidFill>
            <a:ln w="4445">
              <a:solidFill>
                <a:srgbClr val="D74732">
                  <a:alpha val="7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4" name="b.before-real/contour 0.75"/>
            <p:cNvSpPr/>
            <p:nvPr/>
          </p:nvSpPr>
          <p:spPr>
            <a:xfrm>
              <a:off x="8099425" y="7864475"/>
              <a:ext cx="438150" cy="323850"/>
            </a:xfrm>
            <a:prstGeom prst="ellipse">
              <a:avLst/>
            </a:prstGeom>
            <a:solidFill>
              <a:srgbClr val="D74732">
                <a:alpha val="10000"/>
              </a:srgbClr>
            </a:solidFill>
            <a:ln w="4445">
              <a:solidFill>
                <a:srgbClr val="D74732">
                  <a:alpha val="1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5" name="b.before-real/point 000"/>
            <p:cNvSpPr/>
            <p:nvPr/>
          </p:nvSpPr>
          <p:spPr>
            <a:xfrm>
              <a:off x="8229004" y="7975827"/>
              <a:ext cx="16532" cy="16532"/>
            </a:xfrm>
            <a:prstGeom prst="ellipse">
              <a:avLst/>
            </a:prstGeom>
            <a:solidFill>
              <a:srgbClr val="D74732">
                <a:alpha val="6316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6" name="b.before-real/point 001"/>
            <p:cNvSpPr/>
            <p:nvPr/>
          </p:nvSpPr>
          <p:spPr>
            <a:xfrm>
              <a:off x="8356147" y="7938594"/>
              <a:ext cx="25346" cy="25346"/>
            </a:xfrm>
            <a:prstGeom prst="ellipse">
              <a:avLst/>
            </a:prstGeom>
            <a:solidFill>
              <a:srgbClr val="D74732">
                <a:alpha val="5614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7" name="b.before-real/point 002"/>
            <p:cNvSpPr/>
            <p:nvPr/>
          </p:nvSpPr>
          <p:spPr>
            <a:xfrm>
              <a:off x="8216134" y="8050699"/>
              <a:ext cx="18621" cy="18621"/>
            </a:xfrm>
            <a:prstGeom prst="ellipse">
              <a:avLst/>
            </a:prstGeom>
            <a:solidFill>
              <a:srgbClr val="D74732">
                <a:alpha val="5936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8" name="b.before-real/point 003"/>
            <p:cNvSpPr/>
            <p:nvPr/>
          </p:nvSpPr>
          <p:spPr>
            <a:xfrm>
              <a:off x="8487030" y="8104204"/>
              <a:ext cx="24172" cy="24172"/>
            </a:xfrm>
            <a:prstGeom prst="ellipse">
              <a:avLst/>
            </a:prstGeom>
            <a:solidFill>
              <a:srgbClr val="D74732">
                <a:alpha val="695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9" name="b.before-real/point 004"/>
            <p:cNvSpPr/>
            <p:nvPr/>
          </p:nvSpPr>
          <p:spPr>
            <a:xfrm>
              <a:off x="8330830" y="7894736"/>
              <a:ext cx="21033" cy="21033"/>
            </a:xfrm>
            <a:prstGeom prst="ellipse">
              <a:avLst/>
            </a:prstGeom>
            <a:solidFill>
              <a:srgbClr val="D74732">
                <a:alpha val="8368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0" name="b.before-real/point 005"/>
            <p:cNvSpPr/>
            <p:nvPr/>
          </p:nvSpPr>
          <p:spPr>
            <a:xfrm>
              <a:off x="8054038" y="7946102"/>
              <a:ext cx="20694" cy="20694"/>
            </a:xfrm>
            <a:prstGeom prst="ellipse">
              <a:avLst/>
            </a:prstGeom>
            <a:solidFill>
              <a:srgbClr val="D74732">
                <a:alpha val="633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1" name="b.before-real/point 006"/>
            <p:cNvSpPr/>
            <p:nvPr/>
          </p:nvSpPr>
          <p:spPr>
            <a:xfrm>
              <a:off x="8483990" y="8071815"/>
              <a:ext cx="26023" cy="26023"/>
            </a:xfrm>
            <a:prstGeom prst="ellipse">
              <a:avLst/>
            </a:prstGeom>
            <a:solidFill>
              <a:srgbClr val="D74732">
                <a:alpha val="8074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2" name="b.before-real/point 007"/>
            <p:cNvSpPr/>
            <p:nvPr/>
          </p:nvSpPr>
          <p:spPr>
            <a:xfrm>
              <a:off x="8131971" y="8138191"/>
              <a:ext cx="27962" cy="27962"/>
            </a:xfrm>
            <a:prstGeom prst="ellipse">
              <a:avLst/>
            </a:prstGeom>
            <a:solidFill>
              <a:srgbClr val="D74732">
                <a:alpha val="8094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3" name="b.before-real/point 008"/>
            <p:cNvSpPr/>
            <p:nvPr/>
          </p:nvSpPr>
          <p:spPr>
            <a:xfrm>
              <a:off x="8499397" y="8042894"/>
              <a:ext cx="31053" cy="31053"/>
            </a:xfrm>
            <a:prstGeom prst="ellipse">
              <a:avLst/>
            </a:prstGeom>
            <a:solidFill>
              <a:srgbClr val="D74732">
                <a:alpha val="7781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4" name="b.before-real/point 009"/>
            <p:cNvSpPr/>
            <p:nvPr/>
          </p:nvSpPr>
          <p:spPr>
            <a:xfrm>
              <a:off x="8167316" y="8054114"/>
              <a:ext cx="20642" cy="20642"/>
            </a:xfrm>
            <a:prstGeom prst="ellipse">
              <a:avLst/>
            </a:prstGeom>
            <a:solidFill>
              <a:srgbClr val="D74732">
                <a:alpha val="574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5" name="b.before-real/point 010"/>
            <p:cNvSpPr/>
            <p:nvPr/>
          </p:nvSpPr>
          <p:spPr>
            <a:xfrm>
              <a:off x="8424406" y="7939991"/>
              <a:ext cx="29860" cy="29860"/>
            </a:xfrm>
            <a:prstGeom prst="ellipse">
              <a:avLst/>
            </a:prstGeom>
            <a:solidFill>
              <a:srgbClr val="D74732">
                <a:alpha val="5904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6" name="b.before-real/point 011"/>
            <p:cNvSpPr/>
            <p:nvPr/>
          </p:nvSpPr>
          <p:spPr>
            <a:xfrm>
              <a:off x="8140600" y="8097215"/>
              <a:ext cx="18653" cy="18653"/>
            </a:xfrm>
            <a:prstGeom prst="ellipse">
              <a:avLst/>
            </a:prstGeom>
            <a:solidFill>
              <a:srgbClr val="D74732">
                <a:alpha val="6979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7" name="b.before-real/point 012"/>
            <p:cNvSpPr/>
            <p:nvPr/>
          </p:nvSpPr>
          <p:spPr>
            <a:xfrm>
              <a:off x="8227787" y="8029148"/>
              <a:ext cx="27983" cy="27983"/>
            </a:xfrm>
            <a:prstGeom prst="ellipse">
              <a:avLst/>
            </a:prstGeom>
            <a:solidFill>
              <a:srgbClr val="D74732">
                <a:alpha val="7501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8" name="b.before-real/point 013"/>
            <p:cNvSpPr/>
            <p:nvPr/>
          </p:nvSpPr>
          <p:spPr>
            <a:xfrm>
              <a:off x="8153150" y="8089153"/>
              <a:ext cx="31404" cy="31404"/>
            </a:xfrm>
            <a:prstGeom prst="ellipse">
              <a:avLst/>
            </a:prstGeom>
            <a:solidFill>
              <a:srgbClr val="D74732">
                <a:alpha val="5341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9" name="b.before-real/point 014"/>
            <p:cNvSpPr/>
            <p:nvPr/>
          </p:nvSpPr>
          <p:spPr>
            <a:xfrm>
              <a:off x="8392304" y="8013453"/>
              <a:ext cx="23081" cy="23081"/>
            </a:xfrm>
            <a:prstGeom prst="ellipse">
              <a:avLst/>
            </a:prstGeom>
            <a:solidFill>
              <a:srgbClr val="D74732">
                <a:alpha val="5793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0" name="b.before-real/point 015"/>
            <p:cNvSpPr/>
            <p:nvPr/>
          </p:nvSpPr>
          <p:spPr>
            <a:xfrm>
              <a:off x="8441358" y="8050586"/>
              <a:ext cx="18319" cy="18319"/>
            </a:xfrm>
            <a:prstGeom prst="ellipse">
              <a:avLst/>
            </a:prstGeom>
            <a:solidFill>
              <a:srgbClr val="D74732">
                <a:alpha val="7270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1" name="b.before-real/point 016"/>
            <p:cNvSpPr/>
            <p:nvPr/>
          </p:nvSpPr>
          <p:spPr>
            <a:xfrm>
              <a:off x="8491203" y="7959084"/>
              <a:ext cx="19195" cy="19195"/>
            </a:xfrm>
            <a:prstGeom prst="ellipse">
              <a:avLst/>
            </a:prstGeom>
            <a:solidFill>
              <a:srgbClr val="D74732">
                <a:alpha val="5739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2" name="b.before-real/point 017"/>
            <p:cNvSpPr/>
            <p:nvPr/>
          </p:nvSpPr>
          <p:spPr>
            <a:xfrm>
              <a:off x="8385832" y="7936308"/>
              <a:ext cx="31659" cy="31659"/>
            </a:xfrm>
            <a:prstGeom prst="ellipse">
              <a:avLst/>
            </a:prstGeom>
            <a:solidFill>
              <a:srgbClr val="D74732">
                <a:alpha val="6377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3" name="b.before-real/point 018"/>
            <p:cNvSpPr/>
            <p:nvPr/>
          </p:nvSpPr>
          <p:spPr>
            <a:xfrm>
              <a:off x="8212205" y="7980448"/>
              <a:ext cx="17849" cy="17849"/>
            </a:xfrm>
            <a:prstGeom prst="ellipse">
              <a:avLst/>
            </a:prstGeom>
            <a:solidFill>
              <a:srgbClr val="D74732">
                <a:alpha val="6874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4" name="b.before-real/point 019"/>
            <p:cNvSpPr/>
            <p:nvPr/>
          </p:nvSpPr>
          <p:spPr>
            <a:xfrm>
              <a:off x="8197382" y="8004066"/>
              <a:ext cx="31637" cy="31637"/>
            </a:xfrm>
            <a:prstGeom prst="ellipse">
              <a:avLst/>
            </a:prstGeom>
            <a:solidFill>
              <a:srgbClr val="D74732">
                <a:alpha val="769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5" name="b.before-real/point 020"/>
            <p:cNvSpPr/>
            <p:nvPr/>
          </p:nvSpPr>
          <p:spPr>
            <a:xfrm>
              <a:off x="8313820" y="8024905"/>
              <a:ext cx="17883" cy="17883"/>
            </a:xfrm>
            <a:prstGeom prst="ellipse">
              <a:avLst/>
            </a:prstGeom>
            <a:solidFill>
              <a:srgbClr val="D74732">
                <a:alpha val="5575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6" name="b.before-real/point 021"/>
            <p:cNvSpPr/>
            <p:nvPr/>
          </p:nvSpPr>
          <p:spPr>
            <a:xfrm>
              <a:off x="8331583" y="8031550"/>
              <a:ext cx="28393" cy="28393"/>
            </a:xfrm>
            <a:prstGeom prst="ellipse">
              <a:avLst/>
            </a:prstGeom>
            <a:solidFill>
              <a:srgbClr val="D74732">
                <a:alpha val="6173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7" name="b.before-real/point 022"/>
            <p:cNvSpPr/>
            <p:nvPr/>
          </p:nvSpPr>
          <p:spPr>
            <a:xfrm>
              <a:off x="8237198" y="8076135"/>
              <a:ext cx="23328" cy="23328"/>
            </a:xfrm>
            <a:prstGeom prst="ellipse">
              <a:avLst/>
            </a:prstGeom>
            <a:solidFill>
              <a:srgbClr val="D74732">
                <a:alpha val="6298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8" name="b.before-real/point 023"/>
            <p:cNvSpPr/>
            <p:nvPr/>
          </p:nvSpPr>
          <p:spPr>
            <a:xfrm>
              <a:off x="8168060" y="8002788"/>
              <a:ext cx="20974" cy="20974"/>
            </a:xfrm>
            <a:prstGeom prst="ellipse">
              <a:avLst/>
            </a:prstGeom>
            <a:solidFill>
              <a:srgbClr val="D74732">
                <a:alpha val="6914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9" name="b.before-real/point 024"/>
            <p:cNvSpPr/>
            <p:nvPr/>
          </p:nvSpPr>
          <p:spPr>
            <a:xfrm>
              <a:off x="8349151" y="8060457"/>
              <a:ext cx="21525" cy="21525"/>
            </a:xfrm>
            <a:prstGeom prst="ellipse">
              <a:avLst/>
            </a:prstGeom>
            <a:solidFill>
              <a:srgbClr val="D74732">
                <a:alpha val="628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0" name="b.before-real/point 025"/>
            <p:cNvSpPr/>
            <p:nvPr/>
          </p:nvSpPr>
          <p:spPr>
            <a:xfrm>
              <a:off x="8258218" y="8102074"/>
              <a:ext cx="27054" cy="27054"/>
            </a:xfrm>
            <a:prstGeom prst="ellipse">
              <a:avLst/>
            </a:prstGeom>
            <a:solidFill>
              <a:srgbClr val="D74732">
                <a:alpha val="7201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1" name="b.before-real/point 026"/>
            <p:cNvSpPr/>
            <p:nvPr/>
          </p:nvSpPr>
          <p:spPr>
            <a:xfrm>
              <a:off x="8318484" y="8023608"/>
              <a:ext cx="19387" cy="19387"/>
            </a:xfrm>
            <a:prstGeom prst="ellipse">
              <a:avLst/>
            </a:prstGeom>
            <a:solidFill>
              <a:srgbClr val="D74732">
                <a:alpha val="5689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2" name="b.before-real/point 027"/>
            <p:cNvSpPr/>
            <p:nvPr/>
          </p:nvSpPr>
          <p:spPr>
            <a:xfrm>
              <a:off x="8366175" y="7873709"/>
              <a:ext cx="19381" cy="19381"/>
            </a:xfrm>
            <a:prstGeom prst="ellipse">
              <a:avLst/>
            </a:prstGeom>
            <a:solidFill>
              <a:srgbClr val="D74732">
                <a:alpha val="8054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3" name="b.before-real/point 028"/>
            <p:cNvSpPr/>
            <p:nvPr/>
          </p:nvSpPr>
          <p:spPr>
            <a:xfrm>
              <a:off x="8410872" y="7928047"/>
              <a:ext cx="25147" cy="25147"/>
            </a:xfrm>
            <a:prstGeom prst="ellipse">
              <a:avLst/>
            </a:prstGeom>
            <a:solidFill>
              <a:srgbClr val="D74732">
                <a:alpha val="628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4" name="b.before-real/point 029"/>
            <p:cNvSpPr/>
            <p:nvPr/>
          </p:nvSpPr>
          <p:spPr>
            <a:xfrm>
              <a:off x="8244665" y="7973768"/>
              <a:ext cx="21845" cy="21845"/>
            </a:xfrm>
            <a:prstGeom prst="ellipse">
              <a:avLst/>
            </a:prstGeom>
            <a:solidFill>
              <a:srgbClr val="D74732">
                <a:alpha val="7574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5" name="b.before-real/point 030"/>
            <p:cNvSpPr/>
            <p:nvPr/>
          </p:nvSpPr>
          <p:spPr>
            <a:xfrm>
              <a:off x="8308569" y="8195578"/>
              <a:ext cx="21352" cy="21352"/>
            </a:xfrm>
            <a:prstGeom prst="ellipse">
              <a:avLst/>
            </a:prstGeom>
            <a:solidFill>
              <a:srgbClr val="D74732">
                <a:alpha val="5408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6" name="b.before-real/point 031"/>
            <p:cNvSpPr/>
            <p:nvPr/>
          </p:nvSpPr>
          <p:spPr>
            <a:xfrm>
              <a:off x="8240301" y="7974919"/>
              <a:ext cx="22880" cy="22880"/>
            </a:xfrm>
            <a:prstGeom prst="ellipse">
              <a:avLst/>
            </a:prstGeom>
            <a:solidFill>
              <a:srgbClr val="D74732">
                <a:alpha val="7098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7" name="b.before-real/point 032"/>
            <p:cNvSpPr/>
            <p:nvPr/>
          </p:nvSpPr>
          <p:spPr>
            <a:xfrm>
              <a:off x="8328471" y="8062507"/>
              <a:ext cx="26771" cy="26771"/>
            </a:xfrm>
            <a:prstGeom prst="ellipse">
              <a:avLst/>
            </a:prstGeom>
            <a:solidFill>
              <a:srgbClr val="D74732">
                <a:alpha val="8479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8" name="b.before-real/point 033"/>
            <p:cNvSpPr/>
            <p:nvPr/>
          </p:nvSpPr>
          <p:spPr>
            <a:xfrm>
              <a:off x="8351640" y="8037628"/>
              <a:ext cx="18364" cy="18364"/>
            </a:xfrm>
            <a:prstGeom prst="ellipse">
              <a:avLst/>
            </a:prstGeom>
            <a:solidFill>
              <a:srgbClr val="D74732">
                <a:alpha val="5391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9" name="b.before-real/point 034"/>
            <p:cNvSpPr/>
            <p:nvPr/>
          </p:nvSpPr>
          <p:spPr>
            <a:xfrm>
              <a:off x="8450186" y="8049152"/>
              <a:ext cx="24257" cy="24257"/>
            </a:xfrm>
            <a:prstGeom prst="ellipse">
              <a:avLst/>
            </a:prstGeom>
            <a:solidFill>
              <a:srgbClr val="D74732">
                <a:alpha val="604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0" name="b.before-real/point 035"/>
            <p:cNvSpPr/>
            <p:nvPr/>
          </p:nvSpPr>
          <p:spPr>
            <a:xfrm>
              <a:off x="8231253" y="8076230"/>
              <a:ext cx="21628" cy="21628"/>
            </a:xfrm>
            <a:prstGeom prst="ellipse">
              <a:avLst/>
            </a:prstGeom>
            <a:solidFill>
              <a:srgbClr val="D74732">
                <a:alpha val="7860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1" name="b.before-real/point 036"/>
            <p:cNvSpPr/>
            <p:nvPr/>
          </p:nvSpPr>
          <p:spPr>
            <a:xfrm>
              <a:off x="8388265" y="8061507"/>
              <a:ext cx="23528" cy="23528"/>
            </a:xfrm>
            <a:prstGeom prst="ellipse">
              <a:avLst/>
            </a:prstGeom>
            <a:solidFill>
              <a:srgbClr val="D74732">
                <a:alpha val="5437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2" name="b.before-real/point 037"/>
            <p:cNvSpPr/>
            <p:nvPr/>
          </p:nvSpPr>
          <p:spPr>
            <a:xfrm>
              <a:off x="8239503" y="8035237"/>
              <a:ext cx="27096" cy="27096"/>
            </a:xfrm>
            <a:prstGeom prst="ellipse">
              <a:avLst/>
            </a:prstGeom>
            <a:solidFill>
              <a:srgbClr val="D74732">
                <a:alpha val="5366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3" name="b.before-real/point 038"/>
            <p:cNvSpPr/>
            <p:nvPr/>
          </p:nvSpPr>
          <p:spPr>
            <a:xfrm>
              <a:off x="8326988" y="8058847"/>
              <a:ext cx="17681" cy="17681"/>
            </a:xfrm>
            <a:prstGeom prst="ellipse">
              <a:avLst/>
            </a:prstGeom>
            <a:solidFill>
              <a:srgbClr val="D74732">
                <a:alpha val="7222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4" name="b.before-real/point 039"/>
            <p:cNvSpPr/>
            <p:nvPr/>
          </p:nvSpPr>
          <p:spPr>
            <a:xfrm>
              <a:off x="8352837" y="8162018"/>
              <a:ext cx="24053" cy="24053"/>
            </a:xfrm>
            <a:prstGeom prst="ellipse">
              <a:avLst/>
            </a:prstGeom>
            <a:solidFill>
              <a:srgbClr val="D74732">
                <a:alpha val="5059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5" name="b.before-real/point 040"/>
            <p:cNvSpPr/>
            <p:nvPr/>
          </p:nvSpPr>
          <p:spPr>
            <a:xfrm>
              <a:off x="8160123" y="8198978"/>
              <a:ext cx="28539" cy="28539"/>
            </a:xfrm>
            <a:prstGeom prst="ellipse">
              <a:avLst/>
            </a:prstGeom>
            <a:solidFill>
              <a:srgbClr val="D74732">
                <a:alpha val="849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6" name="b.before-real/point 041"/>
            <p:cNvSpPr/>
            <p:nvPr/>
          </p:nvSpPr>
          <p:spPr>
            <a:xfrm>
              <a:off x="8342563" y="8049353"/>
              <a:ext cx="18487" cy="18487"/>
            </a:xfrm>
            <a:prstGeom prst="ellipse">
              <a:avLst/>
            </a:prstGeom>
            <a:solidFill>
              <a:srgbClr val="D74732">
                <a:alpha val="7657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7" name="b.before-real/point 042"/>
            <p:cNvSpPr/>
            <p:nvPr/>
          </p:nvSpPr>
          <p:spPr>
            <a:xfrm>
              <a:off x="8344447" y="7992994"/>
              <a:ext cx="17793" cy="17793"/>
            </a:xfrm>
            <a:prstGeom prst="ellipse">
              <a:avLst/>
            </a:prstGeom>
            <a:solidFill>
              <a:srgbClr val="D74732">
                <a:alpha val="6922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8" name="b.before-real/point 043"/>
            <p:cNvSpPr/>
            <p:nvPr/>
          </p:nvSpPr>
          <p:spPr>
            <a:xfrm>
              <a:off x="8286265" y="8093046"/>
              <a:ext cx="22917" cy="22917"/>
            </a:xfrm>
            <a:prstGeom prst="ellipse">
              <a:avLst/>
            </a:prstGeom>
            <a:solidFill>
              <a:srgbClr val="D74732">
                <a:alpha val="8665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9" name="b.before-real/point 044"/>
            <p:cNvSpPr/>
            <p:nvPr/>
          </p:nvSpPr>
          <p:spPr>
            <a:xfrm>
              <a:off x="8316827" y="8147347"/>
              <a:ext cx="19513" cy="19513"/>
            </a:xfrm>
            <a:prstGeom prst="ellipse">
              <a:avLst/>
            </a:prstGeom>
            <a:solidFill>
              <a:srgbClr val="D74732">
                <a:alpha val="7091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0" name="b.before-real/point 045"/>
            <p:cNvSpPr/>
            <p:nvPr/>
          </p:nvSpPr>
          <p:spPr>
            <a:xfrm>
              <a:off x="8271991" y="8014057"/>
              <a:ext cx="30910" cy="30910"/>
            </a:xfrm>
            <a:prstGeom prst="ellipse">
              <a:avLst/>
            </a:prstGeom>
            <a:solidFill>
              <a:srgbClr val="D74732">
                <a:alpha val="756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1" name="b.before-real/point 046"/>
            <p:cNvSpPr/>
            <p:nvPr/>
          </p:nvSpPr>
          <p:spPr>
            <a:xfrm>
              <a:off x="8068998" y="7923471"/>
              <a:ext cx="26099" cy="26099"/>
            </a:xfrm>
            <a:prstGeom prst="ellipse">
              <a:avLst/>
            </a:prstGeom>
            <a:solidFill>
              <a:srgbClr val="D74732">
                <a:alpha val="533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2" name="b.before-real/point 047"/>
            <p:cNvSpPr/>
            <p:nvPr/>
          </p:nvSpPr>
          <p:spPr>
            <a:xfrm>
              <a:off x="8262573" y="8058473"/>
              <a:ext cx="31582" cy="31582"/>
            </a:xfrm>
            <a:prstGeom prst="ellipse">
              <a:avLst/>
            </a:prstGeom>
            <a:solidFill>
              <a:srgbClr val="D74732">
                <a:alpha val="8498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673" name="b.before-fake"/>
          <p:cNvGrpSpPr/>
          <p:nvPr/>
        </p:nvGrpSpPr>
        <p:grpSpPr>
          <a:xfrm>
            <a:off x="8508365" y="8090534"/>
            <a:ext cx="788670" cy="582930"/>
            <a:chOff x="8508365" y="8090534"/>
            <a:chExt cx="788670" cy="582930"/>
          </a:xfrm>
        </p:grpSpPr>
        <p:sp>
          <p:nvSpPr>
            <p:cNvPr id="674" name="b.before-fake/contour 1.35"/>
            <p:cNvSpPr/>
            <p:nvPr/>
          </p:nvSpPr>
          <p:spPr>
            <a:xfrm>
              <a:off x="8508365" y="8090534"/>
              <a:ext cx="788670" cy="582930"/>
            </a:xfrm>
            <a:prstGeom prst="ellipse">
              <a:avLst/>
            </a:prstGeom>
            <a:solidFill>
              <a:srgbClr val="3072D5">
                <a:alpha val="4500"/>
              </a:srgbClr>
            </a:solidFill>
            <a:ln w="4445">
              <a:solidFill>
                <a:srgbClr val="3072D5">
                  <a:alpha val="45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5" name="b.before-fake/contour 1.05"/>
            <p:cNvSpPr/>
            <p:nvPr/>
          </p:nvSpPr>
          <p:spPr>
            <a:xfrm>
              <a:off x="8595995" y="8155305"/>
              <a:ext cx="613410" cy="453390"/>
            </a:xfrm>
            <a:prstGeom prst="ellipse">
              <a:avLst/>
            </a:prstGeom>
            <a:solidFill>
              <a:srgbClr val="3072D5">
                <a:alpha val="7000"/>
              </a:srgbClr>
            </a:solidFill>
            <a:ln w="4445">
              <a:solidFill>
                <a:srgbClr val="3072D5">
                  <a:alpha val="7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6" name="b.before-fake/contour 0.75"/>
            <p:cNvSpPr/>
            <p:nvPr/>
          </p:nvSpPr>
          <p:spPr>
            <a:xfrm>
              <a:off x="8683625" y="8220075"/>
              <a:ext cx="438150" cy="323850"/>
            </a:xfrm>
            <a:prstGeom prst="ellipse">
              <a:avLst/>
            </a:prstGeom>
            <a:solidFill>
              <a:srgbClr val="3072D5">
                <a:alpha val="10000"/>
              </a:srgbClr>
            </a:solidFill>
            <a:ln w="4445">
              <a:solidFill>
                <a:srgbClr val="3072D5">
                  <a:alpha val="1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7" name="b.before-fake/point 000"/>
            <p:cNvSpPr/>
            <p:nvPr/>
          </p:nvSpPr>
          <p:spPr>
            <a:xfrm>
              <a:off x="8858927" y="8424704"/>
              <a:ext cx="28898" cy="28898"/>
            </a:xfrm>
            <a:prstGeom prst="ellipse">
              <a:avLst/>
            </a:prstGeom>
            <a:solidFill>
              <a:srgbClr val="3072D5">
                <a:alpha val="7150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8" name="b.before-fake/point 001"/>
            <p:cNvSpPr/>
            <p:nvPr/>
          </p:nvSpPr>
          <p:spPr>
            <a:xfrm>
              <a:off x="8909394" y="8279668"/>
              <a:ext cx="30770" cy="30770"/>
            </a:xfrm>
            <a:prstGeom prst="ellipse">
              <a:avLst/>
            </a:prstGeom>
            <a:solidFill>
              <a:srgbClr val="3072D5">
                <a:alpha val="8232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9" name="b.before-fake/point 002"/>
            <p:cNvSpPr/>
            <p:nvPr/>
          </p:nvSpPr>
          <p:spPr>
            <a:xfrm>
              <a:off x="8644819" y="8315802"/>
              <a:ext cx="20851" cy="20851"/>
            </a:xfrm>
            <a:prstGeom prst="ellipse">
              <a:avLst/>
            </a:prstGeom>
            <a:solidFill>
              <a:srgbClr val="3072D5">
                <a:alpha val="5806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0" name="b.before-fake/point 003"/>
            <p:cNvSpPr/>
            <p:nvPr/>
          </p:nvSpPr>
          <p:spPr>
            <a:xfrm>
              <a:off x="9106118" y="8255067"/>
              <a:ext cx="28556" cy="28556"/>
            </a:xfrm>
            <a:prstGeom prst="ellipse">
              <a:avLst/>
            </a:prstGeom>
            <a:solidFill>
              <a:srgbClr val="3072D5">
                <a:alpha val="7756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1" name="b.before-fake/point 004"/>
            <p:cNvSpPr/>
            <p:nvPr/>
          </p:nvSpPr>
          <p:spPr>
            <a:xfrm>
              <a:off x="8967236" y="8384638"/>
              <a:ext cx="28294" cy="28294"/>
            </a:xfrm>
            <a:prstGeom prst="ellipse">
              <a:avLst/>
            </a:prstGeom>
            <a:solidFill>
              <a:srgbClr val="3072D5">
                <a:alpha val="5023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2" name="b.before-fake/point 005"/>
            <p:cNvSpPr/>
            <p:nvPr/>
          </p:nvSpPr>
          <p:spPr>
            <a:xfrm>
              <a:off x="8859921" y="8420536"/>
              <a:ext cx="30735" cy="30735"/>
            </a:xfrm>
            <a:prstGeom prst="ellipse">
              <a:avLst/>
            </a:prstGeom>
            <a:solidFill>
              <a:srgbClr val="3072D5">
                <a:alpha val="5831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3" name="b.before-fake/point 006"/>
            <p:cNvSpPr/>
            <p:nvPr/>
          </p:nvSpPr>
          <p:spPr>
            <a:xfrm>
              <a:off x="8965553" y="8407920"/>
              <a:ext cx="30577" cy="30577"/>
            </a:xfrm>
            <a:prstGeom prst="ellipse">
              <a:avLst/>
            </a:prstGeom>
            <a:solidFill>
              <a:srgbClr val="3072D5">
                <a:alpha val="7266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4" name="b.before-fake/point 007"/>
            <p:cNvSpPr/>
            <p:nvPr/>
          </p:nvSpPr>
          <p:spPr>
            <a:xfrm>
              <a:off x="9014458" y="8266196"/>
              <a:ext cx="29713" cy="29713"/>
            </a:xfrm>
            <a:prstGeom prst="ellipse">
              <a:avLst/>
            </a:prstGeom>
            <a:solidFill>
              <a:srgbClr val="3072D5">
                <a:alpha val="8785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5" name="b.before-fake/point 008"/>
            <p:cNvSpPr/>
            <p:nvPr/>
          </p:nvSpPr>
          <p:spPr>
            <a:xfrm>
              <a:off x="8868892" y="8351548"/>
              <a:ext cx="17961" cy="17961"/>
            </a:xfrm>
            <a:prstGeom prst="ellipse">
              <a:avLst/>
            </a:prstGeom>
            <a:solidFill>
              <a:srgbClr val="3072D5">
                <a:alpha val="8416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6" name="b.before-fake/point 009"/>
            <p:cNvSpPr/>
            <p:nvPr/>
          </p:nvSpPr>
          <p:spPr>
            <a:xfrm>
              <a:off x="8700644" y="8463234"/>
              <a:ext cx="29642" cy="29642"/>
            </a:xfrm>
            <a:prstGeom prst="ellipse">
              <a:avLst/>
            </a:prstGeom>
            <a:solidFill>
              <a:srgbClr val="3072D5">
                <a:alpha val="8419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7" name="b.before-fake/point 010"/>
            <p:cNvSpPr/>
            <p:nvPr/>
          </p:nvSpPr>
          <p:spPr>
            <a:xfrm>
              <a:off x="8811279" y="8399131"/>
              <a:ext cx="27052" cy="27052"/>
            </a:xfrm>
            <a:prstGeom prst="ellipse">
              <a:avLst/>
            </a:prstGeom>
            <a:solidFill>
              <a:srgbClr val="3072D5">
                <a:alpha val="7564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8" name="b.before-fake/point 011"/>
            <p:cNvSpPr/>
            <p:nvPr/>
          </p:nvSpPr>
          <p:spPr>
            <a:xfrm>
              <a:off x="8857867" y="8495048"/>
              <a:ext cx="29858" cy="29858"/>
            </a:xfrm>
            <a:prstGeom prst="ellipse">
              <a:avLst/>
            </a:prstGeom>
            <a:solidFill>
              <a:srgbClr val="3072D5">
                <a:alpha val="8191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9" name="b.before-fake/point 012"/>
            <p:cNvSpPr/>
            <p:nvPr/>
          </p:nvSpPr>
          <p:spPr>
            <a:xfrm>
              <a:off x="8955565" y="8454211"/>
              <a:ext cx="27199" cy="27199"/>
            </a:xfrm>
            <a:prstGeom prst="ellipse">
              <a:avLst/>
            </a:prstGeom>
            <a:solidFill>
              <a:srgbClr val="3072D5">
                <a:alpha val="7328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0" name="b.before-fake/point 013"/>
            <p:cNvSpPr/>
            <p:nvPr/>
          </p:nvSpPr>
          <p:spPr>
            <a:xfrm>
              <a:off x="8895368" y="8414725"/>
              <a:ext cx="25818" cy="25818"/>
            </a:xfrm>
            <a:prstGeom prst="ellipse">
              <a:avLst/>
            </a:prstGeom>
            <a:solidFill>
              <a:srgbClr val="3072D5">
                <a:alpha val="849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1" name="b.before-fake/point 014"/>
            <p:cNvSpPr/>
            <p:nvPr/>
          </p:nvSpPr>
          <p:spPr>
            <a:xfrm>
              <a:off x="9062970" y="8436892"/>
              <a:ext cx="20770" cy="20770"/>
            </a:xfrm>
            <a:prstGeom prst="ellipse">
              <a:avLst/>
            </a:prstGeom>
            <a:solidFill>
              <a:srgbClr val="3072D5">
                <a:alpha val="6499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2" name="b.before-fake/point 015"/>
            <p:cNvSpPr/>
            <p:nvPr/>
          </p:nvSpPr>
          <p:spPr>
            <a:xfrm>
              <a:off x="9061722" y="8327974"/>
              <a:ext cx="18388" cy="18388"/>
            </a:xfrm>
            <a:prstGeom prst="ellipse">
              <a:avLst/>
            </a:prstGeom>
            <a:solidFill>
              <a:srgbClr val="3072D5">
                <a:alpha val="6498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3" name="b.before-fake/point 016"/>
            <p:cNvSpPr/>
            <p:nvPr/>
          </p:nvSpPr>
          <p:spPr>
            <a:xfrm>
              <a:off x="8739421" y="8412254"/>
              <a:ext cx="27574" cy="27574"/>
            </a:xfrm>
            <a:prstGeom prst="ellipse">
              <a:avLst/>
            </a:prstGeom>
            <a:solidFill>
              <a:srgbClr val="3072D5">
                <a:alpha val="8041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4" name="b.before-fake/point 017"/>
            <p:cNvSpPr/>
            <p:nvPr/>
          </p:nvSpPr>
          <p:spPr>
            <a:xfrm>
              <a:off x="8820924" y="8478849"/>
              <a:ext cx="24836" cy="24836"/>
            </a:xfrm>
            <a:prstGeom prst="ellipse">
              <a:avLst/>
            </a:prstGeom>
            <a:solidFill>
              <a:srgbClr val="3072D5">
                <a:alpha val="6374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5" name="b.before-fake/point 018"/>
            <p:cNvSpPr/>
            <p:nvPr/>
          </p:nvSpPr>
          <p:spPr>
            <a:xfrm>
              <a:off x="8758548" y="8392141"/>
              <a:ext cx="29474" cy="29474"/>
            </a:xfrm>
            <a:prstGeom prst="ellipse">
              <a:avLst/>
            </a:prstGeom>
            <a:solidFill>
              <a:srgbClr val="3072D5">
                <a:alpha val="8297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6" name="b.before-fake/point 019"/>
            <p:cNvSpPr/>
            <p:nvPr/>
          </p:nvSpPr>
          <p:spPr>
            <a:xfrm>
              <a:off x="8845150" y="8453039"/>
              <a:ext cx="27547" cy="27547"/>
            </a:xfrm>
            <a:prstGeom prst="ellipse">
              <a:avLst/>
            </a:prstGeom>
            <a:solidFill>
              <a:srgbClr val="3072D5">
                <a:alpha val="6523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7" name="b.before-fake/point 020"/>
            <p:cNvSpPr/>
            <p:nvPr/>
          </p:nvSpPr>
          <p:spPr>
            <a:xfrm>
              <a:off x="9074452" y="8395734"/>
              <a:ext cx="17040" cy="17040"/>
            </a:xfrm>
            <a:prstGeom prst="ellipse">
              <a:avLst/>
            </a:prstGeom>
            <a:solidFill>
              <a:srgbClr val="3072D5">
                <a:alpha val="7900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8" name="b.before-fake/point 021"/>
            <p:cNvSpPr/>
            <p:nvPr/>
          </p:nvSpPr>
          <p:spPr>
            <a:xfrm>
              <a:off x="8919597" y="8390571"/>
              <a:ext cx="21438" cy="21438"/>
            </a:xfrm>
            <a:prstGeom prst="ellipse">
              <a:avLst/>
            </a:prstGeom>
            <a:solidFill>
              <a:srgbClr val="3072D5">
                <a:alpha val="6307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9" name="b.before-fake/point 022"/>
            <p:cNvSpPr/>
            <p:nvPr/>
          </p:nvSpPr>
          <p:spPr>
            <a:xfrm>
              <a:off x="8890877" y="8501642"/>
              <a:ext cx="28497" cy="28497"/>
            </a:xfrm>
            <a:prstGeom prst="ellipse">
              <a:avLst/>
            </a:prstGeom>
            <a:solidFill>
              <a:srgbClr val="3072D5">
                <a:alpha val="578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0" name="b.before-fake/point 023"/>
            <p:cNvSpPr/>
            <p:nvPr/>
          </p:nvSpPr>
          <p:spPr>
            <a:xfrm>
              <a:off x="8933910" y="8253581"/>
              <a:ext cx="25343" cy="25343"/>
            </a:xfrm>
            <a:prstGeom prst="ellipse">
              <a:avLst/>
            </a:prstGeom>
            <a:solidFill>
              <a:srgbClr val="3072D5">
                <a:alpha val="7765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1" name="b.before-fake/point 024"/>
            <p:cNvSpPr/>
            <p:nvPr/>
          </p:nvSpPr>
          <p:spPr>
            <a:xfrm>
              <a:off x="8952941" y="8278301"/>
              <a:ext cx="17343" cy="17343"/>
            </a:xfrm>
            <a:prstGeom prst="ellipse">
              <a:avLst/>
            </a:prstGeom>
            <a:solidFill>
              <a:srgbClr val="3072D5">
                <a:alpha val="7241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2" name="b.before-fake/point 025"/>
            <p:cNvSpPr/>
            <p:nvPr/>
          </p:nvSpPr>
          <p:spPr>
            <a:xfrm>
              <a:off x="8744309" y="8363360"/>
              <a:ext cx="26119" cy="26119"/>
            </a:xfrm>
            <a:prstGeom prst="ellipse">
              <a:avLst/>
            </a:prstGeom>
            <a:solidFill>
              <a:srgbClr val="3072D5">
                <a:alpha val="6778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3" name="b.before-fake/point 026"/>
            <p:cNvSpPr/>
            <p:nvPr/>
          </p:nvSpPr>
          <p:spPr>
            <a:xfrm>
              <a:off x="8806500" y="8332907"/>
              <a:ext cx="19872" cy="19872"/>
            </a:xfrm>
            <a:prstGeom prst="ellipse">
              <a:avLst/>
            </a:prstGeom>
            <a:solidFill>
              <a:srgbClr val="3072D5">
                <a:alpha val="6339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4" name="b.before-fake/point 027"/>
            <p:cNvSpPr/>
            <p:nvPr/>
          </p:nvSpPr>
          <p:spPr>
            <a:xfrm>
              <a:off x="8844259" y="8301447"/>
              <a:ext cx="24866" cy="24866"/>
            </a:xfrm>
            <a:prstGeom prst="ellipse">
              <a:avLst/>
            </a:prstGeom>
            <a:solidFill>
              <a:srgbClr val="3072D5">
                <a:alpha val="8378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5" name="b.before-fake/point 028"/>
            <p:cNvSpPr/>
            <p:nvPr/>
          </p:nvSpPr>
          <p:spPr>
            <a:xfrm>
              <a:off x="8836510" y="8390314"/>
              <a:ext cx="20306" cy="20306"/>
            </a:xfrm>
            <a:prstGeom prst="ellipse">
              <a:avLst/>
            </a:prstGeom>
            <a:solidFill>
              <a:srgbClr val="3072D5">
                <a:alpha val="7105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6" name="b.before-fake/point 029"/>
            <p:cNvSpPr/>
            <p:nvPr/>
          </p:nvSpPr>
          <p:spPr>
            <a:xfrm>
              <a:off x="9109582" y="8227597"/>
              <a:ext cx="17214" cy="17214"/>
            </a:xfrm>
            <a:prstGeom prst="ellipse">
              <a:avLst/>
            </a:prstGeom>
            <a:solidFill>
              <a:srgbClr val="3072D5">
                <a:alpha val="7909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7" name="b.before-fake/point 030"/>
            <p:cNvSpPr/>
            <p:nvPr/>
          </p:nvSpPr>
          <p:spPr>
            <a:xfrm>
              <a:off x="8906645" y="8251673"/>
              <a:ext cx="29947" cy="29947"/>
            </a:xfrm>
            <a:prstGeom prst="ellipse">
              <a:avLst/>
            </a:prstGeom>
            <a:solidFill>
              <a:srgbClr val="3072D5">
                <a:alpha val="5395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8" name="b.before-fake/point 031"/>
            <p:cNvSpPr/>
            <p:nvPr/>
          </p:nvSpPr>
          <p:spPr>
            <a:xfrm>
              <a:off x="8844958" y="8276379"/>
              <a:ext cx="17706" cy="17706"/>
            </a:xfrm>
            <a:prstGeom prst="ellipse">
              <a:avLst/>
            </a:prstGeom>
            <a:solidFill>
              <a:srgbClr val="3072D5">
                <a:alpha val="8222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9" name="b.before-fake/point 032"/>
            <p:cNvSpPr/>
            <p:nvPr/>
          </p:nvSpPr>
          <p:spPr>
            <a:xfrm>
              <a:off x="8973605" y="8453221"/>
              <a:ext cx="20158" cy="20158"/>
            </a:xfrm>
            <a:prstGeom prst="ellipse">
              <a:avLst/>
            </a:prstGeom>
            <a:solidFill>
              <a:srgbClr val="3072D5">
                <a:alpha val="6782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0" name="b.before-fake/point 033"/>
            <p:cNvSpPr/>
            <p:nvPr/>
          </p:nvSpPr>
          <p:spPr>
            <a:xfrm>
              <a:off x="8971188" y="8352321"/>
              <a:ext cx="28534" cy="28534"/>
            </a:xfrm>
            <a:prstGeom prst="ellipse">
              <a:avLst/>
            </a:prstGeom>
            <a:solidFill>
              <a:srgbClr val="3072D5">
                <a:alpha val="8547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1" name="b.before-fake/point 034"/>
            <p:cNvSpPr/>
            <p:nvPr/>
          </p:nvSpPr>
          <p:spPr>
            <a:xfrm>
              <a:off x="8910311" y="8305218"/>
              <a:ext cx="23537" cy="23537"/>
            </a:xfrm>
            <a:prstGeom prst="ellipse">
              <a:avLst/>
            </a:prstGeom>
            <a:solidFill>
              <a:srgbClr val="3072D5">
                <a:alpha val="6109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2" name="b.before-fake/point 035"/>
            <p:cNvSpPr/>
            <p:nvPr/>
          </p:nvSpPr>
          <p:spPr>
            <a:xfrm>
              <a:off x="9063780" y="8521442"/>
              <a:ext cx="26813" cy="26813"/>
            </a:xfrm>
            <a:prstGeom prst="ellipse">
              <a:avLst/>
            </a:prstGeom>
            <a:solidFill>
              <a:srgbClr val="3072D5">
                <a:alpha val="8010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3" name="b.before-fake/point 036"/>
            <p:cNvSpPr/>
            <p:nvPr/>
          </p:nvSpPr>
          <p:spPr>
            <a:xfrm>
              <a:off x="8845816" y="8488538"/>
              <a:ext cx="22988" cy="22988"/>
            </a:xfrm>
            <a:prstGeom prst="ellipse">
              <a:avLst/>
            </a:prstGeom>
            <a:solidFill>
              <a:srgbClr val="3072D5">
                <a:alpha val="743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4" name="b.before-fake/point 037"/>
            <p:cNvSpPr/>
            <p:nvPr/>
          </p:nvSpPr>
          <p:spPr>
            <a:xfrm>
              <a:off x="9109788" y="8331048"/>
              <a:ext cx="29063" cy="29063"/>
            </a:xfrm>
            <a:prstGeom prst="ellipse">
              <a:avLst/>
            </a:prstGeom>
            <a:solidFill>
              <a:srgbClr val="3072D5">
                <a:alpha val="5199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5" name="b.before-fake/point 038"/>
            <p:cNvSpPr/>
            <p:nvPr/>
          </p:nvSpPr>
          <p:spPr>
            <a:xfrm>
              <a:off x="8813702" y="8400162"/>
              <a:ext cx="19381" cy="19381"/>
            </a:xfrm>
            <a:prstGeom prst="ellipse">
              <a:avLst/>
            </a:prstGeom>
            <a:solidFill>
              <a:srgbClr val="3072D5">
                <a:alpha val="829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6" name="b.before-fake/point 039"/>
            <p:cNvSpPr/>
            <p:nvPr/>
          </p:nvSpPr>
          <p:spPr>
            <a:xfrm>
              <a:off x="8759852" y="8273498"/>
              <a:ext cx="30368" cy="30368"/>
            </a:xfrm>
            <a:prstGeom prst="ellipse">
              <a:avLst/>
            </a:prstGeom>
            <a:solidFill>
              <a:srgbClr val="3072D5">
                <a:alpha val="5550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7" name="b.before-fake/point 040"/>
            <p:cNvSpPr/>
            <p:nvPr/>
          </p:nvSpPr>
          <p:spPr>
            <a:xfrm>
              <a:off x="8894613" y="8345529"/>
              <a:ext cx="27923" cy="27923"/>
            </a:xfrm>
            <a:prstGeom prst="ellipse">
              <a:avLst/>
            </a:prstGeom>
            <a:solidFill>
              <a:srgbClr val="3072D5">
                <a:alpha val="6479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8" name="b.before-fake/point 041"/>
            <p:cNvSpPr/>
            <p:nvPr/>
          </p:nvSpPr>
          <p:spPr>
            <a:xfrm>
              <a:off x="8914186" y="8381401"/>
              <a:ext cx="20174" cy="20174"/>
            </a:xfrm>
            <a:prstGeom prst="ellipse">
              <a:avLst/>
            </a:prstGeom>
            <a:solidFill>
              <a:srgbClr val="3072D5">
                <a:alpha val="5026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9" name="b.before-fake/point 042"/>
            <p:cNvSpPr/>
            <p:nvPr/>
          </p:nvSpPr>
          <p:spPr>
            <a:xfrm>
              <a:off x="8939816" y="8422027"/>
              <a:ext cx="31183" cy="31183"/>
            </a:xfrm>
            <a:prstGeom prst="ellipse">
              <a:avLst/>
            </a:prstGeom>
            <a:solidFill>
              <a:srgbClr val="3072D5">
                <a:alpha val="7859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0" name="b.before-fake/point 043"/>
            <p:cNvSpPr/>
            <p:nvPr/>
          </p:nvSpPr>
          <p:spPr>
            <a:xfrm>
              <a:off x="8815966" y="8382452"/>
              <a:ext cx="31388" cy="31388"/>
            </a:xfrm>
            <a:prstGeom prst="ellipse">
              <a:avLst/>
            </a:prstGeom>
            <a:solidFill>
              <a:srgbClr val="3072D5">
                <a:alpha val="8389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1" name="b.before-fake/point 044"/>
            <p:cNvSpPr/>
            <p:nvPr/>
          </p:nvSpPr>
          <p:spPr>
            <a:xfrm>
              <a:off x="8943632" y="8289277"/>
              <a:ext cx="22721" cy="22721"/>
            </a:xfrm>
            <a:prstGeom prst="ellipse">
              <a:avLst/>
            </a:prstGeom>
            <a:solidFill>
              <a:srgbClr val="3072D5">
                <a:alpha val="5701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2" name="b.before-fake/point 045"/>
            <p:cNvSpPr/>
            <p:nvPr/>
          </p:nvSpPr>
          <p:spPr>
            <a:xfrm>
              <a:off x="8687788" y="8468051"/>
              <a:ext cx="24980" cy="24980"/>
            </a:xfrm>
            <a:prstGeom prst="ellipse">
              <a:avLst/>
            </a:prstGeom>
            <a:solidFill>
              <a:srgbClr val="3072D5">
                <a:alpha val="6566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3" name="b.before-fake/point 046"/>
            <p:cNvSpPr/>
            <p:nvPr/>
          </p:nvSpPr>
          <p:spPr>
            <a:xfrm>
              <a:off x="8856443" y="8455121"/>
              <a:ext cx="18185" cy="18185"/>
            </a:xfrm>
            <a:prstGeom prst="ellipse">
              <a:avLst/>
            </a:prstGeom>
            <a:solidFill>
              <a:srgbClr val="3072D5">
                <a:alpha val="7758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4" name="b.before-fake/point 047"/>
            <p:cNvSpPr/>
            <p:nvPr/>
          </p:nvSpPr>
          <p:spPr>
            <a:xfrm>
              <a:off x="8811954" y="8356063"/>
              <a:ext cx="19447" cy="19447"/>
            </a:xfrm>
            <a:prstGeom prst="ellipse">
              <a:avLst/>
            </a:prstGeom>
            <a:solidFill>
              <a:srgbClr val="3072D5">
                <a:alpha val="6747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725" name="b.after-real"/>
          <p:cNvGrpSpPr/>
          <p:nvPr/>
        </p:nvGrpSpPr>
        <p:grpSpPr>
          <a:xfrm>
            <a:off x="11632565" y="7734934"/>
            <a:ext cx="788670" cy="582930"/>
            <a:chOff x="11632565" y="7734934"/>
            <a:chExt cx="788670" cy="582930"/>
          </a:xfrm>
        </p:grpSpPr>
        <p:sp>
          <p:nvSpPr>
            <p:cNvPr id="726" name="b.after-real/contour 1.35"/>
            <p:cNvSpPr/>
            <p:nvPr/>
          </p:nvSpPr>
          <p:spPr>
            <a:xfrm>
              <a:off x="11632565" y="7734934"/>
              <a:ext cx="788670" cy="582930"/>
            </a:xfrm>
            <a:prstGeom prst="ellipse">
              <a:avLst/>
            </a:prstGeom>
            <a:solidFill>
              <a:srgbClr val="D74732">
                <a:alpha val="4500"/>
              </a:srgbClr>
            </a:solidFill>
            <a:ln w="4445">
              <a:solidFill>
                <a:srgbClr val="D74732">
                  <a:alpha val="45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7" name="b.after-real/contour 1.05"/>
            <p:cNvSpPr/>
            <p:nvPr/>
          </p:nvSpPr>
          <p:spPr>
            <a:xfrm>
              <a:off x="11720195" y="7799705"/>
              <a:ext cx="613410" cy="453390"/>
            </a:xfrm>
            <a:prstGeom prst="ellipse">
              <a:avLst/>
            </a:prstGeom>
            <a:solidFill>
              <a:srgbClr val="D74732">
                <a:alpha val="7000"/>
              </a:srgbClr>
            </a:solidFill>
            <a:ln w="4445">
              <a:solidFill>
                <a:srgbClr val="D74732">
                  <a:alpha val="7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8" name="b.after-real/contour 0.75"/>
            <p:cNvSpPr/>
            <p:nvPr/>
          </p:nvSpPr>
          <p:spPr>
            <a:xfrm>
              <a:off x="11807825" y="7864475"/>
              <a:ext cx="438150" cy="323850"/>
            </a:xfrm>
            <a:prstGeom prst="ellipse">
              <a:avLst/>
            </a:prstGeom>
            <a:solidFill>
              <a:srgbClr val="D74732">
                <a:alpha val="10000"/>
              </a:srgbClr>
            </a:solidFill>
            <a:ln w="4445">
              <a:solidFill>
                <a:srgbClr val="D74732">
                  <a:alpha val="1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9" name="b.after-real/point 000"/>
            <p:cNvSpPr/>
            <p:nvPr/>
          </p:nvSpPr>
          <p:spPr>
            <a:xfrm>
              <a:off x="11937404" y="7975827"/>
              <a:ext cx="16532" cy="16532"/>
            </a:xfrm>
            <a:prstGeom prst="ellipse">
              <a:avLst/>
            </a:prstGeom>
            <a:solidFill>
              <a:srgbClr val="D74732">
                <a:alpha val="6316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0" name="b.after-real/point 001"/>
            <p:cNvSpPr/>
            <p:nvPr/>
          </p:nvSpPr>
          <p:spPr>
            <a:xfrm>
              <a:off x="12064547" y="7938594"/>
              <a:ext cx="25346" cy="25346"/>
            </a:xfrm>
            <a:prstGeom prst="ellipse">
              <a:avLst/>
            </a:prstGeom>
            <a:solidFill>
              <a:srgbClr val="D74732">
                <a:alpha val="5614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1" name="b.after-real/point 002"/>
            <p:cNvSpPr/>
            <p:nvPr/>
          </p:nvSpPr>
          <p:spPr>
            <a:xfrm>
              <a:off x="11924534" y="8050699"/>
              <a:ext cx="18621" cy="18621"/>
            </a:xfrm>
            <a:prstGeom prst="ellipse">
              <a:avLst/>
            </a:prstGeom>
            <a:solidFill>
              <a:srgbClr val="D74732">
                <a:alpha val="5936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2" name="b.after-real/point 003"/>
            <p:cNvSpPr/>
            <p:nvPr/>
          </p:nvSpPr>
          <p:spPr>
            <a:xfrm>
              <a:off x="12195430" y="8104204"/>
              <a:ext cx="24172" cy="24172"/>
            </a:xfrm>
            <a:prstGeom prst="ellipse">
              <a:avLst/>
            </a:prstGeom>
            <a:solidFill>
              <a:srgbClr val="D74732">
                <a:alpha val="695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3" name="b.after-real/point 004"/>
            <p:cNvSpPr/>
            <p:nvPr/>
          </p:nvSpPr>
          <p:spPr>
            <a:xfrm>
              <a:off x="12039230" y="7894736"/>
              <a:ext cx="21033" cy="21033"/>
            </a:xfrm>
            <a:prstGeom prst="ellipse">
              <a:avLst/>
            </a:prstGeom>
            <a:solidFill>
              <a:srgbClr val="D74732">
                <a:alpha val="8368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4" name="b.after-real/point 005"/>
            <p:cNvSpPr/>
            <p:nvPr/>
          </p:nvSpPr>
          <p:spPr>
            <a:xfrm>
              <a:off x="11762438" y="7946102"/>
              <a:ext cx="20694" cy="20694"/>
            </a:xfrm>
            <a:prstGeom prst="ellipse">
              <a:avLst/>
            </a:prstGeom>
            <a:solidFill>
              <a:srgbClr val="D74732">
                <a:alpha val="633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5" name="b.after-real/point 006"/>
            <p:cNvSpPr/>
            <p:nvPr/>
          </p:nvSpPr>
          <p:spPr>
            <a:xfrm>
              <a:off x="12192390" y="8071815"/>
              <a:ext cx="26023" cy="26023"/>
            </a:xfrm>
            <a:prstGeom prst="ellipse">
              <a:avLst/>
            </a:prstGeom>
            <a:solidFill>
              <a:srgbClr val="D74732">
                <a:alpha val="8074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6" name="b.after-real/point 007"/>
            <p:cNvSpPr/>
            <p:nvPr/>
          </p:nvSpPr>
          <p:spPr>
            <a:xfrm>
              <a:off x="11840371" y="8138191"/>
              <a:ext cx="27962" cy="27962"/>
            </a:xfrm>
            <a:prstGeom prst="ellipse">
              <a:avLst/>
            </a:prstGeom>
            <a:solidFill>
              <a:srgbClr val="D74732">
                <a:alpha val="8094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7" name="b.after-real/point 008"/>
            <p:cNvSpPr/>
            <p:nvPr/>
          </p:nvSpPr>
          <p:spPr>
            <a:xfrm>
              <a:off x="12207797" y="8042894"/>
              <a:ext cx="31053" cy="31053"/>
            </a:xfrm>
            <a:prstGeom prst="ellipse">
              <a:avLst/>
            </a:prstGeom>
            <a:solidFill>
              <a:srgbClr val="D74732">
                <a:alpha val="7781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8" name="b.after-real/point 009"/>
            <p:cNvSpPr/>
            <p:nvPr/>
          </p:nvSpPr>
          <p:spPr>
            <a:xfrm>
              <a:off x="11875716" y="8054114"/>
              <a:ext cx="20642" cy="20642"/>
            </a:xfrm>
            <a:prstGeom prst="ellipse">
              <a:avLst/>
            </a:prstGeom>
            <a:solidFill>
              <a:srgbClr val="D74732">
                <a:alpha val="574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9" name="b.after-real/point 010"/>
            <p:cNvSpPr/>
            <p:nvPr/>
          </p:nvSpPr>
          <p:spPr>
            <a:xfrm>
              <a:off x="12132806" y="7939991"/>
              <a:ext cx="29860" cy="29860"/>
            </a:xfrm>
            <a:prstGeom prst="ellipse">
              <a:avLst/>
            </a:prstGeom>
            <a:solidFill>
              <a:srgbClr val="D74732">
                <a:alpha val="5904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0" name="b.after-real/point 011"/>
            <p:cNvSpPr/>
            <p:nvPr/>
          </p:nvSpPr>
          <p:spPr>
            <a:xfrm>
              <a:off x="11849000" y="8097215"/>
              <a:ext cx="18653" cy="18653"/>
            </a:xfrm>
            <a:prstGeom prst="ellipse">
              <a:avLst/>
            </a:prstGeom>
            <a:solidFill>
              <a:srgbClr val="D74732">
                <a:alpha val="6979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1" name="b.after-real/point 012"/>
            <p:cNvSpPr/>
            <p:nvPr/>
          </p:nvSpPr>
          <p:spPr>
            <a:xfrm>
              <a:off x="11936187" y="8029148"/>
              <a:ext cx="27983" cy="27983"/>
            </a:xfrm>
            <a:prstGeom prst="ellipse">
              <a:avLst/>
            </a:prstGeom>
            <a:solidFill>
              <a:srgbClr val="D74732">
                <a:alpha val="7501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2" name="b.after-real/point 013"/>
            <p:cNvSpPr/>
            <p:nvPr/>
          </p:nvSpPr>
          <p:spPr>
            <a:xfrm>
              <a:off x="11861550" y="8089153"/>
              <a:ext cx="31404" cy="31404"/>
            </a:xfrm>
            <a:prstGeom prst="ellipse">
              <a:avLst/>
            </a:prstGeom>
            <a:solidFill>
              <a:srgbClr val="D74732">
                <a:alpha val="5341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3" name="b.after-real/point 014"/>
            <p:cNvSpPr/>
            <p:nvPr/>
          </p:nvSpPr>
          <p:spPr>
            <a:xfrm>
              <a:off x="12100704" y="8013453"/>
              <a:ext cx="23081" cy="23081"/>
            </a:xfrm>
            <a:prstGeom prst="ellipse">
              <a:avLst/>
            </a:prstGeom>
            <a:solidFill>
              <a:srgbClr val="D74732">
                <a:alpha val="5793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4" name="b.after-real/point 015"/>
            <p:cNvSpPr/>
            <p:nvPr/>
          </p:nvSpPr>
          <p:spPr>
            <a:xfrm>
              <a:off x="12149758" y="8050586"/>
              <a:ext cx="18319" cy="18319"/>
            </a:xfrm>
            <a:prstGeom prst="ellipse">
              <a:avLst/>
            </a:prstGeom>
            <a:solidFill>
              <a:srgbClr val="D74732">
                <a:alpha val="7270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5" name="b.after-real/point 016"/>
            <p:cNvSpPr/>
            <p:nvPr/>
          </p:nvSpPr>
          <p:spPr>
            <a:xfrm>
              <a:off x="12199603" y="7959084"/>
              <a:ext cx="19195" cy="19195"/>
            </a:xfrm>
            <a:prstGeom prst="ellipse">
              <a:avLst/>
            </a:prstGeom>
            <a:solidFill>
              <a:srgbClr val="D74732">
                <a:alpha val="5739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6" name="b.after-real/point 017"/>
            <p:cNvSpPr/>
            <p:nvPr/>
          </p:nvSpPr>
          <p:spPr>
            <a:xfrm>
              <a:off x="12094232" y="7936308"/>
              <a:ext cx="31659" cy="31659"/>
            </a:xfrm>
            <a:prstGeom prst="ellipse">
              <a:avLst/>
            </a:prstGeom>
            <a:solidFill>
              <a:srgbClr val="D74732">
                <a:alpha val="6377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7" name="b.after-real/point 018"/>
            <p:cNvSpPr/>
            <p:nvPr/>
          </p:nvSpPr>
          <p:spPr>
            <a:xfrm>
              <a:off x="11920605" y="7980448"/>
              <a:ext cx="17849" cy="17849"/>
            </a:xfrm>
            <a:prstGeom prst="ellipse">
              <a:avLst/>
            </a:prstGeom>
            <a:solidFill>
              <a:srgbClr val="D74732">
                <a:alpha val="6874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8" name="b.after-real/point 019"/>
            <p:cNvSpPr/>
            <p:nvPr/>
          </p:nvSpPr>
          <p:spPr>
            <a:xfrm>
              <a:off x="11905782" y="8004066"/>
              <a:ext cx="31637" cy="31637"/>
            </a:xfrm>
            <a:prstGeom prst="ellipse">
              <a:avLst/>
            </a:prstGeom>
            <a:solidFill>
              <a:srgbClr val="D74732">
                <a:alpha val="769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9" name="b.after-real/point 020"/>
            <p:cNvSpPr/>
            <p:nvPr/>
          </p:nvSpPr>
          <p:spPr>
            <a:xfrm>
              <a:off x="12022220" y="8024905"/>
              <a:ext cx="17883" cy="17883"/>
            </a:xfrm>
            <a:prstGeom prst="ellipse">
              <a:avLst/>
            </a:prstGeom>
            <a:solidFill>
              <a:srgbClr val="D74732">
                <a:alpha val="5575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0" name="b.after-real/point 021"/>
            <p:cNvSpPr/>
            <p:nvPr/>
          </p:nvSpPr>
          <p:spPr>
            <a:xfrm>
              <a:off x="12039983" y="8031550"/>
              <a:ext cx="28393" cy="28393"/>
            </a:xfrm>
            <a:prstGeom prst="ellipse">
              <a:avLst/>
            </a:prstGeom>
            <a:solidFill>
              <a:srgbClr val="D74732">
                <a:alpha val="6173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1" name="b.after-real/point 022"/>
            <p:cNvSpPr/>
            <p:nvPr/>
          </p:nvSpPr>
          <p:spPr>
            <a:xfrm>
              <a:off x="11945598" y="8076135"/>
              <a:ext cx="23328" cy="23328"/>
            </a:xfrm>
            <a:prstGeom prst="ellipse">
              <a:avLst/>
            </a:prstGeom>
            <a:solidFill>
              <a:srgbClr val="D74732">
                <a:alpha val="6298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2" name="b.after-real/point 023"/>
            <p:cNvSpPr/>
            <p:nvPr/>
          </p:nvSpPr>
          <p:spPr>
            <a:xfrm>
              <a:off x="11876460" y="8002788"/>
              <a:ext cx="20974" cy="20974"/>
            </a:xfrm>
            <a:prstGeom prst="ellipse">
              <a:avLst/>
            </a:prstGeom>
            <a:solidFill>
              <a:srgbClr val="D74732">
                <a:alpha val="6914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3" name="b.after-real/point 024"/>
            <p:cNvSpPr/>
            <p:nvPr/>
          </p:nvSpPr>
          <p:spPr>
            <a:xfrm>
              <a:off x="12057551" y="8060457"/>
              <a:ext cx="21525" cy="21525"/>
            </a:xfrm>
            <a:prstGeom prst="ellipse">
              <a:avLst/>
            </a:prstGeom>
            <a:solidFill>
              <a:srgbClr val="D74732">
                <a:alpha val="628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4" name="b.after-real/point 025"/>
            <p:cNvSpPr/>
            <p:nvPr/>
          </p:nvSpPr>
          <p:spPr>
            <a:xfrm>
              <a:off x="11966618" y="8102074"/>
              <a:ext cx="27054" cy="27054"/>
            </a:xfrm>
            <a:prstGeom prst="ellipse">
              <a:avLst/>
            </a:prstGeom>
            <a:solidFill>
              <a:srgbClr val="D74732">
                <a:alpha val="7201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5" name="b.after-real/point 026"/>
            <p:cNvSpPr/>
            <p:nvPr/>
          </p:nvSpPr>
          <p:spPr>
            <a:xfrm>
              <a:off x="12026884" y="8023608"/>
              <a:ext cx="19387" cy="19387"/>
            </a:xfrm>
            <a:prstGeom prst="ellipse">
              <a:avLst/>
            </a:prstGeom>
            <a:solidFill>
              <a:srgbClr val="D74732">
                <a:alpha val="5689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6" name="b.after-real/point 027"/>
            <p:cNvSpPr/>
            <p:nvPr/>
          </p:nvSpPr>
          <p:spPr>
            <a:xfrm>
              <a:off x="12074575" y="7873709"/>
              <a:ext cx="19381" cy="19381"/>
            </a:xfrm>
            <a:prstGeom prst="ellipse">
              <a:avLst/>
            </a:prstGeom>
            <a:solidFill>
              <a:srgbClr val="D74732">
                <a:alpha val="8054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7" name="b.after-real/point 028"/>
            <p:cNvSpPr/>
            <p:nvPr/>
          </p:nvSpPr>
          <p:spPr>
            <a:xfrm>
              <a:off x="12119272" y="7928047"/>
              <a:ext cx="25147" cy="25147"/>
            </a:xfrm>
            <a:prstGeom prst="ellipse">
              <a:avLst/>
            </a:prstGeom>
            <a:solidFill>
              <a:srgbClr val="D74732">
                <a:alpha val="628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8" name="b.after-real/point 029"/>
            <p:cNvSpPr/>
            <p:nvPr/>
          </p:nvSpPr>
          <p:spPr>
            <a:xfrm>
              <a:off x="11953065" y="7973768"/>
              <a:ext cx="21845" cy="21845"/>
            </a:xfrm>
            <a:prstGeom prst="ellipse">
              <a:avLst/>
            </a:prstGeom>
            <a:solidFill>
              <a:srgbClr val="D74732">
                <a:alpha val="7574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9" name="b.after-real/point 030"/>
            <p:cNvSpPr/>
            <p:nvPr/>
          </p:nvSpPr>
          <p:spPr>
            <a:xfrm>
              <a:off x="12016969" y="8195578"/>
              <a:ext cx="21352" cy="21352"/>
            </a:xfrm>
            <a:prstGeom prst="ellipse">
              <a:avLst/>
            </a:prstGeom>
            <a:solidFill>
              <a:srgbClr val="D74732">
                <a:alpha val="5408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0" name="b.after-real/point 031"/>
            <p:cNvSpPr/>
            <p:nvPr/>
          </p:nvSpPr>
          <p:spPr>
            <a:xfrm>
              <a:off x="11948701" y="7974919"/>
              <a:ext cx="22880" cy="22880"/>
            </a:xfrm>
            <a:prstGeom prst="ellipse">
              <a:avLst/>
            </a:prstGeom>
            <a:solidFill>
              <a:srgbClr val="D74732">
                <a:alpha val="7098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1" name="b.after-real/point 032"/>
            <p:cNvSpPr/>
            <p:nvPr/>
          </p:nvSpPr>
          <p:spPr>
            <a:xfrm>
              <a:off x="12036871" y="8062507"/>
              <a:ext cx="26771" cy="26771"/>
            </a:xfrm>
            <a:prstGeom prst="ellipse">
              <a:avLst/>
            </a:prstGeom>
            <a:solidFill>
              <a:srgbClr val="D74732">
                <a:alpha val="8479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2" name="b.after-real/point 033"/>
            <p:cNvSpPr/>
            <p:nvPr/>
          </p:nvSpPr>
          <p:spPr>
            <a:xfrm>
              <a:off x="12060040" y="8037628"/>
              <a:ext cx="18364" cy="18364"/>
            </a:xfrm>
            <a:prstGeom prst="ellipse">
              <a:avLst/>
            </a:prstGeom>
            <a:solidFill>
              <a:srgbClr val="D74732">
                <a:alpha val="5391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3" name="b.after-real/point 034"/>
            <p:cNvSpPr/>
            <p:nvPr/>
          </p:nvSpPr>
          <p:spPr>
            <a:xfrm>
              <a:off x="12158586" y="8049152"/>
              <a:ext cx="24257" cy="24257"/>
            </a:xfrm>
            <a:prstGeom prst="ellipse">
              <a:avLst/>
            </a:prstGeom>
            <a:solidFill>
              <a:srgbClr val="D74732">
                <a:alpha val="604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4" name="b.after-real/point 035"/>
            <p:cNvSpPr/>
            <p:nvPr/>
          </p:nvSpPr>
          <p:spPr>
            <a:xfrm>
              <a:off x="11939653" y="8076230"/>
              <a:ext cx="21628" cy="21628"/>
            </a:xfrm>
            <a:prstGeom prst="ellipse">
              <a:avLst/>
            </a:prstGeom>
            <a:solidFill>
              <a:srgbClr val="D74732">
                <a:alpha val="7860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5" name="b.after-real/point 036"/>
            <p:cNvSpPr/>
            <p:nvPr/>
          </p:nvSpPr>
          <p:spPr>
            <a:xfrm>
              <a:off x="12096665" y="8061507"/>
              <a:ext cx="23528" cy="23528"/>
            </a:xfrm>
            <a:prstGeom prst="ellipse">
              <a:avLst/>
            </a:prstGeom>
            <a:solidFill>
              <a:srgbClr val="D74732">
                <a:alpha val="5437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6" name="b.after-real/point 037"/>
            <p:cNvSpPr/>
            <p:nvPr/>
          </p:nvSpPr>
          <p:spPr>
            <a:xfrm>
              <a:off x="11947903" y="8035237"/>
              <a:ext cx="27096" cy="27096"/>
            </a:xfrm>
            <a:prstGeom prst="ellipse">
              <a:avLst/>
            </a:prstGeom>
            <a:solidFill>
              <a:srgbClr val="D74732">
                <a:alpha val="5366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7" name="b.after-real/point 038"/>
            <p:cNvSpPr/>
            <p:nvPr/>
          </p:nvSpPr>
          <p:spPr>
            <a:xfrm>
              <a:off x="12035388" y="8058847"/>
              <a:ext cx="17681" cy="17681"/>
            </a:xfrm>
            <a:prstGeom prst="ellipse">
              <a:avLst/>
            </a:prstGeom>
            <a:solidFill>
              <a:srgbClr val="D74732">
                <a:alpha val="7222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8" name="b.after-real/point 039"/>
            <p:cNvSpPr/>
            <p:nvPr/>
          </p:nvSpPr>
          <p:spPr>
            <a:xfrm>
              <a:off x="12061237" y="8162018"/>
              <a:ext cx="24053" cy="24053"/>
            </a:xfrm>
            <a:prstGeom prst="ellipse">
              <a:avLst/>
            </a:prstGeom>
            <a:solidFill>
              <a:srgbClr val="D74732">
                <a:alpha val="5059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9" name="b.after-real/point 040"/>
            <p:cNvSpPr/>
            <p:nvPr/>
          </p:nvSpPr>
          <p:spPr>
            <a:xfrm>
              <a:off x="11868523" y="8198978"/>
              <a:ext cx="28539" cy="28539"/>
            </a:xfrm>
            <a:prstGeom prst="ellipse">
              <a:avLst/>
            </a:prstGeom>
            <a:solidFill>
              <a:srgbClr val="D74732">
                <a:alpha val="849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0" name="b.after-real/point 041"/>
            <p:cNvSpPr/>
            <p:nvPr/>
          </p:nvSpPr>
          <p:spPr>
            <a:xfrm>
              <a:off x="12050963" y="8049353"/>
              <a:ext cx="18487" cy="18487"/>
            </a:xfrm>
            <a:prstGeom prst="ellipse">
              <a:avLst/>
            </a:prstGeom>
            <a:solidFill>
              <a:srgbClr val="D74732">
                <a:alpha val="7657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1" name="b.after-real/point 042"/>
            <p:cNvSpPr/>
            <p:nvPr/>
          </p:nvSpPr>
          <p:spPr>
            <a:xfrm>
              <a:off x="12052847" y="7992994"/>
              <a:ext cx="17793" cy="17793"/>
            </a:xfrm>
            <a:prstGeom prst="ellipse">
              <a:avLst/>
            </a:prstGeom>
            <a:solidFill>
              <a:srgbClr val="D74732">
                <a:alpha val="6922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2" name="b.after-real/point 043"/>
            <p:cNvSpPr/>
            <p:nvPr/>
          </p:nvSpPr>
          <p:spPr>
            <a:xfrm>
              <a:off x="11994665" y="8093046"/>
              <a:ext cx="22917" cy="22917"/>
            </a:xfrm>
            <a:prstGeom prst="ellipse">
              <a:avLst/>
            </a:prstGeom>
            <a:solidFill>
              <a:srgbClr val="D74732">
                <a:alpha val="8665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3" name="b.after-real/point 044"/>
            <p:cNvSpPr/>
            <p:nvPr/>
          </p:nvSpPr>
          <p:spPr>
            <a:xfrm>
              <a:off x="12025227" y="8147347"/>
              <a:ext cx="19513" cy="19513"/>
            </a:xfrm>
            <a:prstGeom prst="ellipse">
              <a:avLst/>
            </a:prstGeom>
            <a:solidFill>
              <a:srgbClr val="D74732">
                <a:alpha val="7091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4" name="b.after-real/point 045"/>
            <p:cNvSpPr/>
            <p:nvPr/>
          </p:nvSpPr>
          <p:spPr>
            <a:xfrm>
              <a:off x="11980391" y="8014057"/>
              <a:ext cx="30910" cy="30910"/>
            </a:xfrm>
            <a:prstGeom prst="ellipse">
              <a:avLst/>
            </a:prstGeom>
            <a:solidFill>
              <a:srgbClr val="D74732">
                <a:alpha val="756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5" name="b.after-real/point 046"/>
            <p:cNvSpPr/>
            <p:nvPr/>
          </p:nvSpPr>
          <p:spPr>
            <a:xfrm>
              <a:off x="11777398" y="7923471"/>
              <a:ext cx="26099" cy="26099"/>
            </a:xfrm>
            <a:prstGeom prst="ellipse">
              <a:avLst/>
            </a:prstGeom>
            <a:solidFill>
              <a:srgbClr val="D74732">
                <a:alpha val="533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6" name="b.after-real/point 047"/>
            <p:cNvSpPr/>
            <p:nvPr/>
          </p:nvSpPr>
          <p:spPr>
            <a:xfrm>
              <a:off x="11970973" y="8058473"/>
              <a:ext cx="31582" cy="31582"/>
            </a:xfrm>
            <a:prstGeom prst="ellipse">
              <a:avLst/>
            </a:prstGeom>
            <a:solidFill>
              <a:srgbClr val="D74732">
                <a:alpha val="8498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777" name="b.after-fake"/>
          <p:cNvGrpSpPr/>
          <p:nvPr/>
        </p:nvGrpSpPr>
        <p:grpSpPr>
          <a:xfrm>
            <a:off x="12216765" y="8090534"/>
            <a:ext cx="788670" cy="582930"/>
            <a:chOff x="12216765" y="8090534"/>
            <a:chExt cx="788670" cy="582930"/>
          </a:xfrm>
        </p:grpSpPr>
        <p:sp>
          <p:nvSpPr>
            <p:cNvPr id="778" name="b.after-fake/contour 1.35"/>
            <p:cNvSpPr/>
            <p:nvPr/>
          </p:nvSpPr>
          <p:spPr>
            <a:xfrm>
              <a:off x="12216765" y="8090534"/>
              <a:ext cx="788670" cy="582930"/>
            </a:xfrm>
            <a:prstGeom prst="ellipse">
              <a:avLst/>
            </a:prstGeom>
            <a:solidFill>
              <a:srgbClr val="3072D5">
                <a:alpha val="4500"/>
              </a:srgbClr>
            </a:solidFill>
            <a:ln w="4445">
              <a:solidFill>
                <a:srgbClr val="3072D5">
                  <a:alpha val="45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9" name="b.after-fake/contour 1.05"/>
            <p:cNvSpPr/>
            <p:nvPr/>
          </p:nvSpPr>
          <p:spPr>
            <a:xfrm>
              <a:off x="12304395" y="8155305"/>
              <a:ext cx="613410" cy="453390"/>
            </a:xfrm>
            <a:prstGeom prst="ellipse">
              <a:avLst/>
            </a:prstGeom>
            <a:solidFill>
              <a:srgbClr val="3072D5">
                <a:alpha val="7000"/>
              </a:srgbClr>
            </a:solidFill>
            <a:ln w="4445">
              <a:solidFill>
                <a:srgbClr val="3072D5">
                  <a:alpha val="7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0" name="b.after-fake/contour 0.75"/>
            <p:cNvSpPr/>
            <p:nvPr/>
          </p:nvSpPr>
          <p:spPr>
            <a:xfrm>
              <a:off x="12392025" y="8220075"/>
              <a:ext cx="438150" cy="323850"/>
            </a:xfrm>
            <a:prstGeom prst="ellipse">
              <a:avLst/>
            </a:prstGeom>
            <a:solidFill>
              <a:srgbClr val="3072D5">
                <a:alpha val="10000"/>
              </a:srgbClr>
            </a:solidFill>
            <a:ln w="4445">
              <a:solidFill>
                <a:srgbClr val="3072D5">
                  <a:alpha val="1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1" name="b.after-fake/point 000"/>
            <p:cNvSpPr/>
            <p:nvPr/>
          </p:nvSpPr>
          <p:spPr>
            <a:xfrm>
              <a:off x="12567327" y="8424704"/>
              <a:ext cx="28898" cy="28898"/>
            </a:xfrm>
            <a:prstGeom prst="ellipse">
              <a:avLst/>
            </a:prstGeom>
            <a:solidFill>
              <a:srgbClr val="3072D5">
                <a:alpha val="7150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2" name="b.after-fake/point 001"/>
            <p:cNvSpPr/>
            <p:nvPr/>
          </p:nvSpPr>
          <p:spPr>
            <a:xfrm>
              <a:off x="12617794" y="8279668"/>
              <a:ext cx="30770" cy="30770"/>
            </a:xfrm>
            <a:prstGeom prst="ellipse">
              <a:avLst/>
            </a:prstGeom>
            <a:solidFill>
              <a:srgbClr val="3072D5">
                <a:alpha val="8232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3" name="b.after-fake/point 002"/>
            <p:cNvSpPr/>
            <p:nvPr/>
          </p:nvSpPr>
          <p:spPr>
            <a:xfrm>
              <a:off x="12353219" y="8315802"/>
              <a:ext cx="20851" cy="20851"/>
            </a:xfrm>
            <a:prstGeom prst="ellipse">
              <a:avLst/>
            </a:prstGeom>
            <a:solidFill>
              <a:srgbClr val="3072D5">
                <a:alpha val="5806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4" name="b.after-fake/point 003"/>
            <p:cNvSpPr/>
            <p:nvPr/>
          </p:nvSpPr>
          <p:spPr>
            <a:xfrm>
              <a:off x="12814518" y="8255067"/>
              <a:ext cx="28556" cy="28556"/>
            </a:xfrm>
            <a:prstGeom prst="ellipse">
              <a:avLst/>
            </a:prstGeom>
            <a:solidFill>
              <a:srgbClr val="3072D5">
                <a:alpha val="7756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5" name="b.after-fake/point 004"/>
            <p:cNvSpPr/>
            <p:nvPr/>
          </p:nvSpPr>
          <p:spPr>
            <a:xfrm>
              <a:off x="12675636" y="8384638"/>
              <a:ext cx="28294" cy="28294"/>
            </a:xfrm>
            <a:prstGeom prst="ellipse">
              <a:avLst/>
            </a:prstGeom>
            <a:solidFill>
              <a:srgbClr val="3072D5">
                <a:alpha val="5023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6" name="b.after-fake/point 005"/>
            <p:cNvSpPr/>
            <p:nvPr/>
          </p:nvSpPr>
          <p:spPr>
            <a:xfrm>
              <a:off x="12568321" y="8420536"/>
              <a:ext cx="30735" cy="30735"/>
            </a:xfrm>
            <a:prstGeom prst="ellipse">
              <a:avLst/>
            </a:prstGeom>
            <a:solidFill>
              <a:srgbClr val="3072D5">
                <a:alpha val="5831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7" name="b.after-fake/point 006"/>
            <p:cNvSpPr/>
            <p:nvPr/>
          </p:nvSpPr>
          <p:spPr>
            <a:xfrm>
              <a:off x="12673953" y="8407920"/>
              <a:ext cx="30577" cy="30577"/>
            </a:xfrm>
            <a:prstGeom prst="ellipse">
              <a:avLst/>
            </a:prstGeom>
            <a:solidFill>
              <a:srgbClr val="3072D5">
                <a:alpha val="7266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8" name="b.after-fake/point 007"/>
            <p:cNvSpPr/>
            <p:nvPr/>
          </p:nvSpPr>
          <p:spPr>
            <a:xfrm>
              <a:off x="12722858" y="8266196"/>
              <a:ext cx="29713" cy="29713"/>
            </a:xfrm>
            <a:prstGeom prst="ellipse">
              <a:avLst/>
            </a:prstGeom>
            <a:solidFill>
              <a:srgbClr val="3072D5">
                <a:alpha val="8785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9" name="b.after-fake/point 008"/>
            <p:cNvSpPr/>
            <p:nvPr/>
          </p:nvSpPr>
          <p:spPr>
            <a:xfrm>
              <a:off x="12577292" y="8351548"/>
              <a:ext cx="17961" cy="17961"/>
            </a:xfrm>
            <a:prstGeom prst="ellipse">
              <a:avLst/>
            </a:prstGeom>
            <a:solidFill>
              <a:srgbClr val="3072D5">
                <a:alpha val="8416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0" name="b.after-fake/point 009"/>
            <p:cNvSpPr/>
            <p:nvPr/>
          </p:nvSpPr>
          <p:spPr>
            <a:xfrm>
              <a:off x="12409044" y="8463234"/>
              <a:ext cx="29642" cy="29642"/>
            </a:xfrm>
            <a:prstGeom prst="ellipse">
              <a:avLst/>
            </a:prstGeom>
            <a:solidFill>
              <a:srgbClr val="3072D5">
                <a:alpha val="8419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1" name="b.after-fake/point 010"/>
            <p:cNvSpPr/>
            <p:nvPr/>
          </p:nvSpPr>
          <p:spPr>
            <a:xfrm>
              <a:off x="12519679" y="8399131"/>
              <a:ext cx="27052" cy="27052"/>
            </a:xfrm>
            <a:prstGeom prst="ellipse">
              <a:avLst/>
            </a:prstGeom>
            <a:solidFill>
              <a:srgbClr val="3072D5">
                <a:alpha val="7564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2" name="b.after-fake/point 011"/>
            <p:cNvSpPr/>
            <p:nvPr/>
          </p:nvSpPr>
          <p:spPr>
            <a:xfrm>
              <a:off x="12566267" y="8495048"/>
              <a:ext cx="29858" cy="29858"/>
            </a:xfrm>
            <a:prstGeom prst="ellipse">
              <a:avLst/>
            </a:prstGeom>
            <a:solidFill>
              <a:srgbClr val="3072D5">
                <a:alpha val="8191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3" name="b.after-fake/point 012"/>
            <p:cNvSpPr/>
            <p:nvPr/>
          </p:nvSpPr>
          <p:spPr>
            <a:xfrm>
              <a:off x="12663965" y="8454211"/>
              <a:ext cx="27199" cy="27199"/>
            </a:xfrm>
            <a:prstGeom prst="ellipse">
              <a:avLst/>
            </a:prstGeom>
            <a:solidFill>
              <a:srgbClr val="3072D5">
                <a:alpha val="7328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4" name="b.after-fake/point 013"/>
            <p:cNvSpPr/>
            <p:nvPr/>
          </p:nvSpPr>
          <p:spPr>
            <a:xfrm>
              <a:off x="12603768" y="8414725"/>
              <a:ext cx="25818" cy="25818"/>
            </a:xfrm>
            <a:prstGeom prst="ellipse">
              <a:avLst/>
            </a:prstGeom>
            <a:solidFill>
              <a:srgbClr val="3072D5">
                <a:alpha val="849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5" name="b.after-fake/point 014"/>
            <p:cNvSpPr/>
            <p:nvPr/>
          </p:nvSpPr>
          <p:spPr>
            <a:xfrm>
              <a:off x="12771370" y="8436892"/>
              <a:ext cx="20770" cy="20770"/>
            </a:xfrm>
            <a:prstGeom prst="ellipse">
              <a:avLst/>
            </a:prstGeom>
            <a:solidFill>
              <a:srgbClr val="3072D5">
                <a:alpha val="6499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6" name="b.after-fake/point 015"/>
            <p:cNvSpPr/>
            <p:nvPr/>
          </p:nvSpPr>
          <p:spPr>
            <a:xfrm>
              <a:off x="12770122" y="8327974"/>
              <a:ext cx="18388" cy="18388"/>
            </a:xfrm>
            <a:prstGeom prst="ellipse">
              <a:avLst/>
            </a:prstGeom>
            <a:solidFill>
              <a:srgbClr val="3072D5">
                <a:alpha val="6498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7" name="b.after-fake/point 016"/>
            <p:cNvSpPr/>
            <p:nvPr/>
          </p:nvSpPr>
          <p:spPr>
            <a:xfrm>
              <a:off x="12447821" y="8412254"/>
              <a:ext cx="27574" cy="27574"/>
            </a:xfrm>
            <a:prstGeom prst="ellipse">
              <a:avLst/>
            </a:prstGeom>
            <a:solidFill>
              <a:srgbClr val="3072D5">
                <a:alpha val="8041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8" name="b.after-fake/point 017"/>
            <p:cNvSpPr/>
            <p:nvPr/>
          </p:nvSpPr>
          <p:spPr>
            <a:xfrm>
              <a:off x="12529324" y="8478849"/>
              <a:ext cx="24836" cy="24836"/>
            </a:xfrm>
            <a:prstGeom prst="ellipse">
              <a:avLst/>
            </a:prstGeom>
            <a:solidFill>
              <a:srgbClr val="3072D5">
                <a:alpha val="6374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9" name="b.after-fake/point 018"/>
            <p:cNvSpPr/>
            <p:nvPr/>
          </p:nvSpPr>
          <p:spPr>
            <a:xfrm>
              <a:off x="12466948" y="8392141"/>
              <a:ext cx="29474" cy="29474"/>
            </a:xfrm>
            <a:prstGeom prst="ellipse">
              <a:avLst/>
            </a:prstGeom>
            <a:solidFill>
              <a:srgbClr val="3072D5">
                <a:alpha val="8297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0" name="b.after-fake/point 019"/>
            <p:cNvSpPr/>
            <p:nvPr/>
          </p:nvSpPr>
          <p:spPr>
            <a:xfrm>
              <a:off x="12553550" y="8453039"/>
              <a:ext cx="27547" cy="27547"/>
            </a:xfrm>
            <a:prstGeom prst="ellipse">
              <a:avLst/>
            </a:prstGeom>
            <a:solidFill>
              <a:srgbClr val="3072D5">
                <a:alpha val="6523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1" name="b.after-fake/point 020"/>
            <p:cNvSpPr/>
            <p:nvPr/>
          </p:nvSpPr>
          <p:spPr>
            <a:xfrm>
              <a:off x="12782852" y="8395734"/>
              <a:ext cx="17040" cy="17040"/>
            </a:xfrm>
            <a:prstGeom prst="ellipse">
              <a:avLst/>
            </a:prstGeom>
            <a:solidFill>
              <a:srgbClr val="3072D5">
                <a:alpha val="7900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2" name="b.after-fake/point 021"/>
            <p:cNvSpPr/>
            <p:nvPr/>
          </p:nvSpPr>
          <p:spPr>
            <a:xfrm>
              <a:off x="12627997" y="8390571"/>
              <a:ext cx="21438" cy="21438"/>
            </a:xfrm>
            <a:prstGeom prst="ellipse">
              <a:avLst/>
            </a:prstGeom>
            <a:solidFill>
              <a:srgbClr val="3072D5">
                <a:alpha val="6307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3" name="b.after-fake/point 022"/>
            <p:cNvSpPr/>
            <p:nvPr/>
          </p:nvSpPr>
          <p:spPr>
            <a:xfrm>
              <a:off x="12599277" y="8501642"/>
              <a:ext cx="28497" cy="28497"/>
            </a:xfrm>
            <a:prstGeom prst="ellipse">
              <a:avLst/>
            </a:prstGeom>
            <a:solidFill>
              <a:srgbClr val="3072D5">
                <a:alpha val="578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4" name="b.after-fake/point 023"/>
            <p:cNvSpPr/>
            <p:nvPr/>
          </p:nvSpPr>
          <p:spPr>
            <a:xfrm>
              <a:off x="12642310" y="8253581"/>
              <a:ext cx="25343" cy="25343"/>
            </a:xfrm>
            <a:prstGeom prst="ellipse">
              <a:avLst/>
            </a:prstGeom>
            <a:solidFill>
              <a:srgbClr val="3072D5">
                <a:alpha val="7765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5" name="b.after-fake/point 024"/>
            <p:cNvSpPr/>
            <p:nvPr/>
          </p:nvSpPr>
          <p:spPr>
            <a:xfrm>
              <a:off x="12661341" y="8278301"/>
              <a:ext cx="17343" cy="17343"/>
            </a:xfrm>
            <a:prstGeom prst="ellipse">
              <a:avLst/>
            </a:prstGeom>
            <a:solidFill>
              <a:srgbClr val="3072D5">
                <a:alpha val="7241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6" name="b.after-fake/point 025"/>
            <p:cNvSpPr/>
            <p:nvPr/>
          </p:nvSpPr>
          <p:spPr>
            <a:xfrm>
              <a:off x="12452709" y="8363360"/>
              <a:ext cx="26119" cy="26119"/>
            </a:xfrm>
            <a:prstGeom prst="ellipse">
              <a:avLst/>
            </a:prstGeom>
            <a:solidFill>
              <a:srgbClr val="3072D5">
                <a:alpha val="6778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7" name="b.after-fake/point 026"/>
            <p:cNvSpPr/>
            <p:nvPr/>
          </p:nvSpPr>
          <p:spPr>
            <a:xfrm>
              <a:off x="12514900" y="8332907"/>
              <a:ext cx="19872" cy="19872"/>
            </a:xfrm>
            <a:prstGeom prst="ellipse">
              <a:avLst/>
            </a:prstGeom>
            <a:solidFill>
              <a:srgbClr val="3072D5">
                <a:alpha val="6339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8" name="b.after-fake/point 027"/>
            <p:cNvSpPr/>
            <p:nvPr/>
          </p:nvSpPr>
          <p:spPr>
            <a:xfrm>
              <a:off x="12552659" y="8301447"/>
              <a:ext cx="24866" cy="24866"/>
            </a:xfrm>
            <a:prstGeom prst="ellipse">
              <a:avLst/>
            </a:prstGeom>
            <a:solidFill>
              <a:srgbClr val="3072D5">
                <a:alpha val="8378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9" name="b.after-fake/point 028"/>
            <p:cNvSpPr/>
            <p:nvPr/>
          </p:nvSpPr>
          <p:spPr>
            <a:xfrm>
              <a:off x="12544910" y="8390314"/>
              <a:ext cx="20306" cy="20306"/>
            </a:xfrm>
            <a:prstGeom prst="ellipse">
              <a:avLst/>
            </a:prstGeom>
            <a:solidFill>
              <a:srgbClr val="3072D5">
                <a:alpha val="7105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0" name="b.after-fake/point 029"/>
            <p:cNvSpPr/>
            <p:nvPr/>
          </p:nvSpPr>
          <p:spPr>
            <a:xfrm>
              <a:off x="12817982" y="8227597"/>
              <a:ext cx="17214" cy="17214"/>
            </a:xfrm>
            <a:prstGeom prst="ellipse">
              <a:avLst/>
            </a:prstGeom>
            <a:solidFill>
              <a:srgbClr val="3072D5">
                <a:alpha val="7909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1" name="b.after-fake/point 030"/>
            <p:cNvSpPr/>
            <p:nvPr/>
          </p:nvSpPr>
          <p:spPr>
            <a:xfrm>
              <a:off x="12615045" y="8251673"/>
              <a:ext cx="29947" cy="29947"/>
            </a:xfrm>
            <a:prstGeom prst="ellipse">
              <a:avLst/>
            </a:prstGeom>
            <a:solidFill>
              <a:srgbClr val="3072D5">
                <a:alpha val="5395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2" name="b.after-fake/point 031"/>
            <p:cNvSpPr/>
            <p:nvPr/>
          </p:nvSpPr>
          <p:spPr>
            <a:xfrm>
              <a:off x="12553358" y="8276379"/>
              <a:ext cx="17706" cy="17706"/>
            </a:xfrm>
            <a:prstGeom prst="ellipse">
              <a:avLst/>
            </a:prstGeom>
            <a:solidFill>
              <a:srgbClr val="3072D5">
                <a:alpha val="8222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3" name="b.after-fake/point 032"/>
            <p:cNvSpPr/>
            <p:nvPr/>
          </p:nvSpPr>
          <p:spPr>
            <a:xfrm>
              <a:off x="12682005" y="8453221"/>
              <a:ext cx="20158" cy="20158"/>
            </a:xfrm>
            <a:prstGeom prst="ellipse">
              <a:avLst/>
            </a:prstGeom>
            <a:solidFill>
              <a:srgbClr val="3072D5">
                <a:alpha val="6782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4" name="b.after-fake/point 033"/>
            <p:cNvSpPr/>
            <p:nvPr/>
          </p:nvSpPr>
          <p:spPr>
            <a:xfrm>
              <a:off x="12679588" y="8352321"/>
              <a:ext cx="28534" cy="28534"/>
            </a:xfrm>
            <a:prstGeom prst="ellipse">
              <a:avLst/>
            </a:prstGeom>
            <a:solidFill>
              <a:srgbClr val="3072D5">
                <a:alpha val="8547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5" name="b.after-fake/point 034"/>
            <p:cNvSpPr/>
            <p:nvPr/>
          </p:nvSpPr>
          <p:spPr>
            <a:xfrm>
              <a:off x="12618711" y="8305218"/>
              <a:ext cx="23537" cy="23537"/>
            </a:xfrm>
            <a:prstGeom prst="ellipse">
              <a:avLst/>
            </a:prstGeom>
            <a:solidFill>
              <a:srgbClr val="3072D5">
                <a:alpha val="6109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6" name="b.after-fake/point 035"/>
            <p:cNvSpPr/>
            <p:nvPr/>
          </p:nvSpPr>
          <p:spPr>
            <a:xfrm>
              <a:off x="12772180" y="8521442"/>
              <a:ext cx="26813" cy="26813"/>
            </a:xfrm>
            <a:prstGeom prst="ellipse">
              <a:avLst/>
            </a:prstGeom>
            <a:solidFill>
              <a:srgbClr val="3072D5">
                <a:alpha val="8010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7" name="b.after-fake/point 036"/>
            <p:cNvSpPr/>
            <p:nvPr/>
          </p:nvSpPr>
          <p:spPr>
            <a:xfrm>
              <a:off x="12554216" y="8488538"/>
              <a:ext cx="22988" cy="22988"/>
            </a:xfrm>
            <a:prstGeom prst="ellipse">
              <a:avLst/>
            </a:prstGeom>
            <a:solidFill>
              <a:srgbClr val="3072D5">
                <a:alpha val="743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8" name="b.after-fake/point 037"/>
            <p:cNvSpPr/>
            <p:nvPr/>
          </p:nvSpPr>
          <p:spPr>
            <a:xfrm>
              <a:off x="12818188" y="8331048"/>
              <a:ext cx="29063" cy="29063"/>
            </a:xfrm>
            <a:prstGeom prst="ellipse">
              <a:avLst/>
            </a:prstGeom>
            <a:solidFill>
              <a:srgbClr val="3072D5">
                <a:alpha val="5199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9" name="b.after-fake/point 038"/>
            <p:cNvSpPr/>
            <p:nvPr/>
          </p:nvSpPr>
          <p:spPr>
            <a:xfrm>
              <a:off x="12522102" y="8400162"/>
              <a:ext cx="19381" cy="19381"/>
            </a:xfrm>
            <a:prstGeom prst="ellipse">
              <a:avLst/>
            </a:prstGeom>
            <a:solidFill>
              <a:srgbClr val="3072D5">
                <a:alpha val="829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0" name="b.after-fake/point 039"/>
            <p:cNvSpPr/>
            <p:nvPr/>
          </p:nvSpPr>
          <p:spPr>
            <a:xfrm>
              <a:off x="12468252" y="8273498"/>
              <a:ext cx="30368" cy="30368"/>
            </a:xfrm>
            <a:prstGeom prst="ellipse">
              <a:avLst/>
            </a:prstGeom>
            <a:solidFill>
              <a:srgbClr val="3072D5">
                <a:alpha val="5550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1" name="b.after-fake/point 040"/>
            <p:cNvSpPr/>
            <p:nvPr/>
          </p:nvSpPr>
          <p:spPr>
            <a:xfrm>
              <a:off x="12603013" y="8345529"/>
              <a:ext cx="27923" cy="27923"/>
            </a:xfrm>
            <a:prstGeom prst="ellipse">
              <a:avLst/>
            </a:prstGeom>
            <a:solidFill>
              <a:srgbClr val="3072D5">
                <a:alpha val="6479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2" name="b.after-fake/point 041"/>
            <p:cNvSpPr/>
            <p:nvPr/>
          </p:nvSpPr>
          <p:spPr>
            <a:xfrm>
              <a:off x="12622586" y="8381401"/>
              <a:ext cx="20174" cy="20174"/>
            </a:xfrm>
            <a:prstGeom prst="ellipse">
              <a:avLst/>
            </a:prstGeom>
            <a:solidFill>
              <a:srgbClr val="3072D5">
                <a:alpha val="5026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3" name="b.after-fake/point 042"/>
            <p:cNvSpPr/>
            <p:nvPr/>
          </p:nvSpPr>
          <p:spPr>
            <a:xfrm>
              <a:off x="12648216" y="8422027"/>
              <a:ext cx="31183" cy="31183"/>
            </a:xfrm>
            <a:prstGeom prst="ellipse">
              <a:avLst/>
            </a:prstGeom>
            <a:solidFill>
              <a:srgbClr val="3072D5">
                <a:alpha val="7859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4" name="b.after-fake/point 043"/>
            <p:cNvSpPr/>
            <p:nvPr/>
          </p:nvSpPr>
          <p:spPr>
            <a:xfrm>
              <a:off x="12524366" y="8382452"/>
              <a:ext cx="31388" cy="31388"/>
            </a:xfrm>
            <a:prstGeom prst="ellipse">
              <a:avLst/>
            </a:prstGeom>
            <a:solidFill>
              <a:srgbClr val="3072D5">
                <a:alpha val="8389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5" name="b.after-fake/point 044"/>
            <p:cNvSpPr/>
            <p:nvPr/>
          </p:nvSpPr>
          <p:spPr>
            <a:xfrm>
              <a:off x="12652032" y="8289277"/>
              <a:ext cx="22721" cy="22721"/>
            </a:xfrm>
            <a:prstGeom prst="ellipse">
              <a:avLst/>
            </a:prstGeom>
            <a:solidFill>
              <a:srgbClr val="3072D5">
                <a:alpha val="5701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6" name="b.after-fake/point 045"/>
            <p:cNvSpPr/>
            <p:nvPr/>
          </p:nvSpPr>
          <p:spPr>
            <a:xfrm>
              <a:off x="12396188" y="8468051"/>
              <a:ext cx="24980" cy="24980"/>
            </a:xfrm>
            <a:prstGeom prst="ellipse">
              <a:avLst/>
            </a:prstGeom>
            <a:solidFill>
              <a:srgbClr val="3072D5">
                <a:alpha val="6566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7" name="b.after-fake/point 046"/>
            <p:cNvSpPr/>
            <p:nvPr/>
          </p:nvSpPr>
          <p:spPr>
            <a:xfrm>
              <a:off x="12564843" y="8455121"/>
              <a:ext cx="18185" cy="18185"/>
            </a:xfrm>
            <a:prstGeom prst="ellipse">
              <a:avLst/>
            </a:prstGeom>
            <a:solidFill>
              <a:srgbClr val="3072D5">
                <a:alpha val="7758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8" name="b.after-fake/point 047"/>
            <p:cNvSpPr/>
            <p:nvPr/>
          </p:nvSpPr>
          <p:spPr>
            <a:xfrm>
              <a:off x="12520354" y="8356063"/>
              <a:ext cx="19447" cy="19447"/>
            </a:xfrm>
            <a:prstGeom prst="ellipse">
              <a:avLst/>
            </a:prstGeom>
            <a:solidFill>
              <a:srgbClr val="3072D5">
                <a:alpha val="6747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829" name="b.before-boundary"/>
          <p:cNvGrpSpPr/>
          <p:nvPr/>
        </p:nvGrpSpPr>
        <p:grpSpPr>
          <a:xfrm>
            <a:off x="7962900" y="7785100"/>
            <a:ext cx="1257300" cy="38100"/>
            <a:chOff x="7962900" y="7785100"/>
            <a:chExt cx="1257300" cy="38100"/>
          </a:xfrm>
        </p:grpSpPr>
        <p:sp>
          <p:nvSpPr>
            <p:cNvPr id="830" name="b.before-boundary/line"/>
            <p:cNvSpPr/>
            <p:nvPr/>
          </p:nvSpPr>
          <p:spPr>
            <a:xfrm>
              <a:off x="7962900" y="7785100"/>
              <a:ext cx="1257300" cy="38100"/>
            </a:xfrm>
            <a:custGeom>
              <a:avLst/>
              <a:gdLst/>
              <a:ahLst/>
              <a:cxnLst/>
              <a:rect l="0" t="0" r="r" b="b"/>
              <a:pathLst>
                <a:path w="99000" h="3000">
                  <a:moveTo>
                    <a:pt x="0" y="3000"/>
                  </a:moveTo>
                  <a:lnTo>
                    <a:pt x="99000" y="0"/>
                  </a:lnTo>
                </a:path>
              </a:pathLst>
            </a:custGeom>
            <a:noFill/>
            <a:ln w="21590">
              <a:solidFill>
                <a:srgbClr val="0E2841"/>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831" name="b.after-boundary"/>
          <p:cNvGrpSpPr/>
          <p:nvPr/>
        </p:nvGrpSpPr>
        <p:grpSpPr>
          <a:xfrm>
            <a:off x="11658600" y="7772400"/>
            <a:ext cx="1231900" cy="876300"/>
            <a:chOff x="11658600" y="7772400"/>
            <a:chExt cx="1231900" cy="876300"/>
          </a:xfrm>
        </p:grpSpPr>
        <p:sp>
          <p:nvSpPr>
            <p:cNvPr id="832" name="b.after-boundary/line"/>
            <p:cNvSpPr/>
            <p:nvPr/>
          </p:nvSpPr>
          <p:spPr>
            <a:xfrm>
              <a:off x="11658600" y="7772400"/>
              <a:ext cx="1231900" cy="876300"/>
            </a:xfrm>
            <a:custGeom>
              <a:avLst/>
              <a:gdLst/>
              <a:ahLst/>
              <a:cxnLst/>
              <a:rect l="0" t="0" r="r" b="b"/>
              <a:pathLst>
                <a:path w="97000" h="69000">
                  <a:moveTo>
                    <a:pt x="0" y="69000"/>
                  </a:moveTo>
                  <a:lnTo>
                    <a:pt x="97000" y="0"/>
                  </a:lnTo>
                </a:path>
              </a:pathLst>
            </a:custGeom>
            <a:noFill/>
            <a:ln w="21590">
              <a:solidFill>
                <a:srgbClr val="0E2841"/>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833" name="b.change"/>
          <p:cNvGrpSpPr/>
          <p:nvPr/>
        </p:nvGrpSpPr>
        <p:grpSpPr>
          <a:xfrm>
            <a:off x="9728200" y="7772400"/>
            <a:ext cx="1587500" cy="876300"/>
            <a:chOff x="9728200" y="7772400"/>
            <a:chExt cx="1587500" cy="876300"/>
          </a:xfrm>
        </p:grpSpPr>
        <p:sp>
          <p:nvSpPr>
            <p:cNvPr id="834" name="b.change/title"/>
            <p:cNvSpPr txBox="1"/>
            <p:nvPr/>
          </p:nvSpPr>
          <p:spPr>
            <a:xfrm>
              <a:off x="9804400" y="7772400"/>
              <a:ext cx="1422400" cy="342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50" b="0" i="0">
                  <a:solidFill>
                    <a:srgbClr val="0E2841"/>
                  </a:solidFill>
                  <a:latin typeface="Comic Sans MS"/>
                  <a:ea typeface="Comic Sans MS"/>
                  <a:cs typeface="Comic Sans MS"/>
                </a:rPr>
                <a:t>Update </a:t>
              </a:r>
              <a:r>
                <a:rPr sz="1650" b="0" i="0">
                  <a:solidFill>
                    <a:srgbClr val="0E2841"/>
                  </a:solidFill>
                  <a:latin typeface="Comic Sans MS"/>
                  <a:ea typeface="Comic Sans MS"/>
                  <a:cs typeface="Comic Sans MS"/>
                </a:rPr>
                <a:t>ω</a:t>
              </a:r>
            </a:p>
          </p:txBody>
        </p:sp>
        <p:sp>
          <p:nvSpPr>
            <p:cNvPr id="835" name="b.change/arrow"/>
            <p:cNvSpPr/>
            <p:nvPr/>
          </p:nvSpPr>
          <p:spPr>
            <a:xfrm>
              <a:off x="9880600" y="8242300"/>
              <a:ext cx="1206500" cy="127"/>
            </a:xfrm>
            <a:custGeom>
              <a:avLst/>
              <a:gdLst/>
              <a:ahLst/>
              <a:cxnLst/>
              <a:rect l="0" t="0" r="r" b="b"/>
              <a:pathLst>
                <a:path w="95000" h="10">
                  <a:moveTo>
                    <a:pt x="0" y="0"/>
                  </a:moveTo>
                  <a:lnTo>
                    <a:pt x="95000" y="0"/>
                  </a:lnTo>
                </a:path>
              </a:pathLst>
            </a:custGeom>
            <a:noFill/>
            <a:ln w="2159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6" name="b.change/arrow head"/>
            <p:cNvSpPr/>
            <p:nvPr/>
          </p:nvSpPr>
          <p:spPr>
            <a:xfrm>
              <a:off x="11010900" y="8208009"/>
              <a:ext cx="76200" cy="68580"/>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7" name="b.change/action"/>
            <p:cNvSpPr txBox="1"/>
            <p:nvPr/>
          </p:nvSpPr>
          <p:spPr>
            <a:xfrm>
              <a:off x="9728200" y="8305800"/>
              <a:ext cx="1587500" cy="342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20" b="0" i="0">
                  <a:solidFill>
                    <a:srgbClr val="0E2841"/>
                  </a:solidFill>
                  <a:latin typeface="Comic Sans MS"/>
                  <a:ea typeface="Comic Sans MS"/>
                  <a:cs typeface="Comic Sans MS"/>
                </a:rPr>
                <a:t>Fit boundary</a:t>
              </a:r>
            </a:p>
          </p:txBody>
        </p:sp>
      </p:grpSp>
      <p:grpSp>
        <p:nvGrpSpPr>
          <p:cNvPr id="838" name="b.caption"/>
          <p:cNvGrpSpPr/>
          <p:nvPr/>
        </p:nvGrpSpPr>
        <p:grpSpPr>
          <a:xfrm>
            <a:off x="7188200" y="8928100"/>
            <a:ext cx="6477000" cy="393700"/>
            <a:chOff x="7188200" y="8928100"/>
            <a:chExt cx="6477000" cy="393700"/>
          </a:xfrm>
        </p:grpSpPr>
        <p:sp>
          <p:nvSpPr>
            <p:cNvPr id="839" name="b.caption/title"/>
            <p:cNvSpPr txBox="1"/>
            <p:nvPr/>
          </p:nvSpPr>
          <p:spPr>
            <a:xfrm>
              <a:off x="7188200" y="8928100"/>
              <a:ext cx="6477000" cy="393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2050" b="1" i="0">
                  <a:solidFill>
                    <a:srgbClr val="000000"/>
                  </a:solidFill>
                  <a:latin typeface="Comic Sans MS"/>
                  <a:ea typeface="Comic Sans MS"/>
                  <a:cs typeface="Comic Sans MS"/>
                </a:rPr>
                <a:t>(b) Discriminator-step Training</a:t>
              </a:r>
            </a:p>
          </p:txBody>
        </p:sp>
      </p:grpSp>
      <p:grpSp>
        <p:nvGrpSpPr>
          <p:cNvPr id="840" name="legend.real"/>
          <p:cNvGrpSpPr/>
          <p:nvPr/>
        </p:nvGrpSpPr>
        <p:grpSpPr>
          <a:xfrm>
            <a:off x="2355850" y="9474200"/>
            <a:ext cx="1149350" cy="279400"/>
            <a:chOff x="2355850" y="9474200"/>
            <a:chExt cx="1149350" cy="279400"/>
          </a:xfrm>
        </p:grpSpPr>
        <p:sp>
          <p:nvSpPr>
            <p:cNvPr id="841" name="legend.real/dot"/>
            <p:cNvSpPr/>
            <p:nvPr/>
          </p:nvSpPr>
          <p:spPr>
            <a:xfrm>
              <a:off x="2355850" y="9556750"/>
              <a:ext cx="114300" cy="114300"/>
            </a:xfrm>
            <a:prstGeom prst="ellipse">
              <a:avLst/>
            </a:prstGeom>
            <a:solidFill>
              <a:srgbClr val="D747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2" name="legend.real/text"/>
            <p:cNvSpPr txBox="1"/>
            <p:nvPr/>
          </p:nvSpPr>
          <p:spPr>
            <a:xfrm>
              <a:off x="2565400" y="9474200"/>
              <a:ext cx="939800" cy="279400"/>
            </a:xfrm>
            <a:prstGeom prst="rect">
              <a:avLst/>
            </a:prstGeom>
            <a:noFill/>
          </p:spPr>
          <p:txBody>
            <a:bodyPr wrap="none" lIns="0" rIns="0" tIns="0" bIns="0" anchor="ctr">
              <a:spAutoFit/>
            </a:bodyPr>
            <a:lstStyle/>
            <a:p>
              <a:pPr algn="l">
                <a:spcBef>
                  <a:spcPts val="0"/>
                </a:spcBef>
                <a:spcAft>
                  <a:spcPts val="0"/>
                </a:spcAft>
                <a:defRPr>
                  <a:latin typeface="Comic Sans MS"/>
                </a:defRPr>
              </a:pPr>
              <a:r>
                <a:rPr sz="1350" b="0" i="0">
                  <a:solidFill>
                    <a:srgbClr val="0E2841"/>
                  </a:solidFill>
                  <a:latin typeface="Comic Sans MS"/>
                  <a:ea typeface="Comic Sans MS"/>
                  <a:cs typeface="Comic Sans MS"/>
                </a:rPr>
                <a:t>Real</a:t>
              </a:r>
            </a:p>
          </p:txBody>
        </p:sp>
      </p:grpSp>
      <p:grpSp>
        <p:nvGrpSpPr>
          <p:cNvPr id="843" name="legend.fake"/>
          <p:cNvGrpSpPr/>
          <p:nvPr/>
        </p:nvGrpSpPr>
        <p:grpSpPr>
          <a:xfrm>
            <a:off x="3486150" y="9474200"/>
            <a:ext cx="1022350" cy="279400"/>
            <a:chOff x="3486150" y="9474200"/>
            <a:chExt cx="1022350" cy="279400"/>
          </a:xfrm>
        </p:grpSpPr>
        <p:sp>
          <p:nvSpPr>
            <p:cNvPr id="844" name="legend.fake/dot"/>
            <p:cNvSpPr/>
            <p:nvPr/>
          </p:nvSpPr>
          <p:spPr>
            <a:xfrm>
              <a:off x="3486150" y="9556750"/>
              <a:ext cx="114300" cy="114300"/>
            </a:xfrm>
            <a:prstGeom prst="ellipse">
              <a:avLst/>
            </a:prstGeom>
            <a:solidFill>
              <a:srgbClr val="3072D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5" name="legend.fake/text"/>
            <p:cNvSpPr txBox="1"/>
            <p:nvPr/>
          </p:nvSpPr>
          <p:spPr>
            <a:xfrm>
              <a:off x="3695700" y="9474200"/>
              <a:ext cx="812800" cy="279400"/>
            </a:xfrm>
            <a:prstGeom prst="rect">
              <a:avLst/>
            </a:prstGeom>
            <a:noFill/>
          </p:spPr>
          <p:txBody>
            <a:bodyPr wrap="none" lIns="0" rIns="0" tIns="0" bIns="0" anchor="ctr">
              <a:spAutoFit/>
            </a:bodyPr>
            <a:lstStyle/>
            <a:p>
              <a:pPr algn="l">
                <a:spcBef>
                  <a:spcPts val="0"/>
                </a:spcBef>
                <a:spcAft>
                  <a:spcPts val="0"/>
                </a:spcAft>
                <a:defRPr>
                  <a:latin typeface="Comic Sans MS"/>
                </a:defRPr>
              </a:pPr>
              <a:r>
                <a:rPr sz="1350" b="0" i="0">
                  <a:solidFill>
                    <a:srgbClr val="0E2841"/>
                  </a:solidFill>
                  <a:latin typeface="Comic Sans MS"/>
                  <a:ea typeface="Comic Sans MS"/>
                  <a:cs typeface="Comic Sans MS"/>
                </a:rPr>
                <a:t>Fake</a:t>
              </a:r>
            </a:p>
          </p:txBody>
        </p:sp>
      </p:grpSp>
      <p:grpSp>
        <p:nvGrpSpPr>
          <p:cNvPr id="846" name="legend.frozen"/>
          <p:cNvGrpSpPr/>
          <p:nvPr/>
        </p:nvGrpSpPr>
        <p:grpSpPr>
          <a:xfrm>
            <a:off x="4654550" y="9474200"/>
            <a:ext cx="1593850" cy="279400"/>
            <a:chOff x="4654550" y="9474200"/>
            <a:chExt cx="1593850" cy="279400"/>
          </a:xfrm>
        </p:grpSpPr>
        <p:sp>
          <p:nvSpPr>
            <p:cNvPr id="847" name="legend.frozen/icon/white outline"/>
            <p:cNvSpPr/>
            <p:nvPr/>
          </p:nvSpPr>
          <p:spPr>
            <a:xfrm>
              <a:off x="4654550" y="9531411"/>
              <a:ext cx="190500" cy="164977"/>
            </a:xfrm>
            <a:custGeom>
              <a:avLst/>
              <a:gdLst/>
              <a:ahLst/>
              <a:cxnLst/>
              <a:rect l="0" t="0" r="r" b="b"/>
              <a:pathLst>
                <a:path w="15000" h="12990">
                  <a:moveTo>
                    <a:pt x="7500" y="6495"/>
                  </a:moveTo>
                  <a:lnTo>
                    <a:pt x="15000" y="6495"/>
                  </a:lnTo>
                  <a:moveTo>
                    <a:pt x="11475" y="6495"/>
                  </a:moveTo>
                  <a:lnTo>
                    <a:pt x="9750" y="4770"/>
                  </a:lnTo>
                  <a:moveTo>
                    <a:pt x="11475" y="6495"/>
                  </a:moveTo>
                  <a:lnTo>
                    <a:pt x="9750" y="8220"/>
                  </a:lnTo>
                  <a:moveTo>
                    <a:pt x="13200" y="6495"/>
                  </a:moveTo>
                  <a:lnTo>
                    <a:pt x="11475" y="4770"/>
                  </a:lnTo>
                  <a:moveTo>
                    <a:pt x="13200" y="6495"/>
                  </a:moveTo>
                  <a:lnTo>
                    <a:pt x="11475" y="8220"/>
                  </a:lnTo>
                  <a:moveTo>
                    <a:pt x="7500" y="6495"/>
                  </a:moveTo>
                  <a:lnTo>
                    <a:pt x="11250" y="12990"/>
                  </a:lnTo>
                  <a:moveTo>
                    <a:pt x="9488" y="9938"/>
                  </a:moveTo>
                  <a:lnTo>
                    <a:pt x="10119" y="7581"/>
                  </a:lnTo>
                  <a:moveTo>
                    <a:pt x="9488" y="9938"/>
                  </a:moveTo>
                  <a:lnTo>
                    <a:pt x="7131" y="9306"/>
                  </a:lnTo>
                  <a:moveTo>
                    <a:pt x="10350" y="11432"/>
                  </a:moveTo>
                  <a:lnTo>
                    <a:pt x="10981" y="9075"/>
                  </a:lnTo>
                  <a:moveTo>
                    <a:pt x="10350" y="11432"/>
                  </a:moveTo>
                  <a:lnTo>
                    <a:pt x="7994" y="10800"/>
                  </a:lnTo>
                  <a:moveTo>
                    <a:pt x="7500" y="6495"/>
                  </a:moveTo>
                  <a:lnTo>
                    <a:pt x="3750" y="12990"/>
                  </a:lnTo>
                  <a:moveTo>
                    <a:pt x="5512" y="9938"/>
                  </a:moveTo>
                  <a:lnTo>
                    <a:pt x="7869" y="9306"/>
                  </a:lnTo>
                  <a:moveTo>
                    <a:pt x="5512" y="9938"/>
                  </a:moveTo>
                  <a:lnTo>
                    <a:pt x="4881" y="7581"/>
                  </a:lnTo>
                  <a:moveTo>
                    <a:pt x="4650" y="11432"/>
                  </a:moveTo>
                  <a:lnTo>
                    <a:pt x="7006" y="10800"/>
                  </a:lnTo>
                  <a:moveTo>
                    <a:pt x="4650" y="11432"/>
                  </a:moveTo>
                  <a:lnTo>
                    <a:pt x="4019" y="9075"/>
                  </a:lnTo>
                  <a:moveTo>
                    <a:pt x="7500" y="6495"/>
                  </a:moveTo>
                  <a:lnTo>
                    <a:pt x="0" y="6495"/>
                  </a:lnTo>
                  <a:moveTo>
                    <a:pt x="3525" y="6495"/>
                  </a:moveTo>
                  <a:lnTo>
                    <a:pt x="5250" y="8220"/>
                  </a:lnTo>
                  <a:moveTo>
                    <a:pt x="3525" y="6495"/>
                  </a:moveTo>
                  <a:lnTo>
                    <a:pt x="5250" y="4770"/>
                  </a:lnTo>
                  <a:moveTo>
                    <a:pt x="1800" y="6495"/>
                  </a:moveTo>
                  <a:lnTo>
                    <a:pt x="3525" y="8220"/>
                  </a:lnTo>
                  <a:moveTo>
                    <a:pt x="1800" y="6495"/>
                  </a:moveTo>
                  <a:lnTo>
                    <a:pt x="3525" y="4770"/>
                  </a:lnTo>
                  <a:moveTo>
                    <a:pt x="7500" y="6495"/>
                  </a:moveTo>
                  <a:lnTo>
                    <a:pt x="3750" y="0"/>
                  </a:lnTo>
                  <a:moveTo>
                    <a:pt x="5512" y="3053"/>
                  </a:moveTo>
                  <a:lnTo>
                    <a:pt x="4881" y="5409"/>
                  </a:lnTo>
                  <a:moveTo>
                    <a:pt x="5512" y="3053"/>
                  </a:moveTo>
                  <a:lnTo>
                    <a:pt x="7869" y="3684"/>
                  </a:lnTo>
                  <a:moveTo>
                    <a:pt x="4650" y="1559"/>
                  </a:moveTo>
                  <a:lnTo>
                    <a:pt x="4019" y="3915"/>
                  </a:lnTo>
                  <a:moveTo>
                    <a:pt x="4650" y="1559"/>
                  </a:moveTo>
                  <a:lnTo>
                    <a:pt x="7006" y="2190"/>
                  </a:lnTo>
                  <a:moveTo>
                    <a:pt x="7500" y="6495"/>
                  </a:moveTo>
                  <a:lnTo>
                    <a:pt x="11250" y="0"/>
                  </a:lnTo>
                  <a:moveTo>
                    <a:pt x="9488" y="3053"/>
                  </a:moveTo>
                  <a:lnTo>
                    <a:pt x="7131" y="3684"/>
                  </a:lnTo>
                  <a:moveTo>
                    <a:pt x="9488" y="3053"/>
                  </a:moveTo>
                  <a:lnTo>
                    <a:pt x="10119" y="5409"/>
                  </a:lnTo>
                  <a:moveTo>
                    <a:pt x="10350" y="1559"/>
                  </a:moveTo>
                  <a:lnTo>
                    <a:pt x="7994" y="2190"/>
                  </a:lnTo>
                  <a:moveTo>
                    <a:pt x="10350" y="1559"/>
                  </a:moveTo>
                  <a:lnTo>
                    <a:pt x="10981" y="3915"/>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8" name="legend.frozen/icon/blue crystal"/>
            <p:cNvSpPr/>
            <p:nvPr/>
          </p:nvSpPr>
          <p:spPr>
            <a:xfrm>
              <a:off x="4654550" y="9531411"/>
              <a:ext cx="190500" cy="164977"/>
            </a:xfrm>
            <a:custGeom>
              <a:avLst/>
              <a:gdLst/>
              <a:ahLst/>
              <a:cxnLst/>
              <a:rect l="0" t="0" r="r" b="b"/>
              <a:pathLst>
                <a:path w="15000" h="12990">
                  <a:moveTo>
                    <a:pt x="7500" y="6495"/>
                  </a:moveTo>
                  <a:lnTo>
                    <a:pt x="15000" y="6495"/>
                  </a:lnTo>
                  <a:moveTo>
                    <a:pt x="11475" y="6495"/>
                  </a:moveTo>
                  <a:lnTo>
                    <a:pt x="9750" y="4770"/>
                  </a:lnTo>
                  <a:moveTo>
                    <a:pt x="11475" y="6495"/>
                  </a:moveTo>
                  <a:lnTo>
                    <a:pt x="9750" y="8220"/>
                  </a:lnTo>
                  <a:moveTo>
                    <a:pt x="13200" y="6495"/>
                  </a:moveTo>
                  <a:lnTo>
                    <a:pt x="11475" y="4770"/>
                  </a:lnTo>
                  <a:moveTo>
                    <a:pt x="13200" y="6495"/>
                  </a:moveTo>
                  <a:lnTo>
                    <a:pt x="11475" y="8220"/>
                  </a:lnTo>
                  <a:moveTo>
                    <a:pt x="7500" y="6495"/>
                  </a:moveTo>
                  <a:lnTo>
                    <a:pt x="11250" y="12990"/>
                  </a:lnTo>
                  <a:moveTo>
                    <a:pt x="9488" y="9938"/>
                  </a:moveTo>
                  <a:lnTo>
                    <a:pt x="10119" y="7581"/>
                  </a:lnTo>
                  <a:moveTo>
                    <a:pt x="9488" y="9938"/>
                  </a:moveTo>
                  <a:lnTo>
                    <a:pt x="7131" y="9306"/>
                  </a:lnTo>
                  <a:moveTo>
                    <a:pt x="10350" y="11432"/>
                  </a:moveTo>
                  <a:lnTo>
                    <a:pt x="10981" y="9075"/>
                  </a:lnTo>
                  <a:moveTo>
                    <a:pt x="10350" y="11432"/>
                  </a:moveTo>
                  <a:lnTo>
                    <a:pt x="7994" y="10800"/>
                  </a:lnTo>
                  <a:moveTo>
                    <a:pt x="7500" y="6495"/>
                  </a:moveTo>
                  <a:lnTo>
                    <a:pt x="3750" y="12990"/>
                  </a:lnTo>
                  <a:moveTo>
                    <a:pt x="5512" y="9938"/>
                  </a:moveTo>
                  <a:lnTo>
                    <a:pt x="7869" y="9306"/>
                  </a:lnTo>
                  <a:moveTo>
                    <a:pt x="5512" y="9938"/>
                  </a:moveTo>
                  <a:lnTo>
                    <a:pt x="4881" y="7581"/>
                  </a:lnTo>
                  <a:moveTo>
                    <a:pt x="4650" y="11432"/>
                  </a:moveTo>
                  <a:lnTo>
                    <a:pt x="7006" y="10800"/>
                  </a:lnTo>
                  <a:moveTo>
                    <a:pt x="4650" y="11432"/>
                  </a:moveTo>
                  <a:lnTo>
                    <a:pt x="4019" y="9075"/>
                  </a:lnTo>
                  <a:moveTo>
                    <a:pt x="7500" y="6495"/>
                  </a:moveTo>
                  <a:lnTo>
                    <a:pt x="0" y="6495"/>
                  </a:lnTo>
                  <a:moveTo>
                    <a:pt x="3525" y="6495"/>
                  </a:moveTo>
                  <a:lnTo>
                    <a:pt x="5250" y="8220"/>
                  </a:lnTo>
                  <a:moveTo>
                    <a:pt x="3525" y="6495"/>
                  </a:moveTo>
                  <a:lnTo>
                    <a:pt x="5250" y="4770"/>
                  </a:lnTo>
                  <a:moveTo>
                    <a:pt x="1800" y="6495"/>
                  </a:moveTo>
                  <a:lnTo>
                    <a:pt x="3525" y="8220"/>
                  </a:lnTo>
                  <a:moveTo>
                    <a:pt x="1800" y="6495"/>
                  </a:moveTo>
                  <a:lnTo>
                    <a:pt x="3525" y="4770"/>
                  </a:lnTo>
                  <a:moveTo>
                    <a:pt x="7500" y="6495"/>
                  </a:moveTo>
                  <a:lnTo>
                    <a:pt x="3750" y="0"/>
                  </a:lnTo>
                  <a:moveTo>
                    <a:pt x="5512" y="3053"/>
                  </a:moveTo>
                  <a:lnTo>
                    <a:pt x="4881" y="5409"/>
                  </a:lnTo>
                  <a:moveTo>
                    <a:pt x="5512" y="3053"/>
                  </a:moveTo>
                  <a:lnTo>
                    <a:pt x="7869" y="3684"/>
                  </a:lnTo>
                  <a:moveTo>
                    <a:pt x="4650" y="1559"/>
                  </a:moveTo>
                  <a:lnTo>
                    <a:pt x="4019" y="3915"/>
                  </a:lnTo>
                  <a:moveTo>
                    <a:pt x="4650" y="1559"/>
                  </a:moveTo>
                  <a:lnTo>
                    <a:pt x="7006" y="2190"/>
                  </a:lnTo>
                  <a:moveTo>
                    <a:pt x="7500" y="6495"/>
                  </a:moveTo>
                  <a:lnTo>
                    <a:pt x="11250" y="0"/>
                  </a:lnTo>
                  <a:moveTo>
                    <a:pt x="9488" y="3053"/>
                  </a:moveTo>
                  <a:lnTo>
                    <a:pt x="7131" y="3684"/>
                  </a:lnTo>
                  <a:moveTo>
                    <a:pt x="9488" y="3053"/>
                  </a:moveTo>
                  <a:lnTo>
                    <a:pt x="10119" y="5409"/>
                  </a:lnTo>
                  <a:moveTo>
                    <a:pt x="10350" y="1559"/>
                  </a:moveTo>
                  <a:lnTo>
                    <a:pt x="7994" y="2190"/>
                  </a:lnTo>
                  <a:moveTo>
                    <a:pt x="10350" y="1559"/>
                  </a:moveTo>
                  <a:lnTo>
                    <a:pt x="10981" y="3915"/>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9" name="legend.frozen/text"/>
            <p:cNvSpPr txBox="1"/>
            <p:nvPr/>
          </p:nvSpPr>
          <p:spPr>
            <a:xfrm>
              <a:off x="4927600" y="9474200"/>
              <a:ext cx="1320800" cy="279400"/>
            </a:xfrm>
            <a:prstGeom prst="rect">
              <a:avLst/>
            </a:prstGeom>
            <a:noFill/>
          </p:spPr>
          <p:txBody>
            <a:bodyPr wrap="none" lIns="0" rIns="0" tIns="0" bIns="0" anchor="ctr">
              <a:spAutoFit/>
            </a:bodyPr>
            <a:lstStyle/>
            <a:p>
              <a:pPr algn="l">
                <a:spcBef>
                  <a:spcPts val="0"/>
                </a:spcBef>
                <a:spcAft>
                  <a:spcPts val="0"/>
                </a:spcAft>
                <a:defRPr>
                  <a:latin typeface="Comic Sans MS"/>
                </a:defRPr>
              </a:pPr>
              <a:r>
                <a:rPr sz="1350" b="0" i="0">
                  <a:solidFill>
                    <a:srgbClr val="0E2841"/>
                  </a:solidFill>
                  <a:latin typeface="Comic Sans MS"/>
                  <a:ea typeface="Comic Sans MS"/>
                  <a:cs typeface="Comic Sans MS"/>
                </a:rPr>
                <a:t>Frozen / fixed</a:t>
              </a:r>
            </a:p>
          </p:txBody>
        </p:sp>
      </p:grpSp>
      <p:grpSp>
        <p:nvGrpSpPr>
          <p:cNvPr id="850" name="legend.train"/>
          <p:cNvGrpSpPr/>
          <p:nvPr/>
        </p:nvGrpSpPr>
        <p:grpSpPr>
          <a:xfrm>
            <a:off x="6591808" y="9474200"/>
            <a:ext cx="1421892" cy="279400"/>
            <a:chOff x="6591808" y="9474200"/>
            <a:chExt cx="1421892" cy="279400"/>
          </a:xfrm>
        </p:grpSpPr>
        <p:sp>
          <p:nvSpPr>
            <p:cNvPr id="851" name="legend.train/icon/red"/>
            <p:cNvSpPr/>
            <p:nvPr/>
          </p:nvSpPr>
          <p:spPr>
            <a:xfrm>
              <a:off x="6591808" y="9503410"/>
              <a:ext cx="198882" cy="206248"/>
            </a:xfrm>
            <a:custGeom>
              <a:avLst/>
              <a:gdLst/>
              <a:ahLst/>
              <a:cxnLst/>
              <a:rect l="0" t="0" r="r" b="b"/>
              <a:pathLst>
                <a:path w="15660" h="16240">
                  <a:moveTo>
                    <a:pt x="6960" y="15660"/>
                  </a:moveTo>
                  <a:cubicBezTo>
                    <a:pt x="0" y="13340"/>
                    <a:pt x="2320" y="7540"/>
                    <a:pt x="4060" y="5800"/>
                  </a:cubicBezTo>
                  <a:cubicBezTo>
                    <a:pt x="3480" y="9280"/>
                    <a:pt x="6380" y="9860"/>
                    <a:pt x="5800" y="6380"/>
                  </a:cubicBezTo>
                  <a:cubicBezTo>
                    <a:pt x="4640" y="4060"/>
                    <a:pt x="8700" y="2900"/>
                    <a:pt x="6960" y="0"/>
                  </a:cubicBezTo>
                  <a:cubicBezTo>
                    <a:pt x="13340" y="2900"/>
                    <a:pt x="10440" y="6960"/>
                    <a:pt x="12180" y="5220"/>
                  </a:cubicBezTo>
                  <a:cubicBezTo>
                    <a:pt x="15660" y="9280"/>
                    <a:pt x="13920" y="14500"/>
                    <a:pt x="9860" y="15660"/>
                  </a:cubicBezTo>
                  <a:cubicBezTo>
                    <a:pt x="8700" y="16240"/>
                    <a:pt x="7540" y="16240"/>
                    <a:pt x="6960" y="15660"/>
                  </a:cubicBezTo>
                  <a:close/>
                </a:path>
              </a:pathLst>
            </a:custGeom>
            <a:solidFill>
              <a:srgbClr val="FF18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2" name="legend.train/icon/gold"/>
            <p:cNvSpPr/>
            <p:nvPr/>
          </p:nvSpPr>
          <p:spPr>
            <a:xfrm>
              <a:off x="6650735" y="9599168"/>
              <a:ext cx="88392" cy="95757"/>
            </a:xfrm>
            <a:custGeom>
              <a:avLst/>
              <a:gdLst/>
              <a:ahLst/>
              <a:cxnLst/>
              <a:rect l="0" t="0" r="r" b="b"/>
              <a:pathLst>
                <a:path w="6960" h="7540">
                  <a:moveTo>
                    <a:pt x="2900" y="7540"/>
                  </a:moveTo>
                  <a:cubicBezTo>
                    <a:pt x="0" y="6380"/>
                    <a:pt x="0" y="2900"/>
                    <a:pt x="1740" y="1160"/>
                  </a:cubicBezTo>
                  <a:cubicBezTo>
                    <a:pt x="1740" y="4060"/>
                    <a:pt x="4060" y="4060"/>
                    <a:pt x="3480" y="0"/>
                  </a:cubicBezTo>
                  <a:cubicBezTo>
                    <a:pt x="6960" y="2320"/>
                    <a:pt x="6960" y="6380"/>
                    <a:pt x="4060" y="7540"/>
                  </a:cubicBezTo>
                  <a:close/>
                </a:path>
              </a:pathLst>
            </a:custGeom>
            <a:solidFill>
              <a:srgbClr val="FFD5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3" name="legend.train/text"/>
            <p:cNvSpPr txBox="1"/>
            <p:nvPr/>
          </p:nvSpPr>
          <p:spPr>
            <a:xfrm>
              <a:off x="6870700" y="9474200"/>
              <a:ext cx="1143000" cy="279400"/>
            </a:xfrm>
            <a:prstGeom prst="rect">
              <a:avLst/>
            </a:prstGeom>
            <a:noFill/>
          </p:spPr>
          <p:txBody>
            <a:bodyPr wrap="none" lIns="0" rIns="0" tIns="0" bIns="0" anchor="ctr">
              <a:spAutoFit/>
            </a:bodyPr>
            <a:lstStyle/>
            <a:p>
              <a:pPr algn="l">
                <a:spcBef>
                  <a:spcPts val="0"/>
                </a:spcBef>
                <a:spcAft>
                  <a:spcPts val="0"/>
                </a:spcAft>
                <a:defRPr>
                  <a:latin typeface="Comic Sans MS"/>
                </a:defRPr>
              </a:pPr>
              <a:r>
                <a:rPr sz="1350" b="0" i="0">
                  <a:solidFill>
                    <a:srgbClr val="0E2841"/>
                  </a:solidFill>
                  <a:latin typeface="Comic Sans MS"/>
                  <a:ea typeface="Comic Sans MS"/>
                  <a:cs typeface="Comic Sans MS"/>
                </a:rPr>
                <a:t>Trainable</a:t>
              </a:r>
            </a:p>
          </p:txBody>
        </p:sp>
      </p:grpSp>
      <p:grpSp>
        <p:nvGrpSpPr>
          <p:cNvPr id="854" name="legend.grad"/>
          <p:cNvGrpSpPr/>
          <p:nvPr/>
        </p:nvGrpSpPr>
        <p:grpSpPr>
          <a:xfrm>
            <a:off x="8191500" y="9474200"/>
            <a:ext cx="1638300" cy="279400"/>
            <a:chOff x="8191500" y="9474200"/>
            <a:chExt cx="1638300" cy="279400"/>
          </a:xfrm>
        </p:grpSpPr>
        <p:sp>
          <p:nvSpPr>
            <p:cNvPr id="855" name="legend.grad/line"/>
            <p:cNvSpPr/>
            <p:nvPr/>
          </p:nvSpPr>
          <p:spPr>
            <a:xfrm>
              <a:off x="8191500" y="9613900"/>
              <a:ext cx="393700" cy="127"/>
            </a:xfrm>
            <a:custGeom>
              <a:avLst/>
              <a:gdLst/>
              <a:ahLst/>
              <a:cxnLst/>
              <a:rect l="0" t="0" r="r" b="b"/>
              <a:pathLst>
                <a:path w="31000" h="10">
                  <a:moveTo>
                    <a:pt x="0" y="0"/>
                  </a:moveTo>
                  <a:lnTo>
                    <a:pt x="31000" y="0"/>
                  </a:lnTo>
                </a:path>
              </a:pathLst>
            </a:custGeom>
            <a:noFill/>
            <a:ln w="20320">
              <a:solidFill>
                <a:srgbClr val="C45B25"/>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6" name="legend.grad/line head"/>
            <p:cNvSpPr/>
            <p:nvPr/>
          </p:nvSpPr>
          <p:spPr>
            <a:xfrm>
              <a:off x="8509000" y="9579610"/>
              <a:ext cx="76200" cy="68580"/>
            </a:xfrm>
            <a:custGeom>
              <a:avLst/>
              <a:gdLst/>
              <a:ahLst/>
              <a:cxnLst/>
              <a:rect l="0" t="0" r="r" b="b"/>
              <a:pathLst>
                <a:path w="6000" h="5400">
                  <a:moveTo>
                    <a:pt x="6000" y="2700"/>
                  </a:moveTo>
                  <a:lnTo>
                    <a:pt x="0" y="0"/>
                  </a:lnTo>
                  <a:lnTo>
                    <a:pt x="0" y="5400"/>
                  </a:lnTo>
                  <a:close/>
                </a:path>
              </a:pathLst>
            </a:custGeom>
            <a:solidFill>
              <a:srgbClr val="C45B2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7" name="legend.grad/text"/>
            <p:cNvSpPr txBox="1"/>
            <p:nvPr/>
          </p:nvSpPr>
          <p:spPr>
            <a:xfrm>
              <a:off x="8699500" y="9474200"/>
              <a:ext cx="1130300" cy="279400"/>
            </a:xfrm>
            <a:prstGeom prst="rect">
              <a:avLst/>
            </a:prstGeom>
            <a:noFill/>
          </p:spPr>
          <p:txBody>
            <a:bodyPr wrap="none" lIns="0" rIns="0" tIns="0" bIns="0" anchor="ctr">
              <a:spAutoFit/>
            </a:bodyPr>
            <a:lstStyle/>
            <a:p>
              <a:pPr algn="l">
                <a:spcBef>
                  <a:spcPts val="0"/>
                </a:spcBef>
                <a:spcAft>
                  <a:spcPts val="0"/>
                </a:spcAft>
                <a:defRPr>
                  <a:latin typeface="Comic Sans MS"/>
                </a:defRPr>
              </a:pPr>
              <a:r>
                <a:rPr sz="1350" b="0" i="0">
                  <a:solidFill>
                    <a:srgbClr val="0E2841"/>
                  </a:solidFill>
                  <a:latin typeface="Comic Sans MS"/>
                  <a:ea typeface="Comic Sans MS"/>
                  <a:cs typeface="Comic Sans MS"/>
                </a:rPr>
                <a:t>Gradient</a:t>
              </a:r>
            </a:p>
          </p:txBody>
        </p:sp>
      </p:grpSp>
      <p:grpSp>
        <p:nvGrpSpPr>
          <p:cNvPr id="858" name="legend.schematic"/>
          <p:cNvGrpSpPr/>
          <p:nvPr/>
        </p:nvGrpSpPr>
        <p:grpSpPr>
          <a:xfrm>
            <a:off x="10922000" y="9474200"/>
            <a:ext cx="2159000" cy="279400"/>
            <a:chOff x="10922000" y="9474200"/>
            <a:chExt cx="2159000" cy="279400"/>
          </a:xfrm>
        </p:grpSpPr>
        <p:sp>
          <p:nvSpPr>
            <p:cNvPr id="859" name="legend.schematic/text"/>
            <p:cNvSpPr txBox="1"/>
            <p:nvPr/>
          </p:nvSpPr>
          <p:spPr>
            <a:xfrm>
              <a:off x="10922000" y="9474200"/>
              <a:ext cx="2159000" cy="2794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190" b="0" i="0">
                  <a:solidFill>
                    <a:srgbClr val="697A8B"/>
                  </a:solidFill>
                  <a:latin typeface="Comic Sans MS"/>
                  <a:ea typeface="Comic Sans MS"/>
                  <a:cs typeface="Comic Sans MS"/>
                </a:rPr>
                <a:t>Distributions: schematic</a:t>
              </a: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Schedule-only learning">
    <p:spTree>
      <p:nvGrpSpPr>
        <p:cNvPr id="1" name=""/>
        <p:cNvGrpSpPr/>
        <p:nvPr/>
      </p:nvGrpSpPr>
      <p:grpSpPr/>
      <p:grpSp>
        <p:nvGrpSpPr>
          <p:cNvPr id="2" name="a.sampler"/>
          <p:cNvGrpSpPr/>
          <p:nvPr/>
        </p:nvGrpSpPr>
        <p:grpSpPr>
          <a:xfrm>
            <a:off x="2095500" y="228600"/>
            <a:ext cx="4330700" cy="2603500"/>
            <a:chOff x="2095500" y="228600"/>
            <a:chExt cx="4330700" cy="2603500"/>
          </a:xfrm>
        </p:grpSpPr>
        <p:sp>
          <p:nvSpPr>
            <p:cNvPr id="3" name="a.sampler/container"/>
            <p:cNvSpPr/>
            <p:nvPr/>
          </p:nvSpPr>
          <p:spPr>
            <a:xfrm>
              <a:off x="2095500" y="228600"/>
              <a:ext cx="4330700" cy="2603500"/>
            </a:xfrm>
            <a:custGeom>
              <a:avLst/>
              <a:gdLst/>
              <a:ahLst/>
              <a:cxnLst/>
              <a:rect l="0" t="0" r="r" b="b"/>
              <a:pathLst>
                <a:path w="341000" h="205000">
                  <a:moveTo>
                    <a:pt x="10000" y="0"/>
                  </a:moveTo>
                  <a:lnTo>
                    <a:pt x="331000" y="0"/>
                  </a:lnTo>
                  <a:cubicBezTo>
                    <a:pt x="336523" y="0"/>
                    <a:pt x="341000" y="4477"/>
                    <a:pt x="341000" y="10000"/>
                  </a:cubicBezTo>
                  <a:lnTo>
                    <a:pt x="341000" y="195000"/>
                  </a:lnTo>
                  <a:cubicBezTo>
                    <a:pt x="341000" y="200523"/>
                    <a:pt x="336523" y="205000"/>
                    <a:pt x="331000" y="205000"/>
                  </a:cubicBezTo>
                  <a:lnTo>
                    <a:pt x="10000" y="205000"/>
                  </a:lnTo>
                  <a:cubicBezTo>
                    <a:pt x="4477" y="205000"/>
                    <a:pt x="0" y="200523"/>
                    <a:pt x="0" y="195000"/>
                  </a:cubicBezTo>
                  <a:lnTo>
                    <a:pt x="0" y="10000"/>
                  </a:lnTo>
                  <a:cubicBezTo>
                    <a:pt x="0" y="4477"/>
                    <a:pt x="4477" y="0"/>
                    <a:pt x="10000" y="0"/>
                  </a:cubicBezTo>
                  <a:close/>
                </a:path>
              </a:pathLst>
            </a:custGeom>
            <a:solidFill>
              <a:srgbClr val="FBFCFD"/>
            </a:solidFill>
            <a:ln w="13970">
              <a:solidFill>
                <a:srgbClr val="E2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a.sampler/title"/>
            <p:cNvSpPr txBox="1"/>
            <p:nvPr/>
          </p:nvSpPr>
          <p:spPr>
            <a:xfrm>
              <a:off x="2197100" y="279400"/>
              <a:ext cx="41275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770" b="0" i="0">
                  <a:solidFill>
                    <a:srgbClr val="0E2841"/>
                  </a:solidFill>
                  <a:latin typeface="Comic Sans MS"/>
                  <a:ea typeface="Comic Sans MS"/>
                  <a:cs typeface="Comic Sans MS"/>
                </a:rPr>
                <a:t>Full-trajectory sampler</a:t>
              </a:r>
            </a:p>
          </p:txBody>
        </p:sp>
      </p:grpSp>
      <p:grpSp>
        <p:nvGrpSpPr>
          <p:cNvPr id="5" name="a.strong"/>
          <p:cNvGrpSpPr/>
          <p:nvPr/>
        </p:nvGrpSpPr>
        <p:grpSpPr>
          <a:xfrm>
            <a:off x="2209800" y="648611"/>
            <a:ext cx="1308100" cy="1053189"/>
            <a:chOff x="2209800" y="648611"/>
            <a:chExt cx="1308100" cy="1053189"/>
          </a:xfrm>
        </p:grpSpPr>
        <p:sp>
          <p:nvSpPr>
            <p:cNvPr id="6" name="a.strong/box"/>
            <p:cNvSpPr/>
            <p:nvPr/>
          </p:nvSpPr>
          <p:spPr>
            <a:xfrm>
              <a:off x="2273300" y="723900"/>
              <a:ext cx="1244600" cy="977900"/>
            </a:xfrm>
            <a:custGeom>
              <a:avLst/>
              <a:gdLst/>
              <a:ahLst/>
              <a:cxnLst/>
              <a:rect l="0" t="0" r="r" b="b"/>
              <a:pathLst>
                <a:path w="98000" h="77000">
                  <a:moveTo>
                    <a:pt x="8000" y="0"/>
                  </a:moveTo>
                  <a:lnTo>
                    <a:pt x="90000" y="0"/>
                  </a:lnTo>
                  <a:cubicBezTo>
                    <a:pt x="94418" y="0"/>
                    <a:pt x="98000" y="3582"/>
                    <a:pt x="98000" y="8000"/>
                  </a:cubicBezTo>
                  <a:lnTo>
                    <a:pt x="98000" y="69000"/>
                  </a:lnTo>
                  <a:cubicBezTo>
                    <a:pt x="98000" y="73418"/>
                    <a:pt x="94418" y="77000"/>
                    <a:pt x="90000" y="77000"/>
                  </a:cubicBezTo>
                  <a:lnTo>
                    <a:pt x="8000" y="77000"/>
                  </a:lnTo>
                  <a:cubicBezTo>
                    <a:pt x="3582" y="77000"/>
                    <a:pt x="0" y="73418"/>
                    <a:pt x="0" y="69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a.strong/connection 0-0-0"/>
            <p:cNvSpPr/>
            <p:nvPr/>
          </p:nvSpPr>
          <p:spPr>
            <a:xfrm>
              <a:off x="2438400" y="9017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a.strong/connection 0-0-1"/>
            <p:cNvSpPr/>
            <p:nvPr/>
          </p:nvSpPr>
          <p:spPr>
            <a:xfrm>
              <a:off x="2438400" y="901700"/>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a.strong/connection 0-0-2"/>
            <p:cNvSpPr/>
            <p:nvPr/>
          </p:nvSpPr>
          <p:spPr>
            <a:xfrm>
              <a:off x="2438400" y="901700"/>
              <a:ext cx="304800" cy="262466"/>
            </a:xfrm>
            <a:custGeom>
              <a:avLst/>
              <a:gdLst/>
              <a:ahLst/>
              <a:cxnLst/>
              <a:rect l="0" t="0" r="r" b="b"/>
              <a:pathLst>
                <a:path w="24000" h="20667">
                  <a:moveTo>
                    <a:pt x="0" y="0"/>
                  </a:moveTo>
                  <a:lnTo>
                    <a:pt x="24000" y="206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a.strong/connection 0-0-3"/>
            <p:cNvSpPr/>
            <p:nvPr/>
          </p:nvSpPr>
          <p:spPr>
            <a:xfrm>
              <a:off x="2438400" y="901700"/>
              <a:ext cx="304800" cy="393700"/>
            </a:xfrm>
            <a:custGeom>
              <a:avLst/>
              <a:gdLst/>
              <a:ahLst/>
              <a:cxnLst/>
              <a:rect l="0" t="0" r="r" b="b"/>
              <a:pathLst>
                <a:path w="24000" h="31000">
                  <a:moveTo>
                    <a:pt x="0" y="0"/>
                  </a:moveTo>
                  <a:lnTo>
                    <a:pt x="240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a.strong/connection 0-1-0"/>
            <p:cNvSpPr/>
            <p:nvPr/>
          </p:nvSpPr>
          <p:spPr>
            <a:xfrm>
              <a:off x="2438400" y="901700"/>
              <a:ext cx="304800" cy="196850"/>
            </a:xfrm>
            <a:custGeom>
              <a:avLst/>
              <a:gdLst/>
              <a:ahLst/>
              <a:cxnLst/>
              <a:rect l="0" t="0" r="r" b="b"/>
              <a:pathLst>
                <a:path w="24000" h="15500">
                  <a:moveTo>
                    <a:pt x="0" y="155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a.strong/connection 0-1-1"/>
            <p:cNvSpPr/>
            <p:nvPr/>
          </p:nvSpPr>
          <p:spPr>
            <a:xfrm>
              <a:off x="2438400" y="1032933"/>
              <a:ext cx="304800" cy="65616"/>
            </a:xfrm>
            <a:custGeom>
              <a:avLst/>
              <a:gdLst/>
              <a:ahLst/>
              <a:cxnLst/>
              <a:rect l="0" t="0" r="r" b="b"/>
              <a:pathLst>
                <a:path w="24000" h="5167">
                  <a:moveTo>
                    <a:pt x="0" y="51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a.strong/connection 0-1-2"/>
            <p:cNvSpPr/>
            <p:nvPr/>
          </p:nvSpPr>
          <p:spPr>
            <a:xfrm>
              <a:off x="2438400" y="1098550"/>
              <a:ext cx="304800" cy="65616"/>
            </a:xfrm>
            <a:custGeom>
              <a:avLst/>
              <a:gdLst/>
              <a:ahLst/>
              <a:cxnLst/>
              <a:rect l="0" t="0" r="r" b="b"/>
              <a:pathLst>
                <a:path w="24000" h="5167">
                  <a:moveTo>
                    <a:pt x="0" y="0"/>
                  </a:moveTo>
                  <a:lnTo>
                    <a:pt x="24000" y="51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a.strong/connection 0-1-3"/>
            <p:cNvSpPr/>
            <p:nvPr/>
          </p:nvSpPr>
          <p:spPr>
            <a:xfrm>
              <a:off x="2438400" y="1098550"/>
              <a:ext cx="304800" cy="196850"/>
            </a:xfrm>
            <a:custGeom>
              <a:avLst/>
              <a:gdLst/>
              <a:ahLst/>
              <a:cxnLst/>
              <a:rect l="0" t="0" r="r" b="b"/>
              <a:pathLst>
                <a:path w="24000" h="15500">
                  <a:moveTo>
                    <a:pt x="0" y="0"/>
                  </a:moveTo>
                  <a:lnTo>
                    <a:pt x="24000" y="155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a.strong/connection 0-2-0"/>
            <p:cNvSpPr/>
            <p:nvPr/>
          </p:nvSpPr>
          <p:spPr>
            <a:xfrm>
              <a:off x="2438400" y="901700"/>
              <a:ext cx="304800" cy="393700"/>
            </a:xfrm>
            <a:custGeom>
              <a:avLst/>
              <a:gdLst/>
              <a:ahLst/>
              <a:cxnLst/>
              <a:rect l="0" t="0" r="r" b="b"/>
              <a:pathLst>
                <a:path w="24000" h="31000">
                  <a:moveTo>
                    <a:pt x="0" y="310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a.strong/connection 0-2-1"/>
            <p:cNvSpPr/>
            <p:nvPr/>
          </p:nvSpPr>
          <p:spPr>
            <a:xfrm>
              <a:off x="2438400" y="1032933"/>
              <a:ext cx="304800" cy="262466"/>
            </a:xfrm>
            <a:custGeom>
              <a:avLst/>
              <a:gdLst/>
              <a:ahLst/>
              <a:cxnLst/>
              <a:rect l="0" t="0" r="r" b="b"/>
              <a:pathLst>
                <a:path w="24000" h="20667">
                  <a:moveTo>
                    <a:pt x="0" y="206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a.strong/connection 0-2-2"/>
            <p:cNvSpPr/>
            <p:nvPr/>
          </p:nvSpPr>
          <p:spPr>
            <a:xfrm>
              <a:off x="2438400" y="1164166"/>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a.strong/connection 0-2-3"/>
            <p:cNvSpPr/>
            <p:nvPr/>
          </p:nvSpPr>
          <p:spPr>
            <a:xfrm>
              <a:off x="2438400" y="12954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a.strong/connection 1-0-0"/>
            <p:cNvSpPr/>
            <p:nvPr/>
          </p:nvSpPr>
          <p:spPr>
            <a:xfrm>
              <a:off x="2743200" y="9017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a.strong/connection 1-0-1"/>
            <p:cNvSpPr/>
            <p:nvPr/>
          </p:nvSpPr>
          <p:spPr>
            <a:xfrm>
              <a:off x="2743200" y="901700"/>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a.strong/connection 1-0-2"/>
            <p:cNvSpPr/>
            <p:nvPr/>
          </p:nvSpPr>
          <p:spPr>
            <a:xfrm>
              <a:off x="2743200" y="901700"/>
              <a:ext cx="304800" cy="262466"/>
            </a:xfrm>
            <a:custGeom>
              <a:avLst/>
              <a:gdLst/>
              <a:ahLst/>
              <a:cxnLst/>
              <a:rect l="0" t="0" r="r" b="b"/>
              <a:pathLst>
                <a:path w="24000" h="20667">
                  <a:moveTo>
                    <a:pt x="0" y="0"/>
                  </a:moveTo>
                  <a:lnTo>
                    <a:pt x="24000" y="206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a.strong/connection 1-0-3"/>
            <p:cNvSpPr/>
            <p:nvPr/>
          </p:nvSpPr>
          <p:spPr>
            <a:xfrm>
              <a:off x="2743200" y="901700"/>
              <a:ext cx="304800" cy="393700"/>
            </a:xfrm>
            <a:custGeom>
              <a:avLst/>
              <a:gdLst/>
              <a:ahLst/>
              <a:cxnLst/>
              <a:rect l="0" t="0" r="r" b="b"/>
              <a:pathLst>
                <a:path w="24000" h="31000">
                  <a:moveTo>
                    <a:pt x="0" y="0"/>
                  </a:moveTo>
                  <a:lnTo>
                    <a:pt x="240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a.strong/connection 1-1-0"/>
            <p:cNvSpPr/>
            <p:nvPr/>
          </p:nvSpPr>
          <p:spPr>
            <a:xfrm>
              <a:off x="2743200" y="901700"/>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a.strong/connection 1-1-1"/>
            <p:cNvSpPr/>
            <p:nvPr/>
          </p:nvSpPr>
          <p:spPr>
            <a:xfrm>
              <a:off x="2743200" y="1032933"/>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a.strong/connection 1-1-2"/>
            <p:cNvSpPr/>
            <p:nvPr/>
          </p:nvSpPr>
          <p:spPr>
            <a:xfrm>
              <a:off x="2743200" y="1032933"/>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a.strong/connection 1-1-3"/>
            <p:cNvSpPr/>
            <p:nvPr/>
          </p:nvSpPr>
          <p:spPr>
            <a:xfrm>
              <a:off x="2743200" y="1032933"/>
              <a:ext cx="304800" cy="262466"/>
            </a:xfrm>
            <a:custGeom>
              <a:avLst/>
              <a:gdLst/>
              <a:ahLst/>
              <a:cxnLst/>
              <a:rect l="0" t="0" r="r" b="b"/>
              <a:pathLst>
                <a:path w="24000" h="20667">
                  <a:moveTo>
                    <a:pt x="0" y="0"/>
                  </a:moveTo>
                  <a:lnTo>
                    <a:pt x="24000" y="206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a.strong/connection 1-2-0"/>
            <p:cNvSpPr/>
            <p:nvPr/>
          </p:nvSpPr>
          <p:spPr>
            <a:xfrm>
              <a:off x="2743200" y="901700"/>
              <a:ext cx="304800" cy="262466"/>
            </a:xfrm>
            <a:custGeom>
              <a:avLst/>
              <a:gdLst/>
              <a:ahLst/>
              <a:cxnLst/>
              <a:rect l="0" t="0" r="r" b="b"/>
              <a:pathLst>
                <a:path w="24000" h="20667">
                  <a:moveTo>
                    <a:pt x="0" y="206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a.strong/connection 1-2-1"/>
            <p:cNvSpPr/>
            <p:nvPr/>
          </p:nvSpPr>
          <p:spPr>
            <a:xfrm>
              <a:off x="2743200" y="1032933"/>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a.strong/connection 1-2-2"/>
            <p:cNvSpPr/>
            <p:nvPr/>
          </p:nvSpPr>
          <p:spPr>
            <a:xfrm>
              <a:off x="2743200" y="1164166"/>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a.strong/connection 1-2-3"/>
            <p:cNvSpPr/>
            <p:nvPr/>
          </p:nvSpPr>
          <p:spPr>
            <a:xfrm>
              <a:off x="2743200" y="1164166"/>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a.strong/connection 1-3-0"/>
            <p:cNvSpPr/>
            <p:nvPr/>
          </p:nvSpPr>
          <p:spPr>
            <a:xfrm>
              <a:off x="2743200" y="901700"/>
              <a:ext cx="304800" cy="393700"/>
            </a:xfrm>
            <a:custGeom>
              <a:avLst/>
              <a:gdLst/>
              <a:ahLst/>
              <a:cxnLst/>
              <a:rect l="0" t="0" r="r" b="b"/>
              <a:pathLst>
                <a:path w="24000" h="31000">
                  <a:moveTo>
                    <a:pt x="0" y="310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a.strong/connection 1-3-1"/>
            <p:cNvSpPr/>
            <p:nvPr/>
          </p:nvSpPr>
          <p:spPr>
            <a:xfrm>
              <a:off x="2743200" y="1032933"/>
              <a:ext cx="304800" cy="262466"/>
            </a:xfrm>
            <a:custGeom>
              <a:avLst/>
              <a:gdLst/>
              <a:ahLst/>
              <a:cxnLst/>
              <a:rect l="0" t="0" r="r" b="b"/>
              <a:pathLst>
                <a:path w="24000" h="20667">
                  <a:moveTo>
                    <a:pt x="0" y="206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a.strong/connection 1-3-2"/>
            <p:cNvSpPr/>
            <p:nvPr/>
          </p:nvSpPr>
          <p:spPr>
            <a:xfrm>
              <a:off x="2743200" y="1164166"/>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a.strong/connection 1-3-3"/>
            <p:cNvSpPr/>
            <p:nvPr/>
          </p:nvSpPr>
          <p:spPr>
            <a:xfrm>
              <a:off x="2743200" y="12954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a.strong/connection 2-0-0"/>
            <p:cNvSpPr/>
            <p:nvPr/>
          </p:nvSpPr>
          <p:spPr>
            <a:xfrm>
              <a:off x="3048000" y="9017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a.strong/connection 2-0-1"/>
            <p:cNvSpPr/>
            <p:nvPr/>
          </p:nvSpPr>
          <p:spPr>
            <a:xfrm>
              <a:off x="3048000" y="901700"/>
              <a:ext cx="304800" cy="196850"/>
            </a:xfrm>
            <a:custGeom>
              <a:avLst/>
              <a:gdLst/>
              <a:ahLst/>
              <a:cxnLst/>
              <a:rect l="0" t="0" r="r" b="b"/>
              <a:pathLst>
                <a:path w="24000" h="15500">
                  <a:moveTo>
                    <a:pt x="0" y="0"/>
                  </a:moveTo>
                  <a:lnTo>
                    <a:pt x="24000" y="155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a.strong/connection 2-0-2"/>
            <p:cNvSpPr/>
            <p:nvPr/>
          </p:nvSpPr>
          <p:spPr>
            <a:xfrm>
              <a:off x="3048000" y="901700"/>
              <a:ext cx="304800" cy="393700"/>
            </a:xfrm>
            <a:custGeom>
              <a:avLst/>
              <a:gdLst/>
              <a:ahLst/>
              <a:cxnLst/>
              <a:rect l="0" t="0" r="r" b="b"/>
              <a:pathLst>
                <a:path w="24000" h="31000">
                  <a:moveTo>
                    <a:pt x="0" y="0"/>
                  </a:moveTo>
                  <a:lnTo>
                    <a:pt x="240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a.strong/connection 2-1-0"/>
            <p:cNvSpPr/>
            <p:nvPr/>
          </p:nvSpPr>
          <p:spPr>
            <a:xfrm>
              <a:off x="3048000" y="901700"/>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a.strong/connection 2-1-1"/>
            <p:cNvSpPr/>
            <p:nvPr/>
          </p:nvSpPr>
          <p:spPr>
            <a:xfrm>
              <a:off x="3048000" y="1032933"/>
              <a:ext cx="304800" cy="65616"/>
            </a:xfrm>
            <a:custGeom>
              <a:avLst/>
              <a:gdLst/>
              <a:ahLst/>
              <a:cxnLst/>
              <a:rect l="0" t="0" r="r" b="b"/>
              <a:pathLst>
                <a:path w="24000" h="5167">
                  <a:moveTo>
                    <a:pt x="0" y="0"/>
                  </a:moveTo>
                  <a:lnTo>
                    <a:pt x="24000" y="51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a.strong/connection 2-1-2"/>
            <p:cNvSpPr/>
            <p:nvPr/>
          </p:nvSpPr>
          <p:spPr>
            <a:xfrm>
              <a:off x="3048000" y="1032933"/>
              <a:ext cx="304800" cy="262466"/>
            </a:xfrm>
            <a:custGeom>
              <a:avLst/>
              <a:gdLst/>
              <a:ahLst/>
              <a:cxnLst/>
              <a:rect l="0" t="0" r="r" b="b"/>
              <a:pathLst>
                <a:path w="24000" h="20667">
                  <a:moveTo>
                    <a:pt x="0" y="0"/>
                  </a:moveTo>
                  <a:lnTo>
                    <a:pt x="24000" y="206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a.strong/connection 2-2-0"/>
            <p:cNvSpPr/>
            <p:nvPr/>
          </p:nvSpPr>
          <p:spPr>
            <a:xfrm>
              <a:off x="3048000" y="901700"/>
              <a:ext cx="304800" cy="262466"/>
            </a:xfrm>
            <a:custGeom>
              <a:avLst/>
              <a:gdLst/>
              <a:ahLst/>
              <a:cxnLst/>
              <a:rect l="0" t="0" r="r" b="b"/>
              <a:pathLst>
                <a:path w="24000" h="20667">
                  <a:moveTo>
                    <a:pt x="0" y="206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a.strong/connection 2-2-1"/>
            <p:cNvSpPr/>
            <p:nvPr/>
          </p:nvSpPr>
          <p:spPr>
            <a:xfrm>
              <a:off x="3048000" y="1098550"/>
              <a:ext cx="304800" cy="65616"/>
            </a:xfrm>
            <a:custGeom>
              <a:avLst/>
              <a:gdLst/>
              <a:ahLst/>
              <a:cxnLst/>
              <a:rect l="0" t="0" r="r" b="b"/>
              <a:pathLst>
                <a:path w="24000" h="5167">
                  <a:moveTo>
                    <a:pt x="0" y="51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a.strong/connection 2-2-2"/>
            <p:cNvSpPr/>
            <p:nvPr/>
          </p:nvSpPr>
          <p:spPr>
            <a:xfrm>
              <a:off x="3048000" y="1164166"/>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a.strong/connection 2-3-0"/>
            <p:cNvSpPr/>
            <p:nvPr/>
          </p:nvSpPr>
          <p:spPr>
            <a:xfrm>
              <a:off x="3048000" y="901700"/>
              <a:ext cx="304800" cy="393700"/>
            </a:xfrm>
            <a:custGeom>
              <a:avLst/>
              <a:gdLst/>
              <a:ahLst/>
              <a:cxnLst/>
              <a:rect l="0" t="0" r="r" b="b"/>
              <a:pathLst>
                <a:path w="24000" h="31000">
                  <a:moveTo>
                    <a:pt x="0" y="310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a.strong/connection 2-3-1"/>
            <p:cNvSpPr/>
            <p:nvPr/>
          </p:nvSpPr>
          <p:spPr>
            <a:xfrm>
              <a:off x="3048000" y="1098550"/>
              <a:ext cx="304800" cy="196850"/>
            </a:xfrm>
            <a:custGeom>
              <a:avLst/>
              <a:gdLst/>
              <a:ahLst/>
              <a:cxnLst/>
              <a:rect l="0" t="0" r="r" b="b"/>
              <a:pathLst>
                <a:path w="24000" h="15500">
                  <a:moveTo>
                    <a:pt x="0" y="155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a.strong/connection 2-3-2"/>
            <p:cNvSpPr/>
            <p:nvPr/>
          </p:nvSpPr>
          <p:spPr>
            <a:xfrm>
              <a:off x="3048000" y="12954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a.strong/layer 0 node 0"/>
            <p:cNvSpPr/>
            <p:nvPr/>
          </p:nvSpPr>
          <p:spPr>
            <a:xfrm>
              <a:off x="23996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a.strong/layer 0 node 1"/>
            <p:cNvSpPr/>
            <p:nvPr/>
          </p:nvSpPr>
          <p:spPr>
            <a:xfrm>
              <a:off x="2399665" y="105981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a.strong/layer 0 node 2"/>
            <p:cNvSpPr/>
            <p:nvPr/>
          </p:nvSpPr>
          <p:spPr>
            <a:xfrm>
              <a:off x="23996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a.strong/layer 1 node 0"/>
            <p:cNvSpPr/>
            <p:nvPr/>
          </p:nvSpPr>
          <p:spPr>
            <a:xfrm>
              <a:off x="27044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a.strong/layer 1 node 1"/>
            <p:cNvSpPr/>
            <p:nvPr/>
          </p:nvSpPr>
          <p:spPr>
            <a:xfrm>
              <a:off x="2704465" y="994198"/>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a.strong/layer 1 node 2"/>
            <p:cNvSpPr/>
            <p:nvPr/>
          </p:nvSpPr>
          <p:spPr>
            <a:xfrm>
              <a:off x="2704465" y="1125431"/>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a.strong/layer 1 node 3"/>
            <p:cNvSpPr/>
            <p:nvPr/>
          </p:nvSpPr>
          <p:spPr>
            <a:xfrm>
              <a:off x="27044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a.strong/layer 2 node 0"/>
            <p:cNvSpPr/>
            <p:nvPr/>
          </p:nvSpPr>
          <p:spPr>
            <a:xfrm>
              <a:off x="30092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a.strong/layer 2 node 1"/>
            <p:cNvSpPr/>
            <p:nvPr/>
          </p:nvSpPr>
          <p:spPr>
            <a:xfrm>
              <a:off x="3009265" y="994198"/>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a.strong/layer 2 node 2"/>
            <p:cNvSpPr/>
            <p:nvPr/>
          </p:nvSpPr>
          <p:spPr>
            <a:xfrm>
              <a:off x="3009265" y="1125431"/>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a.strong/layer 2 node 3"/>
            <p:cNvSpPr/>
            <p:nvPr/>
          </p:nvSpPr>
          <p:spPr>
            <a:xfrm>
              <a:off x="30092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a.strong/layer 3 node 0"/>
            <p:cNvSpPr/>
            <p:nvPr/>
          </p:nvSpPr>
          <p:spPr>
            <a:xfrm>
              <a:off x="33140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a.strong/layer 3 node 1"/>
            <p:cNvSpPr/>
            <p:nvPr/>
          </p:nvSpPr>
          <p:spPr>
            <a:xfrm>
              <a:off x="3314065" y="105981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a.strong/layer 3 node 2"/>
            <p:cNvSpPr/>
            <p:nvPr/>
          </p:nvSpPr>
          <p:spPr>
            <a:xfrm>
              <a:off x="33140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a.strong/label"/>
            <p:cNvSpPr txBox="1"/>
            <p:nvPr/>
          </p:nvSpPr>
          <p:spPr>
            <a:xfrm>
              <a:off x="2311400" y="1422400"/>
              <a:ext cx="1168400" cy="241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60" b="0" i="0">
                  <a:solidFill>
                    <a:srgbClr val="0E2841"/>
                  </a:solidFill>
                  <a:latin typeface="Comic Sans MS"/>
                  <a:ea typeface="Comic Sans MS"/>
                  <a:cs typeface="Comic Sans MS"/>
                </a:rPr>
                <a:t>Strong S</a:t>
              </a:r>
            </a:p>
          </p:txBody>
        </p:sp>
        <p:sp>
          <p:nvSpPr>
            <p:cNvPr id="62" name="a.strong/frozen/white outline"/>
            <p:cNvSpPr/>
            <p:nvPr/>
          </p:nvSpPr>
          <p:spPr>
            <a:xfrm>
              <a:off x="22098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a.strong/frozen/blue crystal"/>
            <p:cNvSpPr/>
            <p:nvPr/>
          </p:nvSpPr>
          <p:spPr>
            <a:xfrm>
              <a:off x="22098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64" name="a.weak"/>
          <p:cNvGrpSpPr/>
          <p:nvPr/>
        </p:nvGrpSpPr>
        <p:grpSpPr>
          <a:xfrm>
            <a:off x="3606800" y="648611"/>
            <a:ext cx="1282700" cy="1053189"/>
            <a:chOff x="3606800" y="648611"/>
            <a:chExt cx="1282700" cy="1053189"/>
          </a:xfrm>
        </p:grpSpPr>
        <p:sp>
          <p:nvSpPr>
            <p:cNvPr id="65" name="a.weak/box"/>
            <p:cNvSpPr/>
            <p:nvPr/>
          </p:nvSpPr>
          <p:spPr>
            <a:xfrm>
              <a:off x="3670300" y="723900"/>
              <a:ext cx="1219200" cy="977900"/>
            </a:xfrm>
            <a:custGeom>
              <a:avLst/>
              <a:gdLst/>
              <a:ahLst/>
              <a:cxnLst/>
              <a:rect l="0" t="0" r="r" b="b"/>
              <a:pathLst>
                <a:path w="96000" h="77000">
                  <a:moveTo>
                    <a:pt x="8000" y="0"/>
                  </a:moveTo>
                  <a:lnTo>
                    <a:pt x="88000" y="0"/>
                  </a:lnTo>
                  <a:cubicBezTo>
                    <a:pt x="92418" y="0"/>
                    <a:pt x="96000" y="3582"/>
                    <a:pt x="96000" y="8000"/>
                  </a:cubicBezTo>
                  <a:lnTo>
                    <a:pt x="96000" y="69000"/>
                  </a:lnTo>
                  <a:cubicBezTo>
                    <a:pt x="96000" y="73418"/>
                    <a:pt x="92418" y="77000"/>
                    <a:pt x="88000" y="77000"/>
                  </a:cubicBezTo>
                  <a:lnTo>
                    <a:pt x="8000" y="77000"/>
                  </a:lnTo>
                  <a:cubicBezTo>
                    <a:pt x="3582" y="77000"/>
                    <a:pt x="0" y="73418"/>
                    <a:pt x="0" y="69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a.weak/connection 0-0-0"/>
            <p:cNvSpPr/>
            <p:nvPr/>
          </p:nvSpPr>
          <p:spPr>
            <a:xfrm>
              <a:off x="3943350" y="901700"/>
              <a:ext cx="336550" cy="127"/>
            </a:xfrm>
            <a:custGeom>
              <a:avLst/>
              <a:gdLst/>
              <a:ahLst/>
              <a:cxnLst/>
              <a:rect l="0" t="0" r="r" b="b"/>
              <a:pathLst>
                <a:path w="26500" h="10">
                  <a:moveTo>
                    <a:pt x="0" y="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a.weak/connection 0-0-1"/>
            <p:cNvSpPr/>
            <p:nvPr/>
          </p:nvSpPr>
          <p:spPr>
            <a:xfrm>
              <a:off x="3943350" y="901700"/>
              <a:ext cx="336550" cy="196850"/>
            </a:xfrm>
            <a:custGeom>
              <a:avLst/>
              <a:gdLst/>
              <a:ahLst/>
              <a:cxnLst/>
              <a:rect l="0" t="0" r="r" b="b"/>
              <a:pathLst>
                <a:path w="26500" h="15500">
                  <a:moveTo>
                    <a:pt x="0" y="0"/>
                  </a:moveTo>
                  <a:lnTo>
                    <a:pt x="26500" y="155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a.weak/connection 0-0-2"/>
            <p:cNvSpPr/>
            <p:nvPr/>
          </p:nvSpPr>
          <p:spPr>
            <a:xfrm>
              <a:off x="3943350" y="901700"/>
              <a:ext cx="336550" cy="393700"/>
            </a:xfrm>
            <a:custGeom>
              <a:avLst/>
              <a:gdLst/>
              <a:ahLst/>
              <a:cxnLst/>
              <a:rect l="0" t="0" r="r" b="b"/>
              <a:pathLst>
                <a:path w="26500" h="31000">
                  <a:moveTo>
                    <a:pt x="0" y="0"/>
                  </a:moveTo>
                  <a:lnTo>
                    <a:pt x="265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a.weak/connection 0-1-0"/>
            <p:cNvSpPr/>
            <p:nvPr/>
          </p:nvSpPr>
          <p:spPr>
            <a:xfrm>
              <a:off x="3943350" y="901700"/>
              <a:ext cx="336550" cy="393700"/>
            </a:xfrm>
            <a:custGeom>
              <a:avLst/>
              <a:gdLst/>
              <a:ahLst/>
              <a:cxnLst/>
              <a:rect l="0" t="0" r="r" b="b"/>
              <a:pathLst>
                <a:path w="26500" h="31000">
                  <a:moveTo>
                    <a:pt x="0" y="3100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a.weak/connection 0-1-1"/>
            <p:cNvSpPr/>
            <p:nvPr/>
          </p:nvSpPr>
          <p:spPr>
            <a:xfrm>
              <a:off x="3943350" y="1098550"/>
              <a:ext cx="336550" cy="196850"/>
            </a:xfrm>
            <a:custGeom>
              <a:avLst/>
              <a:gdLst/>
              <a:ahLst/>
              <a:cxnLst/>
              <a:rect l="0" t="0" r="r" b="b"/>
              <a:pathLst>
                <a:path w="26500" h="15500">
                  <a:moveTo>
                    <a:pt x="0" y="1550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a.weak/connection 0-1-2"/>
            <p:cNvSpPr/>
            <p:nvPr/>
          </p:nvSpPr>
          <p:spPr>
            <a:xfrm>
              <a:off x="3943350" y="1295400"/>
              <a:ext cx="336550" cy="127"/>
            </a:xfrm>
            <a:custGeom>
              <a:avLst/>
              <a:gdLst/>
              <a:ahLst/>
              <a:cxnLst/>
              <a:rect l="0" t="0" r="r" b="b"/>
              <a:pathLst>
                <a:path w="26500" h="10">
                  <a:moveTo>
                    <a:pt x="0" y="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a.weak/connection 1-0-0"/>
            <p:cNvSpPr/>
            <p:nvPr/>
          </p:nvSpPr>
          <p:spPr>
            <a:xfrm>
              <a:off x="4279900" y="901700"/>
              <a:ext cx="336550" cy="127"/>
            </a:xfrm>
            <a:custGeom>
              <a:avLst/>
              <a:gdLst/>
              <a:ahLst/>
              <a:cxnLst/>
              <a:rect l="0" t="0" r="r" b="b"/>
              <a:pathLst>
                <a:path w="26500" h="10">
                  <a:moveTo>
                    <a:pt x="0" y="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a.weak/connection 1-0-1"/>
            <p:cNvSpPr/>
            <p:nvPr/>
          </p:nvSpPr>
          <p:spPr>
            <a:xfrm>
              <a:off x="4279900" y="901700"/>
              <a:ext cx="336550" cy="393700"/>
            </a:xfrm>
            <a:custGeom>
              <a:avLst/>
              <a:gdLst/>
              <a:ahLst/>
              <a:cxnLst/>
              <a:rect l="0" t="0" r="r" b="b"/>
              <a:pathLst>
                <a:path w="26500" h="31000">
                  <a:moveTo>
                    <a:pt x="0" y="0"/>
                  </a:moveTo>
                  <a:lnTo>
                    <a:pt x="265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a.weak/connection 1-1-0"/>
            <p:cNvSpPr/>
            <p:nvPr/>
          </p:nvSpPr>
          <p:spPr>
            <a:xfrm>
              <a:off x="4279900" y="901700"/>
              <a:ext cx="336550" cy="196850"/>
            </a:xfrm>
            <a:custGeom>
              <a:avLst/>
              <a:gdLst/>
              <a:ahLst/>
              <a:cxnLst/>
              <a:rect l="0" t="0" r="r" b="b"/>
              <a:pathLst>
                <a:path w="26500" h="15500">
                  <a:moveTo>
                    <a:pt x="0" y="1550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a.weak/connection 1-1-1"/>
            <p:cNvSpPr/>
            <p:nvPr/>
          </p:nvSpPr>
          <p:spPr>
            <a:xfrm>
              <a:off x="4279900" y="1098550"/>
              <a:ext cx="336550" cy="196850"/>
            </a:xfrm>
            <a:custGeom>
              <a:avLst/>
              <a:gdLst/>
              <a:ahLst/>
              <a:cxnLst/>
              <a:rect l="0" t="0" r="r" b="b"/>
              <a:pathLst>
                <a:path w="26500" h="15500">
                  <a:moveTo>
                    <a:pt x="0" y="0"/>
                  </a:moveTo>
                  <a:lnTo>
                    <a:pt x="26500" y="155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a.weak/connection 1-2-0"/>
            <p:cNvSpPr/>
            <p:nvPr/>
          </p:nvSpPr>
          <p:spPr>
            <a:xfrm>
              <a:off x="4279900" y="901700"/>
              <a:ext cx="336550" cy="393700"/>
            </a:xfrm>
            <a:custGeom>
              <a:avLst/>
              <a:gdLst/>
              <a:ahLst/>
              <a:cxnLst/>
              <a:rect l="0" t="0" r="r" b="b"/>
              <a:pathLst>
                <a:path w="26500" h="31000">
                  <a:moveTo>
                    <a:pt x="0" y="3100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a.weak/connection 1-2-1"/>
            <p:cNvSpPr/>
            <p:nvPr/>
          </p:nvSpPr>
          <p:spPr>
            <a:xfrm>
              <a:off x="4279900" y="1295400"/>
              <a:ext cx="336550" cy="127"/>
            </a:xfrm>
            <a:custGeom>
              <a:avLst/>
              <a:gdLst/>
              <a:ahLst/>
              <a:cxnLst/>
              <a:rect l="0" t="0" r="r" b="b"/>
              <a:pathLst>
                <a:path w="26500" h="10">
                  <a:moveTo>
                    <a:pt x="0" y="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a.weak/layer 0 node 0"/>
            <p:cNvSpPr/>
            <p:nvPr/>
          </p:nvSpPr>
          <p:spPr>
            <a:xfrm>
              <a:off x="390461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a.weak/layer 0 node 1"/>
            <p:cNvSpPr/>
            <p:nvPr/>
          </p:nvSpPr>
          <p:spPr>
            <a:xfrm>
              <a:off x="390461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a.weak/layer 1 node 0"/>
            <p:cNvSpPr/>
            <p:nvPr/>
          </p:nvSpPr>
          <p:spPr>
            <a:xfrm>
              <a:off x="42411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a.weak/layer 1 node 1"/>
            <p:cNvSpPr/>
            <p:nvPr/>
          </p:nvSpPr>
          <p:spPr>
            <a:xfrm>
              <a:off x="4241165" y="105981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a.weak/layer 1 node 2"/>
            <p:cNvSpPr/>
            <p:nvPr/>
          </p:nvSpPr>
          <p:spPr>
            <a:xfrm>
              <a:off x="42411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a.weak/layer 2 node 0"/>
            <p:cNvSpPr/>
            <p:nvPr/>
          </p:nvSpPr>
          <p:spPr>
            <a:xfrm>
              <a:off x="457771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a.weak/layer 2 node 1"/>
            <p:cNvSpPr/>
            <p:nvPr/>
          </p:nvSpPr>
          <p:spPr>
            <a:xfrm>
              <a:off x="457771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a.weak/label"/>
            <p:cNvSpPr txBox="1"/>
            <p:nvPr/>
          </p:nvSpPr>
          <p:spPr>
            <a:xfrm>
              <a:off x="3708400" y="1422400"/>
              <a:ext cx="1143000" cy="241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60" b="0" i="0">
                  <a:solidFill>
                    <a:srgbClr val="0E2841"/>
                  </a:solidFill>
                  <a:latin typeface="Comic Sans MS"/>
                  <a:ea typeface="Comic Sans MS"/>
                  <a:cs typeface="Comic Sans MS"/>
                </a:rPr>
                <a:t>Weak W</a:t>
              </a:r>
              <a:r>
                <a:rPr sz="1360" b="0" i="0" baseline="-25000">
                  <a:solidFill>
                    <a:srgbClr val="0E2841"/>
                  </a:solidFill>
                  <a:latin typeface="Comic Sans MS"/>
                  <a:ea typeface="Comic Sans MS"/>
                  <a:cs typeface="Comic Sans MS"/>
                </a:rPr>
                <a:t>θ</a:t>
              </a:r>
            </a:p>
          </p:txBody>
        </p:sp>
        <p:sp>
          <p:nvSpPr>
            <p:cNvPr id="86" name="a.weak/frozen/white outline"/>
            <p:cNvSpPr/>
            <p:nvPr/>
          </p:nvSpPr>
          <p:spPr>
            <a:xfrm>
              <a:off x="36068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a.weak/frozen/blue crystal"/>
            <p:cNvSpPr/>
            <p:nvPr/>
          </p:nvSpPr>
          <p:spPr>
            <a:xfrm>
              <a:off x="36068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88" name="a.scale"/>
          <p:cNvGrpSpPr/>
          <p:nvPr/>
        </p:nvGrpSpPr>
        <p:grpSpPr>
          <a:xfrm>
            <a:off x="4991608" y="626110"/>
            <a:ext cx="1269492" cy="1075690"/>
            <a:chOff x="4991608" y="626110"/>
            <a:chExt cx="1269492" cy="1075690"/>
          </a:xfrm>
        </p:grpSpPr>
        <p:sp>
          <p:nvSpPr>
            <p:cNvPr id="89" name="a.scale/box"/>
            <p:cNvSpPr/>
            <p:nvPr/>
          </p:nvSpPr>
          <p:spPr>
            <a:xfrm>
              <a:off x="5041900" y="723900"/>
              <a:ext cx="1219200" cy="977900"/>
            </a:xfrm>
            <a:custGeom>
              <a:avLst/>
              <a:gdLst/>
              <a:ahLst/>
              <a:cxnLst/>
              <a:rect l="0" t="0" r="r" b="b"/>
              <a:pathLst>
                <a:path w="96000" h="77000">
                  <a:moveTo>
                    <a:pt x="8000" y="0"/>
                  </a:moveTo>
                  <a:lnTo>
                    <a:pt x="88000" y="0"/>
                  </a:lnTo>
                  <a:cubicBezTo>
                    <a:pt x="92418" y="0"/>
                    <a:pt x="96000" y="3582"/>
                    <a:pt x="96000" y="8000"/>
                  </a:cubicBezTo>
                  <a:lnTo>
                    <a:pt x="96000" y="69000"/>
                  </a:lnTo>
                  <a:cubicBezTo>
                    <a:pt x="96000" y="73418"/>
                    <a:pt x="92418" y="77000"/>
                    <a:pt x="88000" y="77000"/>
                  </a:cubicBezTo>
                  <a:lnTo>
                    <a:pt x="8000" y="77000"/>
                  </a:lnTo>
                  <a:cubicBezTo>
                    <a:pt x="3582" y="77000"/>
                    <a:pt x="0" y="73418"/>
                    <a:pt x="0" y="69000"/>
                  </a:cubicBezTo>
                  <a:lnTo>
                    <a:pt x="0" y="8000"/>
                  </a:lnTo>
                  <a:cubicBezTo>
                    <a:pt x="0" y="3582"/>
                    <a:pt x="3582" y="0"/>
                    <a:pt x="8000" y="0"/>
                  </a:cubicBezTo>
                  <a:close/>
                </a:path>
              </a:pathLst>
            </a:custGeom>
            <a:solidFill>
              <a:srgbClr val="E1B8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a.scale/time axis"/>
            <p:cNvSpPr/>
            <p:nvPr/>
          </p:nvSpPr>
          <p:spPr>
            <a:xfrm>
              <a:off x="5257800" y="1193800"/>
              <a:ext cx="850900" cy="127"/>
            </a:xfrm>
            <a:custGeom>
              <a:avLst/>
              <a:gdLst/>
              <a:ahLst/>
              <a:cxnLst/>
              <a:rect l="0" t="0" r="r" b="b"/>
              <a:pathLst>
                <a:path w="67000" h="10">
                  <a:moveTo>
                    <a:pt x="0" y="0"/>
                  </a:moveTo>
                  <a:lnTo>
                    <a:pt x="67000" y="0"/>
                  </a:lnTo>
                </a:path>
              </a:pathLst>
            </a:custGeom>
            <a:noFill/>
            <a:ln w="8255">
              <a:solidFill>
                <a:srgbClr val="91A0A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a.scale/value axis"/>
            <p:cNvSpPr/>
            <p:nvPr/>
          </p:nvSpPr>
          <p:spPr>
            <a:xfrm>
              <a:off x="5257800" y="850900"/>
              <a:ext cx="127" cy="495300"/>
            </a:xfrm>
            <a:custGeom>
              <a:avLst/>
              <a:gdLst/>
              <a:ahLst/>
              <a:cxnLst/>
              <a:rect l="0" t="0" r="r" b="b"/>
              <a:pathLst>
                <a:path w="10" h="39000">
                  <a:moveTo>
                    <a:pt x="0" y="0"/>
                  </a:moveTo>
                  <a:lnTo>
                    <a:pt x="0" y="39000"/>
                  </a:lnTo>
                </a:path>
              </a:pathLst>
            </a:custGeom>
            <a:noFill/>
            <a:ln w="8255">
              <a:solidFill>
                <a:srgbClr val="91A0A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a.scale/signed schedule"/>
            <p:cNvSpPr/>
            <p:nvPr/>
          </p:nvSpPr>
          <p:spPr>
            <a:xfrm>
              <a:off x="5283200" y="952500"/>
              <a:ext cx="774700" cy="330200"/>
            </a:xfrm>
            <a:custGeom>
              <a:avLst/>
              <a:gdLst/>
              <a:ahLst/>
              <a:cxnLst/>
              <a:rect l="0" t="0" r="r" b="b"/>
              <a:pathLst>
                <a:path w="61000" h="26000">
                  <a:moveTo>
                    <a:pt x="0" y="13000"/>
                  </a:moveTo>
                  <a:lnTo>
                    <a:pt x="12000" y="13000"/>
                  </a:lnTo>
                  <a:lnTo>
                    <a:pt x="12000" y="0"/>
                  </a:lnTo>
                  <a:lnTo>
                    <a:pt x="24000" y="0"/>
                  </a:lnTo>
                  <a:lnTo>
                    <a:pt x="24000" y="9000"/>
                  </a:lnTo>
                  <a:lnTo>
                    <a:pt x="36000" y="9000"/>
                  </a:lnTo>
                  <a:lnTo>
                    <a:pt x="36000" y="26000"/>
                  </a:lnTo>
                  <a:lnTo>
                    <a:pt x="48000" y="26000"/>
                  </a:lnTo>
                  <a:lnTo>
                    <a:pt x="48000" y="14000"/>
                  </a:lnTo>
                  <a:lnTo>
                    <a:pt x="61000" y="14000"/>
                  </a:lnTo>
                </a:path>
              </a:pathLst>
            </a:custGeom>
            <a:noFill/>
            <a:ln w="2095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a.scale/label"/>
            <p:cNvSpPr txBox="1"/>
            <p:nvPr/>
          </p:nvSpPr>
          <p:spPr>
            <a:xfrm>
              <a:off x="5080000" y="1422400"/>
              <a:ext cx="1143000" cy="241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60" b="0" i="0">
                  <a:solidFill>
                    <a:srgbClr val="0E2841"/>
                  </a:solidFill>
                  <a:latin typeface="Comic Sans MS"/>
                  <a:ea typeface="Comic Sans MS"/>
                  <a:cs typeface="Comic Sans MS"/>
                </a:rPr>
                <a:t>Scale a</a:t>
              </a:r>
              <a:r>
                <a:rPr sz="1360" b="0" i="0" baseline="-25000">
                  <a:solidFill>
                    <a:srgbClr val="0E2841"/>
                  </a:solidFill>
                  <a:latin typeface="Comic Sans MS"/>
                  <a:ea typeface="Comic Sans MS"/>
                  <a:cs typeface="Comic Sans MS"/>
                </a:rPr>
                <a:t>α</a:t>
              </a:r>
            </a:p>
          </p:txBody>
        </p:sp>
        <p:sp>
          <p:nvSpPr>
            <p:cNvPr id="94" name="a.scale/trainable/red"/>
            <p:cNvSpPr/>
            <p:nvPr/>
          </p:nvSpPr>
          <p:spPr>
            <a:xfrm>
              <a:off x="4991608" y="626110"/>
              <a:ext cx="198881" cy="206247"/>
            </a:xfrm>
            <a:custGeom>
              <a:avLst/>
              <a:gdLst/>
              <a:ahLst/>
              <a:cxnLst/>
              <a:rect l="0" t="0" r="r" b="b"/>
              <a:pathLst>
                <a:path w="15660" h="16240">
                  <a:moveTo>
                    <a:pt x="6960" y="15660"/>
                  </a:moveTo>
                  <a:cubicBezTo>
                    <a:pt x="0" y="13340"/>
                    <a:pt x="2320" y="7540"/>
                    <a:pt x="4060" y="5800"/>
                  </a:cubicBezTo>
                  <a:cubicBezTo>
                    <a:pt x="3480" y="9280"/>
                    <a:pt x="6380" y="9860"/>
                    <a:pt x="5800" y="6380"/>
                  </a:cubicBezTo>
                  <a:cubicBezTo>
                    <a:pt x="4640" y="4060"/>
                    <a:pt x="8700" y="2900"/>
                    <a:pt x="6960" y="0"/>
                  </a:cubicBezTo>
                  <a:cubicBezTo>
                    <a:pt x="13340" y="2900"/>
                    <a:pt x="10440" y="6960"/>
                    <a:pt x="12180" y="5220"/>
                  </a:cubicBezTo>
                  <a:cubicBezTo>
                    <a:pt x="15660" y="9280"/>
                    <a:pt x="13920" y="14500"/>
                    <a:pt x="9860" y="15660"/>
                  </a:cubicBezTo>
                  <a:cubicBezTo>
                    <a:pt x="8700" y="16240"/>
                    <a:pt x="7540" y="16240"/>
                    <a:pt x="6960" y="15660"/>
                  </a:cubicBezTo>
                  <a:close/>
                </a:path>
              </a:pathLst>
            </a:custGeom>
            <a:solidFill>
              <a:srgbClr val="FF18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a.scale/trainable/gold"/>
            <p:cNvSpPr/>
            <p:nvPr/>
          </p:nvSpPr>
          <p:spPr>
            <a:xfrm>
              <a:off x="5050536" y="721868"/>
              <a:ext cx="88391" cy="95757"/>
            </a:xfrm>
            <a:custGeom>
              <a:avLst/>
              <a:gdLst/>
              <a:ahLst/>
              <a:cxnLst/>
              <a:rect l="0" t="0" r="r" b="b"/>
              <a:pathLst>
                <a:path w="6960" h="7540">
                  <a:moveTo>
                    <a:pt x="2900" y="7540"/>
                  </a:moveTo>
                  <a:cubicBezTo>
                    <a:pt x="0" y="6380"/>
                    <a:pt x="0" y="2900"/>
                    <a:pt x="1740" y="1160"/>
                  </a:cubicBezTo>
                  <a:cubicBezTo>
                    <a:pt x="1740" y="4060"/>
                    <a:pt x="4060" y="4060"/>
                    <a:pt x="3480" y="0"/>
                  </a:cubicBezTo>
                  <a:cubicBezTo>
                    <a:pt x="6960" y="2320"/>
                    <a:pt x="6960" y="6380"/>
                    <a:pt x="4060" y="7540"/>
                  </a:cubicBezTo>
                  <a:close/>
                </a:path>
              </a:pathLst>
            </a:custGeom>
            <a:solidFill>
              <a:srgbClr val="FFD5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96" name="a.merge"/>
          <p:cNvGrpSpPr/>
          <p:nvPr/>
        </p:nvGrpSpPr>
        <p:grpSpPr>
          <a:xfrm>
            <a:off x="2895600" y="1701800"/>
            <a:ext cx="2756027" cy="266700"/>
            <a:chOff x="2895600" y="1701800"/>
            <a:chExt cx="2756027" cy="266700"/>
          </a:xfrm>
        </p:grpSpPr>
        <p:sp>
          <p:nvSpPr>
            <p:cNvPr id="97" name="a.merge/228"/>
            <p:cNvSpPr/>
            <p:nvPr/>
          </p:nvSpPr>
          <p:spPr>
            <a:xfrm>
              <a:off x="2895600" y="1701800"/>
              <a:ext cx="127" cy="165100"/>
            </a:xfrm>
            <a:custGeom>
              <a:avLst/>
              <a:gdLst/>
              <a:ahLst/>
              <a:cxnLst/>
              <a:rect l="0" t="0" r="r" b="b"/>
              <a:pathLst>
                <a:path w="10" h="13000">
                  <a:moveTo>
                    <a:pt x="0" y="0"/>
                  </a:moveTo>
                  <a:lnTo>
                    <a:pt x="0" y="1300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a.merge/337"/>
            <p:cNvSpPr/>
            <p:nvPr/>
          </p:nvSpPr>
          <p:spPr>
            <a:xfrm>
              <a:off x="4279900" y="1701800"/>
              <a:ext cx="127" cy="165100"/>
            </a:xfrm>
            <a:custGeom>
              <a:avLst/>
              <a:gdLst/>
              <a:ahLst/>
              <a:cxnLst/>
              <a:rect l="0" t="0" r="r" b="b"/>
              <a:pathLst>
                <a:path w="10" h="13000">
                  <a:moveTo>
                    <a:pt x="0" y="0"/>
                  </a:moveTo>
                  <a:lnTo>
                    <a:pt x="0" y="1300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a.merge/445"/>
            <p:cNvSpPr/>
            <p:nvPr/>
          </p:nvSpPr>
          <p:spPr>
            <a:xfrm>
              <a:off x="5651500" y="1701800"/>
              <a:ext cx="127" cy="165100"/>
            </a:xfrm>
            <a:custGeom>
              <a:avLst/>
              <a:gdLst/>
              <a:ahLst/>
              <a:cxnLst/>
              <a:rect l="0" t="0" r="r" b="b"/>
              <a:pathLst>
                <a:path w="10" h="13000">
                  <a:moveTo>
                    <a:pt x="0" y="0"/>
                  </a:moveTo>
                  <a:lnTo>
                    <a:pt x="0" y="1300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a.merge/bus"/>
            <p:cNvSpPr/>
            <p:nvPr/>
          </p:nvSpPr>
          <p:spPr>
            <a:xfrm>
              <a:off x="2895600" y="1866900"/>
              <a:ext cx="2755900" cy="127"/>
            </a:xfrm>
            <a:custGeom>
              <a:avLst/>
              <a:gdLst/>
              <a:ahLst/>
              <a:cxnLst/>
              <a:rect l="0" t="0" r="r" b="b"/>
              <a:pathLst>
                <a:path w="217000" h="10">
                  <a:moveTo>
                    <a:pt x="0" y="0"/>
                  </a:moveTo>
                  <a:lnTo>
                    <a:pt x="217000" y="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a.merge/output"/>
            <p:cNvSpPr/>
            <p:nvPr/>
          </p:nvSpPr>
          <p:spPr>
            <a:xfrm>
              <a:off x="4279900" y="1866900"/>
              <a:ext cx="127" cy="101600"/>
            </a:xfrm>
            <a:custGeom>
              <a:avLst/>
              <a:gdLst/>
              <a:ahLst/>
              <a:cxnLst/>
              <a:rect l="0" t="0" r="r" b="b"/>
              <a:pathLst>
                <a:path w="10" h="8000">
                  <a:moveTo>
                    <a:pt x="0" y="0"/>
                  </a:moveTo>
                  <a:lnTo>
                    <a:pt x="0" y="800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a.merge/output head"/>
            <p:cNvSpPr/>
            <p:nvPr/>
          </p:nvSpPr>
          <p:spPr>
            <a:xfrm>
              <a:off x="4245610" y="1892300"/>
              <a:ext cx="68579"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03" name="a.sampler"/>
          <p:cNvGrpSpPr/>
          <p:nvPr/>
        </p:nvGrpSpPr>
        <p:grpSpPr>
          <a:xfrm>
            <a:off x="2286000" y="1968500"/>
            <a:ext cx="3962400" cy="711200"/>
            <a:chOff x="2286000" y="1968500"/>
            <a:chExt cx="3962400" cy="711200"/>
          </a:xfrm>
        </p:grpSpPr>
        <p:sp>
          <p:nvSpPr>
            <p:cNvPr id="104" name="a.sampler/guided prediction"/>
            <p:cNvSpPr txBox="1"/>
            <p:nvPr/>
          </p:nvSpPr>
          <p:spPr>
            <a:xfrm>
              <a:off x="2286000" y="1968500"/>
              <a:ext cx="3962400" cy="3302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60" b="0" i="0">
                  <a:solidFill>
                    <a:srgbClr val="0E2841"/>
                  </a:solidFill>
                  <a:latin typeface="Comic Sans MS"/>
                  <a:ea typeface="Comic Sans MS"/>
                  <a:cs typeface="Comic Sans MS"/>
                </a:rPr>
                <a:t>S + a</a:t>
              </a:r>
              <a:r>
                <a:rPr sz="1660" b="0" i="0" baseline="-25000">
                  <a:solidFill>
                    <a:srgbClr val="0E2841"/>
                  </a:solidFill>
                  <a:latin typeface="Comic Sans MS"/>
                  <a:ea typeface="Comic Sans MS"/>
                  <a:cs typeface="Comic Sans MS"/>
                </a:rPr>
                <a:t>α</a:t>
              </a:r>
              <a:r>
                <a:rPr sz="1660" b="0" i="0">
                  <a:solidFill>
                    <a:srgbClr val="0E2841"/>
                  </a:solidFill>
                  <a:latin typeface="Comic Sans MS"/>
                  <a:ea typeface="Comic Sans MS"/>
                  <a:cs typeface="Comic Sans MS"/>
                </a:rPr>
                <a:t>(t)(S − W</a:t>
              </a:r>
              <a:r>
                <a:rPr sz="1660" b="0" i="0" baseline="-25000">
                  <a:solidFill>
                    <a:srgbClr val="0E2841"/>
                  </a:solidFill>
                  <a:latin typeface="Comic Sans MS"/>
                  <a:ea typeface="Comic Sans MS"/>
                  <a:cs typeface="Comic Sans MS"/>
                </a:rPr>
                <a:t>θ</a:t>
              </a:r>
              <a:r>
                <a:rPr sz="1660" b="0" i="0">
                  <a:solidFill>
                    <a:srgbClr val="0E2841"/>
                  </a:solidFill>
                  <a:latin typeface="Comic Sans MS"/>
                  <a:ea typeface="Comic Sans MS"/>
                  <a:cs typeface="Comic Sans MS"/>
                </a:rPr>
                <a:t>)</a:t>
              </a:r>
            </a:p>
          </p:txBody>
        </p:sp>
        <p:sp>
          <p:nvSpPr>
            <p:cNvPr id="105" name="a.sampler/noise state"/>
            <p:cNvSpPr txBox="1"/>
            <p:nvPr/>
          </p:nvSpPr>
          <p:spPr>
            <a:xfrm>
              <a:off x="2413000" y="2374900"/>
              <a:ext cx="4064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30" b="0" i="0">
                  <a:solidFill>
                    <a:srgbClr val="0E2841"/>
                  </a:solidFill>
                  <a:latin typeface="Comic Sans MS"/>
                  <a:ea typeface="Comic Sans MS"/>
                  <a:cs typeface="Comic Sans MS"/>
                </a:rPr>
                <a:t>z</a:t>
              </a:r>
            </a:p>
          </p:txBody>
        </p:sp>
        <p:sp>
          <p:nvSpPr>
            <p:cNvPr id="106" name="a.sampler/middle state"/>
            <p:cNvSpPr txBox="1"/>
            <p:nvPr/>
          </p:nvSpPr>
          <p:spPr>
            <a:xfrm>
              <a:off x="3987800" y="2374900"/>
              <a:ext cx="5334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30" b="0" i="0">
                  <a:solidFill>
                    <a:srgbClr val="0E2841"/>
                  </a:solidFill>
                  <a:latin typeface="Comic Sans MS"/>
                  <a:ea typeface="Comic Sans MS"/>
                  <a:cs typeface="Comic Sans MS"/>
                </a:rPr>
                <a:t>x</a:t>
              </a:r>
              <a:r>
                <a:rPr sz="1530" b="0" i="0" baseline="-25000">
                  <a:solidFill>
                    <a:srgbClr val="0E2841"/>
                  </a:solidFill>
                  <a:latin typeface="Comic Sans MS"/>
                  <a:ea typeface="Comic Sans MS"/>
                  <a:cs typeface="Comic Sans MS"/>
                </a:rPr>
                <a:t>t</a:t>
              </a:r>
            </a:p>
          </p:txBody>
        </p:sp>
        <p:sp>
          <p:nvSpPr>
            <p:cNvPr id="107" name="a.sampler/final state"/>
            <p:cNvSpPr txBox="1"/>
            <p:nvPr/>
          </p:nvSpPr>
          <p:spPr>
            <a:xfrm>
              <a:off x="5384800" y="2374900"/>
              <a:ext cx="5715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30" b="0" i="0">
                  <a:solidFill>
                    <a:srgbClr val="0E2841"/>
                  </a:solidFill>
                  <a:latin typeface="Comic Sans MS"/>
                  <a:ea typeface="Comic Sans MS"/>
                  <a:cs typeface="Comic Sans MS"/>
                </a:rPr>
                <a:t>x</a:t>
              </a:r>
              <a:r>
                <a:rPr sz="1530" b="0" i="0" baseline="-25000">
                  <a:solidFill>
                    <a:srgbClr val="0E2841"/>
                  </a:solidFill>
                  <a:latin typeface="Comic Sans MS"/>
                  <a:ea typeface="Comic Sans MS"/>
                  <a:cs typeface="Comic Sans MS"/>
                </a:rPr>
                <a:t>1</a:t>
              </a:r>
            </a:p>
          </p:txBody>
        </p:sp>
      </p:grpSp>
      <p:grpSp>
        <p:nvGrpSpPr>
          <p:cNvPr id="108" name="a.trajectory"/>
          <p:cNvGrpSpPr/>
          <p:nvPr/>
        </p:nvGrpSpPr>
        <p:grpSpPr>
          <a:xfrm>
            <a:off x="2857500" y="2493010"/>
            <a:ext cx="2463800" cy="68579"/>
            <a:chOff x="2857500" y="2493010"/>
            <a:chExt cx="2463800" cy="68579"/>
          </a:xfrm>
        </p:grpSpPr>
        <p:sp>
          <p:nvSpPr>
            <p:cNvPr id="109" name="a.trajectory/early"/>
            <p:cNvSpPr/>
            <p:nvPr/>
          </p:nvSpPr>
          <p:spPr>
            <a:xfrm>
              <a:off x="2857500" y="2527300"/>
              <a:ext cx="1054100" cy="127"/>
            </a:xfrm>
            <a:custGeom>
              <a:avLst/>
              <a:gdLst/>
              <a:ahLst/>
              <a:cxnLst/>
              <a:rect l="0" t="0" r="r" b="b"/>
              <a:pathLst>
                <a:path w="83000" h="10">
                  <a:moveTo>
                    <a:pt x="0" y="0"/>
                  </a:moveTo>
                  <a:lnTo>
                    <a:pt x="83000" y="0"/>
                  </a:lnTo>
                </a:path>
              </a:pathLst>
            </a:custGeom>
            <a:noFill/>
            <a:ln w="1651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a.trajectory/early head"/>
            <p:cNvSpPr/>
            <p:nvPr/>
          </p:nvSpPr>
          <p:spPr>
            <a:xfrm>
              <a:off x="3835400" y="2493010"/>
              <a:ext cx="76200" cy="68579"/>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a.trajectory/late"/>
            <p:cNvSpPr/>
            <p:nvPr/>
          </p:nvSpPr>
          <p:spPr>
            <a:xfrm>
              <a:off x="4584700" y="2527300"/>
              <a:ext cx="736600" cy="127"/>
            </a:xfrm>
            <a:custGeom>
              <a:avLst/>
              <a:gdLst/>
              <a:ahLst/>
              <a:cxnLst/>
              <a:rect l="0" t="0" r="r" b="b"/>
              <a:pathLst>
                <a:path w="58000" h="10">
                  <a:moveTo>
                    <a:pt x="0" y="0"/>
                  </a:moveTo>
                  <a:lnTo>
                    <a:pt x="58000" y="0"/>
                  </a:lnTo>
                </a:path>
              </a:pathLst>
            </a:custGeom>
            <a:noFill/>
            <a:ln w="1651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a.trajectory/late head"/>
            <p:cNvSpPr/>
            <p:nvPr/>
          </p:nvSpPr>
          <p:spPr>
            <a:xfrm>
              <a:off x="5245100" y="2493010"/>
              <a:ext cx="76200" cy="68579"/>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13" name="a.noise"/>
          <p:cNvGrpSpPr/>
          <p:nvPr/>
        </p:nvGrpSpPr>
        <p:grpSpPr>
          <a:xfrm>
            <a:off x="723900" y="711200"/>
            <a:ext cx="1041400" cy="838200"/>
            <a:chOff x="723900" y="711200"/>
            <a:chExt cx="1041400" cy="838200"/>
          </a:xfrm>
        </p:grpSpPr>
        <p:pic>
          <p:nvPicPr>
            <p:cNvPr id="114" name="a.noise/texture" descr="image.png"/>
            <p:cNvPicPr>
              <a:picLocks noChangeAspect="1"/>
            </p:cNvPicPr>
            <p:nvPr/>
          </p:nvPicPr>
          <p:blipFill>
            <a:blip r:embed="rId2"/>
            <a:stretch>
              <a:fillRect/>
            </a:stretch>
          </p:blipFill>
          <p:spPr>
            <a:xfrm>
              <a:off x="838200" y="711200"/>
              <a:ext cx="812800" cy="482600"/>
            </a:xfrm>
            <a:prstGeom prst="rect">
              <a:avLst/>
            </a:prstGeom>
          </p:spPr>
        </p:pic>
        <p:sp>
          <p:nvSpPr>
            <p:cNvPr id="115" name="a.noise/label"/>
            <p:cNvSpPr txBox="1"/>
            <p:nvPr/>
          </p:nvSpPr>
          <p:spPr>
            <a:xfrm>
              <a:off x="723900" y="1244600"/>
              <a:ext cx="10414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20" b="0" i="0">
                  <a:solidFill>
                    <a:srgbClr val="0E2841"/>
                  </a:solidFill>
                  <a:latin typeface="Comic Sans MS"/>
                  <a:ea typeface="Comic Sans MS"/>
                  <a:cs typeface="Comic Sans MS"/>
                </a:rPr>
                <a:t>Noise z</a:t>
              </a:r>
            </a:p>
          </p:txBody>
        </p:sp>
      </p:grpSp>
      <p:grpSp>
        <p:nvGrpSpPr>
          <p:cNvPr id="116" name="a.input"/>
          <p:cNvGrpSpPr/>
          <p:nvPr/>
        </p:nvGrpSpPr>
        <p:grpSpPr>
          <a:xfrm>
            <a:off x="800100" y="930910"/>
            <a:ext cx="1295400" cy="1723390"/>
            <a:chOff x="800100" y="930910"/>
            <a:chExt cx="1295400" cy="1723390"/>
          </a:xfrm>
        </p:grpSpPr>
        <p:sp>
          <p:nvSpPr>
            <p:cNvPr id="117" name="a.input/noise"/>
            <p:cNvSpPr/>
            <p:nvPr/>
          </p:nvSpPr>
          <p:spPr>
            <a:xfrm>
              <a:off x="1663700" y="965200"/>
              <a:ext cx="431800" cy="127"/>
            </a:xfrm>
            <a:custGeom>
              <a:avLst/>
              <a:gdLst/>
              <a:ahLst/>
              <a:cxnLst/>
              <a:rect l="0" t="0" r="r" b="b"/>
              <a:pathLst>
                <a:path w="34000" h="10">
                  <a:moveTo>
                    <a:pt x="0" y="0"/>
                  </a:moveTo>
                  <a:lnTo>
                    <a:pt x="34000" y="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a.input/noise head"/>
            <p:cNvSpPr/>
            <p:nvPr/>
          </p:nvSpPr>
          <p:spPr>
            <a:xfrm>
              <a:off x="2019300" y="930910"/>
              <a:ext cx="76200" cy="68580"/>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a.input/class"/>
            <p:cNvSpPr txBox="1"/>
            <p:nvPr/>
          </p:nvSpPr>
          <p:spPr>
            <a:xfrm>
              <a:off x="800100" y="2336800"/>
              <a:ext cx="927100" cy="3175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20" b="0" i="0">
                  <a:solidFill>
                    <a:srgbClr val="0E2841"/>
                  </a:solidFill>
                  <a:latin typeface="Comic Sans MS"/>
                  <a:ea typeface="Comic Sans MS"/>
                  <a:cs typeface="Comic Sans MS"/>
                </a:rPr>
                <a:t>Class c</a:t>
              </a:r>
            </a:p>
          </p:txBody>
        </p:sp>
        <p:sp>
          <p:nvSpPr>
            <p:cNvPr id="120" name="a.input/class edge"/>
            <p:cNvSpPr/>
            <p:nvPr/>
          </p:nvSpPr>
          <p:spPr>
            <a:xfrm>
              <a:off x="1739900" y="2527300"/>
              <a:ext cx="355600" cy="127"/>
            </a:xfrm>
            <a:custGeom>
              <a:avLst/>
              <a:gdLst/>
              <a:ahLst/>
              <a:cxnLst/>
              <a:rect l="0" t="0" r="r" b="b"/>
              <a:pathLst>
                <a:path w="28000" h="10">
                  <a:moveTo>
                    <a:pt x="0" y="0"/>
                  </a:moveTo>
                  <a:lnTo>
                    <a:pt x="28000" y="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a.input/class edge head"/>
            <p:cNvSpPr/>
            <p:nvPr/>
          </p:nvSpPr>
          <p:spPr>
            <a:xfrm>
              <a:off x="2019300" y="2493010"/>
              <a:ext cx="76200" cy="68579"/>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22" name="a.output"/>
          <p:cNvGrpSpPr/>
          <p:nvPr/>
        </p:nvGrpSpPr>
        <p:grpSpPr>
          <a:xfrm>
            <a:off x="5642610" y="2692400"/>
            <a:ext cx="68579" cy="393700"/>
            <a:chOff x="5642610" y="2692400"/>
            <a:chExt cx="68579" cy="393700"/>
          </a:xfrm>
        </p:grpSpPr>
        <p:sp>
          <p:nvSpPr>
            <p:cNvPr id="123" name="a.output/endpoint"/>
            <p:cNvSpPr/>
            <p:nvPr/>
          </p:nvSpPr>
          <p:spPr>
            <a:xfrm>
              <a:off x="5676900" y="2692400"/>
              <a:ext cx="127" cy="393700"/>
            </a:xfrm>
            <a:custGeom>
              <a:avLst/>
              <a:gdLst/>
              <a:ahLst/>
              <a:cxnLst/>
              <a:rect l="0" t="0" r="r" b="b"/>
              <a:pathLst>
                <a:path w="10" h="31000">
                  <a:moveTo>
                    <a:pt x="0" y="0"/>
                  </a:moveTo>
                  <a:lnTo>
                    <a:pt x="0" y="3100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a.output/endpoint head"/>
            <p:cNvSpPr/>
            <p:nvPr/>
          </p:nvSpPr>
          <p:spPr>
            <a:xfrm>
              <a:off x="5642610" y="3009900"/>
              <a:ext cx="68579"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25" name="a.decode"/>
          <p:cNvGrpSpPr/>
          <p:nvPr/>
        </p:nvGrpSpPr>
        <p:grpSpPr>
          <a:xfrm>
            <a:off x="4851400" y="3010811"/>
            <a:ext cx="1574800" cy="468989"/>
            <a:chOff x="4851400" y="3010811"/>
            <a:chExt cx="1574800" cy="468989"/>
          </a:xfrm>
        </p:grpSpPr>
        <p:sp>
          <p:nvSpPr>
            <p:cNvPr id="126" name="a.decode/box"/>
            <p:cNvSpPr/>
            <p:nvPr/>
          </p:nvSpPr>
          <p:spPr>
            <a:xfrm>
              <a:off x="4914900" y="3086100"/>
              <a:ext cx="1511300" cy="393700"/>
            </a:xfrm>
            <a:custGeom>
              <a:avLst/>
              <a:gdLst/>
              <a:ahLst/>
              <a:cxnLst/>
              <a:rect l="0" t="0" r="r" b="b"/>
              <a:pathLst>
                <a:path w="119000" h="31000">
                  <a:moveTo>
                    <a:pt x="8000" y="0"/>
                  </a:moveTo>
                  <a:lnTo>
                    <a:pt x="111000" y="0"/>
                  </a:lnTo>
                  <a:cubicBezTo>
                    <a:pt x="115418" y="0"/>
                    <a:pt x="119000" y="3582"/>
                    <a:pt x="119000" y="8000"/>
                  </a:cubicBezTo>
                  <a:lnTo>
                    <a:pt x="119000" y="23000"/>
                  </a:lnTo>
                  <a:cubicBezTo>
                    <a:pt x="119000" y="27418"/>
                    <a:pt x="115418" y="31000"/>
                    <a:pt x="111000" y="31000"/>
                  </a:cubicBezTo>
                  <a:lnTo>
                    <a:pt x="8000" y="31000"/>
                  </a:lnTo>
                  <a:cubicBezTo>
                    <a:pt x="3582" y="31000"/>
                    <a:pt x="0" y="27418"/>
                    <a:pt x="0" y="23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7" name="a.decode/label"/>
            <p:cNvSpPr txBox="1"/>
            <p:nvPr/>
          </p:nvSpPr>
          <p:spPr>
            <a:xfrm>
              <a:off x="4965700" y="3111500"/>
              <a:ext cx="1409700" cy="342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450" b="0" i="0">
                  <a:solidFill>
                    <a:srgbClr val="0E2841"/>
                  </a:solidFill>
                  <a:latin typeface="Comic Sans MS"/>
                  <a:ea typeface="Comic Sans MS"/>
                  <a:cs typeface="Comic Sans MS"/>
                </a:rPr>
                <a:t>RGB map</a:t>
              </a:r>
            </a:p>
          </p:txBody>
        </p:sp>
        <p:sp>
          <p:nvSpPr>
            <p:cNvPr id="128" name="a.decode/frozen/white outline"/>
            <p:cNvSpPr/>
            <p:nvPr/>
          </p:nvSpPr>
          <p:spPr>
            <a:xfrm>
              <a:off x="4851400" y="30108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a.decode/frozen/blue crystal"/>
            <p:cNvSpPr/>
            <p:nvPr/>
          </p:nvSpPr>
          <p:spPr>
            <a:xfrm>
              <a:off x="4851400" y="30108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30" name="a.output"/>
          <p:cNvGrpSpPr/>
          <p:nvPr/>
        </p:nvGrpSpPr>
        <p:grpSpPr>
          <a:xfrm>
            <a:off x="5642610" y="3479800"/>
            <a:ext cx="68579" cy="203200"/>
            <a:chOff x="5642610" y="3479800"/>
            <a:chExt cx="68579" cy="203200"/>
          </a:xfrm>
        </p:grpSpPr>
        <p:sp>
          <p:nvSpPr>
            <p:cNvPr id="131" name="a.output/rgb"/>
            <p:cNvSpPr/>
            <p:nvPr/>
          </p:nvSpPr>
          <p:spPr>
            <a:xfrm>
              <a:off x="5676900" y="3479800"/>
              <a:ext cx="127" cy="203200"/>
            </a:xfrm>
            <a:custGeom>
              <a:avLst/>
              <a:gdLst/>
              <a:ahLst/>
              <a:cxnLst/>
              <a:rect l="0" t="0" r="r" b="b"/>
              <a:pathLst>
                <a:path w="10" h="16000">
                  <a:moveTo>
                    <a:pt x="0" y="0"/>
                  </a:moveTo>
                  <a:lnTo>
                    <a:pt x="0" y="1600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a.output/rgb head"/>
            <p:cNvSpPr/>
            <p:nvPr/>
          </p:nvSpPr>
          <p:spPr>
            <a:xfrm>
              <a:off x="5642610" y="3606800"/>
              <a:ext cx="68579"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33" name="a.real"/>
          <p:cNvGrpSpPr/>
          <p:nvPr/>
        </p:nvGrpSpPr>
        <p:grpSpPr>
          <a:xfrm>
            <a:off x="1104900" y="3683000"/>
            <a:ext cx="1752600" cy="1003300"/>
            <a:chOff x="1104900" y="3683000"/>
            <a:chExt cx="1752600" cy="1003300"/>
          </a:xfrm>
        </p:grpSpPr>
        <p:sp>
          <p:nvSpPr>
            <p:cNvPr id="134" name="a.real/box"/>
            <p:cNvSpPr/>
            <p:nvPr/>
          </p:nvSpPr>
          <p:spPr>
            <a:xfrm>
              <a:off x="1130300" y="3683000"/>
              <a:ext cx="1701800" cy="685800"/>
            </a:xfrm>
            <a:custGeom>
              <a:avLst/>
              <a:gdLst/>
              <a:ahLst/>
              <a:cxnLst/>
              <a:rect l="0" t="0" r="r" b="b"/>
              <a:pathLst>
                <a:path w="134000" h="54000">
                  <a:moveTo>
                    <a:pt x="8000" y="0"/>
                  </a:moveTo>
                  <a:lnTo>
                    <a:pt x="126000" y="0"/>
                  </a:lnTo>
                  <a:cubicBezTo>
                    <a:pt x="130418" y="0"/>
                    <a:pt x="134000" y="3582"/>
                    <a:pt x="134000" y="8000"/>
                  </a:cubicBezTo>
                  <a:lnTo>
                    <a:pt x="134000" y="46000"/>
                  </a:lnTo>
                  <a:cubicBezTo>
                    <a:pt x="134000" y="50418"/>
                    <a:pt x="130418" y="54000"/>
                    <a:pt x="126000" y="54000"/>
                  </a:cubicBezTo>
                  <a:lnTo>
                    <a:pt x="8000" y="54000"/>
                  </a:lnTo>
                  <a:cubicBezTo>
                    <a:pt x="3582" y="54000"/>
                    <a:pt x="0" y="50418"/>
                    <a:pt x="0" y="46000"/>
                  </a:cubicBezTo>
                  <a:lnTo>
                    <a:pt x="0" y="8000"/>
                  </a:lnTo>
                  <a:cubicBezTo>
                    <a:pt x="0" y="3582"/>
                    <a:pt x="3582" y="0"/>
                    <a:pt x="8000" y="0"/>
                  </a:cubicBezTo>
                  <a:close/>
                </a:path>
              </a:pathLst>
            </a:custGeom>
            <a:solidFill>
              <a:srgbClr val="FFFFFF"/>
            </a:solidFill>
            <a:ln w="19050">
              <a:solidFill>
                <a:srgbClr val="E5E7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a.real/sample 0"/>
            <p:cNvSpPr/>
            <p:nvPr/>
          </p:nvSpPr>
          <p:spPr>
            <a:xfrm>
              <a:off x="12954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a.real/sample 1"/>
            <p:cNvSpPr/>
            <p:nvPr/>
          </p:nvSpPr>
          <p:spPr>
            <a:xfrm>
              <a:off x="16002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a.real/sample 2"/>
            <p:cNvSpPr/>
            <p:nvPr/>
          </p:nvSpPr>
          <p:spPr>
            <a:xfrm>
              <a:off x="19050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8" name="a.real/sample 3"/>
            <p:cNvSpPr/>
            <p:nvPr/>
          </p:nvSpPr>
          <p:spPr>
            <a:xfrm>
              <a:off x="22098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a.real/sample 4"/>
            <p:cNvSpPr/>
            <p:nvPr/>
          </p:nvSpPr>
          <p:spPr>
            <a:xfrm>
              <a:off x="25146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0" name="a.real/label"/>
            <p:cNvSpPr txBox="1"/>
            <p:nvPr/>
          </p:nvSpPr>
          <p:spPr>
            <a:xfrm>
              <a:off x="1155700" y="4064000"/>
              <a:ext cx="16510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430" b="0" i="0">
                  <a:solidFill>
                    <a:srgbClr val="E1706B"/>
                  </a:solidFill>
                  <a:latin typeface="Comic Sans MS"/>
                  <a:ea typeface="Comic Sans MS"/>
                  <a:cs typeface="Comic Sans MS"/>
                </a:rPr>
                <a:t>Real Data </a:t>
              </a:r>
              <a:r>
                <a:rPr sz="1430" b="0" i="0">
                  <a:solidFill>
                    <a:srgbClr val="E1706B"/>
                  </a:solidFill>
                  <a:latin typeface="Comic Sans MS"/>
                  <a:ea typeface="Comic Sans MS"/>
                  <a:cs typeface="Comic Sans MS"/>
                </a:rPr>
                <a:t>x</a:t>
              </a:r>
              <a:r>
                <a:rPr sz="1430" b="0" i="0" baseline="-25000">
                  <a:solidFill>
                    <a:srgbClr val="E1706B"/>
                  </a:solidFill>
                  <a:latin typeface="Comic Sans MS"/>
                  <a:ea typeface="Comic Sans MS"/>
                  <a:cs typeface="Comic Sans MS"/>
                </a:rPr>
                <a:t>r</a:t>
              </a:r>
            </a:p>
          </p:txBody>
        </p:sp>
        <p:sp>
          <p:nvSpPr>
            <p:cNvPr id="141" name="a.real/reference"/>
            <p:cNvSpPr txBox="1"/>
            <p:nvPr/>
          </p:nvSpPr>
          <p:spPr>
            <a:xfrm>
              <a:off x="1104900" y="4457700"/>
              <a:ext cx="1752600" cy="2286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270" b="0" i="0">
                  <a:solidFill>
                    <a:srgbClr val="697A8B"/>
                  </a:solidFill>
                  <a:latin typeface="Comic Sans MS"/>
                  <a:ea typeface="Comic Sans MS"/>
                  <a:cs typeface="Comic Sans MS"/>
                </a:rPr>
                <a:t>Reference only</a:t>
              </a:r>
            </a:p>
          </p:txBody>
        </p:sp>
      </p:grpSp>
      <p:grpSp>
        <p:nvGrpSpPr>
          <p:cNvPr id="142" name="a.fake"/>
          <p:cNvGrpSpPr/>
          <p:nvPr/>
        </p:nvGrpSpPr>
        <p:grpSpPr>
          <a:xfrm>
            <a:off x="4737100" y="3683000"/>
            <a:ext cx="1701800" cy="685800"/>
            <a:chOff x="4737100" y="3683000"/>
            <a:chExt cx="1701800" cy="685800"/>
          </a:xfrm>
        </p:grpSpPr>
        <p:sp>
          <p:nvSpPr>
            <p:cNvPr id="143" name="a.fake/box"/>
            <p:cNvSpPr/>
            <p:nvPr/>
          </p:nvSpPr>
          <p:spPr>
            <a:xfrm>
              <a:off x="4737100" y="3683000"/>
              <a:ext cx="1701800" cy="685800"/>
            </a:xfrm>
            <a:custGeom>
              <a:avLst/>
              <a:gdLst/>
              <a:ahLst/>
              <a:cxnLst/>
              <a:rect l="0" t="0" r="r" b="b"/>
              <a:pathLst>
                <a:path w="134000" h="54000">
                  <a:moveTo>
                    <a:pt x="8000" y="0"/>
                  </a:moveTo>
                  <a:lnTo>
                    <a:pt x="126000" y="0"/>
                  </a:lnTo>
                  <a:cubicBezTo>
                    <a:pt x="130418" y="0"/>
                    <a:pt x="134000" y="3582"/>
                    <a:pt x="134000" y="8000"/>
                  </a:cubicBezTo>
                  <a:lnTo>
                    <a:pt x="134000" y="46000"/>
                  </a:lnTo>
                  <a:cubicBezTo>
                    <a:pt x="134000" y="50418"/>
                    <a:pt x="130418" y="54000"/>
                    <a:pt x="126000" y="54000"/>
                  </a:cubicBezTo>
                  <a:lnTo>
                    <a:pt x="8000" y="54000"/>
                  </a:lnTo>
                  <a:cubicBezTo>
                    <a:pt x="3582" y="54000"/>
                    <a:pt x="0" y="50418"/>
                    <a:pt x="0" y="46000"/>
                  </a:cubicBezTo>
                  <a:lnTo>
                    <a:pt x="0" y="8000"/>
                  </a:lnTo>
                  <a:cubicBezTo>
                    <a:pt x="0" y="3582"/>
                    <a:pt x="3582" y="0"/>
                    <a:pt x="8000" y="0"/>
                  </a:cubicBezTo>
                  <a:close/>
                </a:path>
              </a:pathLst>
            </a:custGeom>
            <a:solidFill>
              <a:srgbClr val="FFFFFF"/>
            </a:solidFill>
            <a:ln w="19050">
              <a:solidFill>
                <a:srgbClr val="E5E7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4" name="a.fake/sample 0"/>
            <p:cNvSpPr/>
            <p:nvPr/>
          </p:nvSpPr>
          <p:spPr>
            <a:xfrm>
              <a:off x="4902200" y="3822700"/>
              <a:ext cx="152400" cy="152400"/>
            </a:xfrm>
            <a:prstGeom prst="ellipse">
              <a:avLst/>
            </a:prstGeom>
            <a:solidFill>
              <a:srgbClr val="E1B8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5" name="a.fake/sample 1"/>
            <p:cNvSpPr/>
            <p:nvPr/>
          </p:nvSpPr>
          <p:spPr>
            <a:xfrm>
              <a:off x="5207000" y="3822700"/>
              <a:ext cx="152400" cy="152400"/>
            </a:xfrm>
            <a:prstGeom prst="ellipse">
              <a:avLst/>
            </a:prstGeom>
            <a:solidFill>
              <a:srgbClr val="B7C2D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6" name="a.fake/sample 2"/>
            <p:cNvSpPr/>
            <p:nvPr/>
          </p:nvSpPr>
          <p:spPr>
            <a:xfrm>
              <a:off x="5511800" y="3822700"/>
              <a:ext cx="152400" cy="152400"/>
            </a:xfrm>
            <a:prstGeom prst="ellipse">
              <a:avLst/>
            </a:prstGeom>
            <a:solidFill>
              <a:srgbClr val="B7C2D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7" name="a.fake/sample 3"/>
            <p:cNvSpPr/>
            <p:nvPr/>
          </p:nvSpPr>
          <p:spPr>
            <a:xfrm>
              <a:off x="5816600" y="3822700"/>
              <a:ext cx="152400" cy="152400"/>
            </a:xfrm>
            <a:prstGeom prst="ellipse">
              <a:avLst/>
            </a:prstGeom>
            <a:solidFill>
              <a:srgbClr val="B7C2D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8" name="a.fake/sample 4"/>
            <p:cNvSpPr/>
            <p:nvPr/>
          </p:nvSpPr>
          <p:spPr>
            <a:xfrm>
              <a:off x="6121400" y="3822700"/>
              <a:ext cx="152400" cy="152400"/>
            </a:xfrm>
            <a:prstGeom prst="ellipse">
              <a:avLst/>
            </a:prstGeom>
            <a:solidFill>
              <a:srgbClr val="B7C2D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9" name="a.fake/label"/>
            <p:cNvSpPr txBox="1"/>
            <p:nvPr/>
          </p:nvSpPr>
          <p:spPr>
            <a:xfrm>
              <a:off x="4762500" y="4064000"/>
              <a:ext cx="16510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430" b="0" i="0">
                  <a:solidFill>
                    <a:srgbClr val="CB9558"/>
                  </a:solidFill>
                  <a:latin typeface="Comic Sans MS"/>
                  <a:ea typeface="Comic Sans MS"/>
                  <a:cs typeface="Comic Sans MS"/>
                </a:rPr>
                <a:t>Fake Batch </a:t>
              </a:r>
              <a:r>
                <a:rPr sz="1430" b="0" i="0">
                  <a:solidFill>
                    <a:srgbClr val="CB9558"/>
                  </a:solidFill>
                  <a:latin typeface="Comic Sans MS"/>
                  <a:ea typeface="Comic Sans MS"/>
                  <a:cs typeface="Comic Sans MS"/>
                </a:rPr>
                <a:t>x</a:t>
              </a:r>
              <a:r>
                <a:rPr sz="1430" b="0" i="0" baseline="-25000">
                  <a:solidFill>
                    <a:srgbClr val="CB9558"/>
                  </a:solidFill>
                  <a:latin typeface="Comic Sans MS"/>
                  <a:ea typeface="Comic Sans MS"/>
                  <a:cs typeface="Comic Sans MS"/>
                </a:rPr>
                <a:t>f</a:t>
              </a:r>
            </a:p>
          </p:txBody>
        </p:sp>
      </p:grpSp>
      <p:grpSp>
        <p:nvGrpSpPr>
          <p:cNvPr id="150" name="a.inputs"/>
          <p:cNvGrpSpPr/>
          <p:nvPr/>
        </p:nvGrpSpPr>
        <p:grpSpPr>
          <a:xfrm>
            <a:off x="4906010" y="4368800"/>
            <a:ext cx="681990" cy="406400"/>
            <a:chOff x="4906010" y="4368800"/>
            <a:chExt cx="681990" cy="406400"/>
          </a:xfrm>
        </p:grpSpPr>
        <p:sp>
          <p:nvSpPr>
            <p:cNvPr id="151" name="a.inputs/fake"/>
            <p:cNvSpPr/>
            <p:nvPr/>
          </p:nvSpPr>
          <p:spPr>
            <a:xfrm>
              <a:off x="4940300" y="4368800"/>
              <a:ext cx="647700" cy="406400"/>
            </a:xfrm>
            <a:custGeom>
              <a:avLst/>
              <a:gdLst/>
              <a:ahLst/>
              <a:cxnLst/>
              <a:rect l="0" t="0" r="r" b="b"/>
              <a:pathLst>
                <a:path w="51000" h="32000">
                  <a:moveTo>
                    <a:pt x="51000" y="0"/>
                  </a:moveTo>
                  <a:lnTo>
                    <a:pt x="51000" y="17000"/>
                  </a:lnTo>
                  <a:lnTo>
                    <a:pt x="0" y="17000"/>
                  </a:lnTo>
                  <a:lnTo>
                    <a:pt x="0" y="32000"/>
                  </a:lnTo>
                </a:path>
              </a:pathLst>
            </a:custGeom>
            <a:noFill/>
            <a:ln w="1778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a.inputs/fake head"/>
            <p:cNvSpPr/>
            <p:nvPr/>
          </p:nvSpPr>
          <p:spPr>
            <a:xfrm>
              <a:off x="4906010" y="4699000"/>
              <a:ext cx="68579"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53" name="a.features"/>
          <p:cNvGrpSpPr/>
          <p:nvPr/>
        </p:nvGrpSpPr>
        <p:grpSpPr>
          <a:xfrm>
            <a:off x="3441700" y="4699911"/>
            <a:ext cx="2933700" cy="938889"/>
            <a:chOff x="3441700" y="4699911"/>
            <a:chExt cx="2933700" cy="938889"/>
          </a:xfrm>
        </p:grpSpPr>
        <p:sp>
          <p:nvSpPr>
            <p:cNvPr id="154" name="a.features/box"/>
            <p:cNvSpPr/>
            <p:nvPr/>
          </p:nvSpPr>
          <p:spPr>
            <a:xfrm>
              <a:off x="3505200" y="4775200"/>
              <a:ext cx="2870200" cy="571500"/>
            </a:xfrm>
            <a:custGeom>
              <a:avLst/>
              <a:gdLst/>
              <a:ahLst/>
              <a:cxnLst/>
              <a:rect l="0" t="0" r="r" b="b"/>
              <a:pathLst>
                <a:path w="226000" h="45000">
                  <a:moveTo>
                    <a:pt x="8000" y="0"/>
                  </a:moveTo>
                  <a:lnTo>
                    <a:pt x="218000" y="0"/>
                  </a:lnTo>
                  <a:cubicBezTo>
                    <a:pt x="222418" y="0"/>
                    <a:pt x="226000" y="3582"/>
                    <a:pt x="226000" y="8000"/>
                  </a:cubicBezTo>
                  <a:lnTo>
                    <a:pt x="226000" y="37000"/>
                  </a:lnTo>
                  <a:cubicBezTo>
                    <a:pt x="226000" y="41418"/>
                    <a:pt x="222418" y="45000"/>
                    <a:pt x="218000" y="45000"/>
                  </a:cubicBezTo>
                  <a:lnTo>
                    <a:pt x="8000" y="45000"/>
                  </a:lnTo>
                  <a:cubicBezTo>
                    <a:pt x="3582" y="45000"/>
                    <a:pt x="0" y="41418"/>
                    <a:pt x="0" y="37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5" name="a.features/label"/>
            <p:cNvSpPr txBox="1"/>
            <p:nvPr/>
          </p:nvSpPr>
          <p:spPr>
            <a:xfrm>
              <a:off x="3556000" y="4800600"/>
              <a:ext cx="2768600" cy="520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730" b="0" i="0">
                  <a:solidFill>
                    <a:srgbClr val="0E2841"/>
                  </a:solidFill>
                  <a:latin typeface="Comic Sans MS"/>
                  <a:ea typeface="Comic Sans MS"/>
                  <a:cs typeface="Comic Sans MS"/>
                </a:rPr>
                <a:t/>
              </a:r>
            </a:p>
          </p:txBody>
        </p:sp>
        <p:sp>
          <p:nvSpPr>
            <p:cNvPr id="156" name="a.features/frozen/white outline"/>
            <p:cNvSpPr/>
            <p:nvPr/>
          </p:nvSpPr>
          <p:spPr>
            <a:xfrm>
              <a:off x="3441700" y="46999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7" name="a.features/frozen/blue crystal"/>
            <p:cNvSpPr/>
            <p:nvPr/>
          </p:nvSpPr>
          <p:spPr>
            <a:xfrm>
              <a:off x="3441700" y="46999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8" name="a.features/feature plane 0"/>
            <p:cNvSpPr/>
            <p:nvPr/>
          </p:nvSpPr>
          <p:spPr>
            <a:xfrm>
              <a:off x="3657600" y="4864100"/>
              <a:ext cx="292100" cy="292100"/>
            </a:xfrm>
            <a:custGeom>
              <a:avLst/>
              <a:gdLst/>
              <a:ahLst/>
              <a:cxnLst/>
              <a:rect l="0" t="0" r="r" b="b"/>
              <a:pathLst>
                <a:path w="23000" h="23000">
                  <a:moveTo>
                    <a:pt x="2000" y="0"/>
                  </a:moveTo>
                  <a:lnTo>
                    <a:pt x="21000" y="0"/>
                  </a:lnTo>
                  <a:cubicBezTo>
                    <a:pt x="22105" y="0"/>
                    <a:pt x="23000" y="895"/>
                    <a:pt x="23000" y="2000"/>
                  </a:cubicBezTo>
                  <a:lnTo>
                    <a:pt x="23000" y="21000"/>
                  </a:lnTo>
                  <a:cubicBezTo>
                    <a:pt x="23000" y="22105"/>
                    <a:pt x="22105" y="23000"/>
                    <a:pt x="21000" y="23000"/>
                  </a:cubicBezTo>
                  <a:lnTo>
                    <a:pt x="2000" y="23000"/>
                  </a:lnTo>
                  <a:cubicBezTo>
                    <a:pt x="895" y="23000"/>
                    <a:pt x="0" y="22105"/>
                    <a:pt x="0" y="21000"/>
                  </a:cubicBezTo>
                  <a:lnTo>
                    <a:pt x="0" y="2000"/>
                  </a:lnTo>
                  <a:cubicBezTo>
                    <a:pt x="0" y="895"/>
                    <a:pt x="895" y="0"/>
                    <a:pt x="2000" y="0"/>
                  </a:cubicBezTo>
                  <a:close/>
                </a:path>
              </a:pathLst>
            </a:custGeom>
            <a:solidFill>
              <a:srgbClr val="E8F0F7"/>
            </a:solidFill>
            <a:ln w="10795">
              <a:solidFill>
                <a:srgbClr val="7894B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9" name="a.features/feature plane 1"/>
            <p:cNvSpPr/>
            <p:nvPr/>
          </p:nvSpPr>
          <p:spPr>
            <a:xfrm>
              <a:off x="3759200" y="4914900"/>
              <a:ext cx="292100" cy="292100"/>
            </a:xfrm>
            <a:custGeom>
              <a:avLst/>
              <a:gdLst/>
              <a:ahLst/>
              <a:cxnLst/>
              <a:rect l="0" t="0" r="r" b="b"/>
              <a:pathLst>
                <a:path w="23000" h="23000">
                  <a:moveTo>
                    <a:pt x="2000" y="0"/>
                  </a:moveTo>
                  <a:lnTo>
                    <a:pt x="21000" y="0"/>
                  </a:lnTo>
                  <a:cubicBezTo>
                    <a:pt x="22105" y="0"/>
                    <a:pt x="23000" y="895"/>
                    <a:pt x="23000" y="2000"/>
                  </a:cubicBezTo>
                  <a:lnTo>
                    <a:pt x="23000" y="21000"/>
                  </a:lnTo>
                  <a:cubicBezTo>
                    <a:pt x="23000" y="22105"/>
                    <a:pt x="22105" y="23000"/>
                    <a:pt x="21000" y="23000"/>
                  </a:cubicBezTo>
                  <a:lnTo>
                    <a:pt x="2000" y="23000"/>
                  </a:lnTo>
                  <a:cubicBezTo>
                    <a:pt x="895" y="23000"/>
                    <a:pt x="0" y="22105"/>
                    <a:pt x="0" y="21000"/>
                  </a:cubicBezTo>
                  <a:lnTo>
                    <a:pt x="0" y="2000"/>
                  </a:lnTo>
                  <a:cubicBezTo>
                    <a:pt x="0" y="895"/>
                    <a:pt x="895" y="0"/>
                    <a:pt x="2000" y="0"/>
                  </a:cubicBezTo>
                  <a:close/>
                </a:path>
              </a:pathLst>
            </a:custGeom>
            <a:solidFill>
              <a:srgbClr val="DCE7F1"/>
            </a:solidFill>
            <a:ln w="10795">
              <a:solidFill>
                <a:srgbClr val="7894B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0" name="a.features/feature plane 2"/>
            <p:cNvSpPr/>
            <p:nvPr/>
          </p:nvSpPr>
          <p:spPr>
            <a:xfrm>
              <a:off x="3860800" y="4965700"/>
              <a:ext cx="292100" cy="292100"/>
            </a:xfrm>
            <a:custGeom>
              <a:avLst/>
              <a:gdLst/>
              <a:ahLst/>
              <a:cxnLst/>
              <a:rect l="0" t="0" r="r" b="b"/>
              <a:pathLst>
                <a:path w="23000" h="23000">
                  <a:moveTo>
                    <a:pt x="2000" y="0"/>
                  </a:moveTo>
                  <a:lnTo>
                    <a:pt x="21000" y="0"/>
                  </a:lnTo>
                  <a:cubicBezTo>
                    <a:pt x="22105" y="0"/>
                    <a:pt x="23000" y="895"/>
                    <a:pt x="23000" y="2000"/>
                  </a:cubicBezTo>
                  <a:lnTo>
                    <a:pt x="23000" y="21000"/>
                  </a:lnTo>
                  <a:cubicBezTo>
                    <a:pt x="23000" y="22105"/>
                    <a:pt x="22105" y="23000"/>
                    <a:pt x="21000" y="23000"/>
                  </a:cubicBezTo>
                  <a:lnTo>
                    <a:pt x="2000" y="23000"/>
                  </a:lnTo>
                  <a:cubicBezTo>
                    <a:pt x="895" y="23000"/>
                    <a:pt x="0" y="22105"/>
                    <a:pt x="0" y="21000"/>
                  </a:cubicBezTo>
                  <a:lnTo>
                    <a:pt x="0" y="2000"/>
                  </a:lnTo>
                  <a:cubicBezTo>
                    <a:pt x="0" y="895"/>
                    <a:pt x="895" y="0"/>
                    <a:pt x="2000" y="0"/>
                  </a:cubicBezTo>
                  <a:close/>
                </a:path>
              </a:pathLst>
            </a:custGeom>
            <a:solidFill>
              <a:srgbClr val="F8FBFE"/>
            </a:solidFill>
            <a:ln w="10795">
              <a:solidFill>
                <a:srgbClr val="7894B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1" name="a.features/name"/>
            <p:cNvSpPr txBox="1"/>
            <p:nvPr/>
          </p:nvSpPr>
          <p:spPr>
            <a:xfrm>
              <a:off x="4356100" y="4826000"/>
              <a:ext cx="1917700" cy="469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50" b="0" i="0">
                  <a:solidFill>
                    <a:srgbClr val="0E2841"/>
                  </a:solidFill>
                  <a:latin typeface="Comic Sans MS"/>
                  <a:ea typeface="Comic Sans MS"/>
                  <a:cs typeface="Comic Sans MS"/>
                </a:rPr>
                <a:t>Inception φ</a:t>
              </a:r>
            </a:p>
          </p:txBody>
        </p:sp>
        <p:sp>
          <p:nvSpPr>
            <p:cNvPr id="162" name="a.features/output"/>
            <p:cNvSpPr/>
            <p:nvPr/>
          </p:nvSpPr>
          <p:spPr>
            <a:xfrm>
              <a:off x="4940300" y="5346700"/>
              <a:ext cx="127" cy="292100"/>
            </a:xfrm>
            <a:custGeom>
              <a:avLst/>
              <a:gdLst/>
              <a:ahLst/>
              <a:cxnLst/>
              <a:rect l="0" t="0" r="r" b="b"/>
              <a:pathLst>
                <a:path w="10" h="23000">
                  <a:moveTo>
                    <a:pt x="0" y="0"/>
                  </a:moveTo>
                  <a:lnTo>
                    <a:pt x="0" y="2300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3" name="a.features/output head"/>
            <p:cNvSpPr/>
            <p:nvPr/>
          </p:nvSpPr>
          <p:spPr>
            <a:xfrm>
              <a:off x="4906010" y="5562600"/>
              <a:ext cx="68579"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64" name="a.classifier"/>
          <p:cNvGrpSpPr/>
          <p:nvPr/>
        </p:nvGrpSpPr>
        <p:grpSpPr>
          <a:xfrm>
            <a:off x="3441700" y="5563511"/>
            <a:ext cx="2933700" cy="621389"/>
            <a:chOff x="3441700" y="5563511"/>
            <a:chExt cx="2933700" cy="621389"/>
          </a:xfrm>
        </p:grpSpPr>
        <p:sp>
          <p:nvSpPr>
            <p:cNvPr id="165" name="a.classifier/box"/>
            <p:cNvSpPr/>
            <p:nvPr/>
          </p:nvSpPr>
          <p:spPr>
            <a:xfrm>
              <a:off x="3505200" y="5638800"/>
              <a:ext cx="2870200" cy="546100"/>
            </a:xfrm>
            <a:custGeom>
              <a:avLst/>
              <a:gdLst/>
              <a:ahLst/>
              <a:cxnLst/>
              <a:rect l="0" t="0" r="r" b="b"/>
              <a:pathLst>
                <a:path w="226000" h="43000">
                  <a:moveTo>
                    <a:pt x="8000" y="0"/>
                  </a:moveTo>
                  <a:lnTo>
                    <a:pt x="218000" y="0"/>
                  </a:lnTo>
                  <a:cubicBezTo>
                    <a:pt x="222418" y="0"/>
                    <a:pt x="226000" y="3582"/>
                    <a:pt x="226000" y="8000"/>
                  </a:cubicBezTo>
                  <a:lnTo>
                    <a:pt x="226000" y="35000"/>
                  </a:lnTo>
                  <a:cubicBezTo>
                    <a:pt x="226000" y="39418"/>
                    <a:pt x="222418" y="43000"/>
                    <a:pt x="218000" y="43000"/>
                  </a:cubicBezTo>
                  <a:lnTo>
                    <a:pt x="8000" y="43000"/>
                  </a:lnTo>
                  <a:cubicBezTo>
                    <a:pt x="3582" y="43000"/>
                    <a:pt x="0" y="39418"/>
                    <a:pt x="0" y="35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6" name="a.classifier/label"/>
            <p:cNvSpPr txBox="1"/>
            <p:nvPr/>
          </p:nvSpPr>
          <p:spPr>
            <a:xfrm>
              <a:off x="3556000" y="5664200"/>
              <a:ext cx="2768600" cy="495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780" b="0" i="0">
                  <a:solidFill>
                    <a:srgbClr val="0E2841"/>
                  </a:solidFill>
                  <a:latin typeface="Comic Sans MS"/>
                  <a:ea typeface="Comic Sans MS"/>
                  <a:cs typeface="Comic Sans MS"/>
                </a:rPr>
                <a:t/>
              </a:r>
            </a:p>
          </p:txBody>
        </p:sp>
        <p:sp>
          <p:nvSpPr>
            <p:cNvPr id="167" name="a.classifier/frozen/white outline"/>
            <p:cNvSpPr/>
            <p:nvPr/>
          </p:nvSpPr>
          <p:spPr>
            <a:xfrm>
              <a:off x="3441700" y="55635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a.classifier/frozen/blue crystal"/>
            <p:cNvSpPr/>
            <p:nvPr/>
          </p:nvSpPr>
          <p:spPr>
            <a:xfrm>
              <a:off x="3441700" y="55635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a.classifier/connection 0-0-0"/>
            <p:cNvSpPr/>
            <p:nvPr/>
          </p:nvSpPr>
          <p:spPr>
            <a:xfrm>
              <a:off x="3683000" y="5765800"/>
              <a:ext cx="273050" cy="127"/>
            </a:xfrm>
            <a:custGeom>
              <a:avLst/>
              <a:gdLst/>
              <a:ahLst/>
              <a:cxnLst/>
              <a:rect l="0" t="0" r="r" b="b"/>
              <a:pathLst>
                <a:path w="21500" h="10">
                  <a:moveTo>
                    <a:pt x="0" y="0"/>
                  </a:moveTo>
                  <a:lnTo>
                    <a:pt x="21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0" name="a.classifier/connection 0-0-1"/>
            <p:cNvSpPr/>
            <p:nvPr/>
          </p:nvSpPr>
          <p:spPr>
            <a:xfrm>
              <a:off x="3683000" y="5765800"/>
              <a:ext cx="273050" cy="139700"/>
            </a:xfrm>
            <a:custGeom>
              <a:avLst/>
              <a:gdLst/>
              <a:ahLst/>
              <a:cxnLst/>
              <a:rect l="0" t="0" r="r" b="b"/>
              <a:pathLst>
                <a:path w="21500" h="11000">
                  <a:moveTo>
                    <a:pt x="0" y="0"/>
                  </a:moveTo>
                  <a:lnTo>
                    <a:pt x="21500" y="1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1" name="a.classifier/connection 0-0-2"/>
            <p:cNvSpPr/>
            <p:nvPr/>
          </p:nvSpPr>
          <p:spPr>
            <a:xfrm>
              <a:off x="3683000" y="5765800"/>
              <a:ext cx="273050" cy="279400"/>
            </a:xfrm>
            <a:custGeom>
              <a:avLst/>
              <a:gdLst/>
              <a:ahLst/>
              <a:cxnLst/>
              <a:rect l="0" t="0" r="r" b="b"/>
              <a:pathLst>
                <a:path w="21500" h="22000">
                  <a:moveTo>
                    <a:pt x="0" y="0"/>
                  </a:moveTo>
                  <a:lnTo>
                    <a:pt x="21500" y="22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2" name="a.classifier/connection 0-1-0"/>
            <p:cNvSpPr/>
            <p:nvPr/>
          </p:nvSpPr>
          <p:spPr>
            <a:xfrm>
              <a:off x="3683000" y="5765800"/>
              <a:ext cx="273050" cy="279400"/>
            </a:xfrm>
            <a:custGeom>
              <a:avLst/>
              <a:gdLst/>
              <a:ahLst/>
              <a:cxnLst/>
              <a:rect l="0" t="0" r="r" b="b"/>
              <a:pathLst>
                <a:path w="21500" h="22000">
                  <a:moveTo>
                    <a:pt x="0" y="22000"/>
                  </a:moveTo>
                  <a:lnTo>
                    <a:pt x="21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3" name="a.classifier/connection 0-1-1"/>
            <p:cNvSpPr/>
            <p:nvPr/>
          </p:nvSpPr>
          <p:spPr>
            <a:xfrm>
              <a:off x="3683000" y="5905500"/>
              <a:ext cx="273050" cy="139700"/>
            </a:xfrm>
            <a:custGeom>
              <a:avLst/>
              <a:gdLst/>
              <a:ahLst/>
              <a:cxnLst/>
              <a:rect l="0" t="0" r="r" b="b"/>
              <a:pathLst>
                <a:path w="21500" h="11000">
                  <a:moveTo>
                    <a:pt x="0" y="11000"/>
                  </a:moveTo>
                  <a:lnTo>
                    <a:pt x="21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4" name="a.classifier/connection 0-1-2"/>
            <p:cNvSpPr/>
            <p:nvPr/>
          </p:nvSpPr>
          <p:spPr>
            <a:xfrm>
              <a:off x="3683000" y="6045200"/>
              <a:ext cx="273050" cy="127"/>
            </a:xfrm>
            <a:custGeom>
              <a:avLst/>
              <a:gdLst/>
              <a:ahLst/>
              <a:cxnLst/>
              <a:rect l="0" t="0" r="r" b="b"/>
              <a:pathLst>
                <a:path w="21500" h="10">
                  <a:moveTo>
                    <a:pt x="0" y="0"/>
                  </a:moveTo>
                  <a:lnTo>
                    <a:pt x="21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5" name="a.classifier/connection 1-0-0"/>
            <p:cNvSpPr/>
            <p:nvPr/>
          </p:nvSpPr>
          <p:spPr>
            <a:xfrm>
              <a:off x="3956050" y="5765800"/>
              <a:ext cx="273050" cy="139700"/>
            </a:xfrm>
            <a:custGeom>
              <a:avLst/>
              <a:gdLst/>
              <a:ahLst/>
              <a:cxnLst/>
              <a:rect l="0" t="0" r="r" b="b"/>
              <a:pathLst>
                <a:path w="21500" h="11000">
                  <a:moveTo>
                    <a:pt x="0" y="0"/>
                  </a:moveTo>
                  <a:lnTo>
                    <a:pt x="21500" y="1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6" name="a.classifier/connection 1-1-0"/>
            <p:cNvSpPr/>
            <p:nvPr/>
          </p:nvSpPr>
          <p:spPr>
            <a:xfrm>
              <a:off x="3956050" y="5905500"/>
              <a:ext cx="273050" cy="127"/>
            </a:xfrm>
            <a:custGeom>
              <a:avLst/>
              <a:gdLst/>
              <a:ahLst/>
              <a:cxnLst/>
              <a:rect l="0" t="0" r="r" b="b"/>
              <a:pathLst>
                <a:path w="21500" h="10">
                  <a:moveTo>
                    <a:pt x="0" y="0"/>
                  </a:moveTo>
                  <a:lnTo>
                    <a:pt x="21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7" name="a.classifier/connection 1-2-0"/>
            <p:cNvSpPr/>
            <p:nvPr/>
          </p:nvSpPr>
          <p:spPr>
            <a:xfrm>
              <a:off x="3956050" y="5905500"/>
              <a:ext cx="273050" cy="139700"/>
            </a:xfrm>
            <a:custGeom>
              <a:avLst/>
              <a:gdLst/>
              <a:ahLst/>
              <a:cxnLst/>
              <a:rect l="0" t="0" r="r" b="b"/>
              <a:pathLst>
                <a:path w="21500" h="11000">
                  <a:moveTo>
                    <a:pt x="0" y="11000"/>
                  </a:moveTo>
                  <a:lnTo>
                    <a:pt x="21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a.classifier/layer 0 node 0"/>
            <p:cNvSpPr/>
            <p:nvPr/>
          </p:nvSpPr>
          <p:spPr>
            <a:xfrm>
              <a:off x="3644265" y="57270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9" name="a.classifier/layer 0 node 1"/>
            <p:cNvSpPr/>
            <p:nvPr/>
          </p:nvSpPr>
          <p:spPr>
            <a:xfrm>
              <a:off x="3644265" y="60064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a.classifier/layer 1 node 0"/>
            <p:cNvSpPr/>
            <p:nvPr/>
          </p:nvSpPr>
          <p:spPr>
            <a:xfrm>
              <a:off x="3917315" y="57270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1" name="a.classifier/layer 1 node 1"/>
            <p:cNvSpPr/>
            <p:nvPr/>
          </p:nvSpPr>
          <p:spPr>
            <a:xfrm>
              <a:off x="3917315" y="58667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2" name="a.classifier/layer 1 node 2"/>
            <p:cNvSpPr/>
            <p:nvPr/>
          </p:nvSpPr>
          <p:spPr>
            <a:xfrm>
              <a:off x="3917315" y="60064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3" name="a.classifier/layer 2 node 0"/>
            <p:cNvSpPr/>
            <p:nvPr/>
          </p:nvSpPr>
          <p:spPr>
            <a:xfrm>
              <a:off x="4190365" y="58667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4" name="a.classifier/name"/>
            <p:cNvSpPr txBox="1"/>
            <p:nvPr/>
          </p:nvSpPr>
          <p:spPr>
            <a:xfrm>
              <a:off x="4356100" y="5689600"/>
              <a:ext cx="1943100" cy="4445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00" b="0" i="0">
                  <a:solidFill>
                    <a:srgbClr val="0E2841"/>
                  </a:solidFill>
                  <a:latin typeface="Comic Sans MS"/>
                  <a:ea typeface="Comic Sans MS"/>
                  <a:cs typeface="Comic Sans MS"/>
                </a:rPr>
                <a:t>Classifier D</a:t>
              </a:r>
              <a:r>
                <a:rPr sz="1600" b="0" i="0" baseline="-25000">
                  <a:solidFill>
                    <a:srgbClr val="0E2841"/>
                  </a:solidFill>
                  <a:latin typeface="Comic Sans MS"/>
                  <a:ea typeface="Comic Sans MS"/>
                  <a:cs typeface="Comic Sans MS"/>
                </a:rPr>
                <a:t>ω</a:t>
              </a:r>
            </a:p>
          </p:txBody>
        </p:sp>
      </p:grpSp>
      <p:grpSp>
        <p:nvGrpSpPr>
          <p:cNvPr id="185" name="a.condition"/>
          <p:cNvGrpSpPr/>
          <p:nvPr/>
        </p:nvGrpSpPr>
        <p:grpSpPr>
          <a:xfrm>
            <a:off x="3035300" y="5626100"/>
            <a:ext cx="469900" cy="326389"/>
            <a:chOff x="3035300" y="5626100"/>
            <a:chExt cx="469900" cy="326389"/>
          </a:xfrm>
        </p:grpSpPr>
        <p:sp>
          <p:nvSpPr>
            <p:cNvPr id="186" name="a.condition/class"/>
            <p:cNvSpPr txBox="1"/>
            <p:nvPr/>
          </p:nvSpPr>
          <p:spPr>
            <a:xfrm>
              <a:off x="3035300" y="5626100"/>
              <a:ext cx="3429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80" b="0" i="0">
                  <a:solidFill>
                    <a:srgbClr val="0E2841"/>
                  </a:solidFill>
                  <a:latin typeface="Comic Sans MS"/>
                  <a:ea typeface="Comic Sans MS"/>
                  <a:cs typeface="Comic Sans MS"/>
                </a:rPr>
                <a:t>c</a:t>
              </a:r>
            </a:p>
          </p:txBody>
        </p:sp>
        <p:sp>
          <p:nvSpPr>
            <p:cNvPr id="187" name="a.condition/edge"/>
            <p:cNvSpPr/>
            <p:nvPr/>
          </p:nvSpPr>
          <p:spPr>
            <a:xfrm>
              <a:off x="3035300" y="5918200"/>
              <a:ext cx="469900" cy="127"/>
            </a:xfrm>
            <a:custGeom>
              <a:avLst/>
              <a:gdLst/>
              <a:ahLst/>
              <a:cxnLst/>
              <a:rect l="0" t="0" r="r" b="b"/>
              <a:pathLst>
                <a:path w="37000" h="10">
                  <a:moveTo>
                    <a:pt x="0" y="0"/>
                  </a:moveTo>
                  <a:lnTo>
                    <a:pt x="37000" y="0"/>
                  </a:lnTo>
                </a:path>
              </a:pathLst>
            </a:custGeom>
            <a:noFill/>
            <a:ln w="1524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8" name="a.condition/edge head"/>
            <p:cNvSpPr/>
            <p:nvPr/>
          </p:nvSpPr>
          <p:spPr>
            <a:xfrm>
              <a:off x="3429000" y="5883910"/>
              <a:ext cx="76200" cy="68579"/>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89" name="a.loss"/>
          <p:cNvGrpSpPr/>
          <p:nvPr/>
        </p:nvGrpSpPr>
        <p:grpSpPr>
          <a:xfrm>
            <a:off x="3636010" y="6184900"/>
            <a:ext cx="1304290" cy="381000"/>
            <a:chOff x="3636010" y="6184900"/>
            <a:chExt cx="1304290" cy="381000"/>
          </a:xfrm>
        </p:grpSpPr>
        <p:sp>
          <p:nvSpPr>
            <p:cNvPr id="190" name="a.loss/classifier edge"/>
            <p:cNvSpPr/>
            <p:nvPr/>
          </p:nvSpPr>
          <p:spPr>
            <a:xfrm>
              <a:off x="3670300" y="6184900"/>
              <a:ext cx="1270000" cy="381000"/>
            </a:xfrm>
            <a:custGeom>
              <a:avLst/>
              <a:gdLst/>
              <a:ahLst/>
              <a:cxnLst/>
              <a:rect l="0" t="0" r="r" b="b"/>
              <a:pathLst>
                <a:path w="100000" h="30000">
                  <a:moveTo>
                    <a:pt x="100000" y="0"/>
                  </a:moveTo>
                  <a:lnTo>
                    <a:pt x="100000" y="15000"/>
                  </a:lnTo>
                  <a:lnTo>
                    <a:pt x="0" y="15000"/>
                  </a:lnTo>
                  <a:lnTo>
                    <a:pt x="0" y="30000"/>
                  </a:lnTo>
                </a:path>
              </a:pathLst>
            </a:custGeom>
            <a:noFill/>
            <a:ln w="1778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1" name="a.loss/classifier edge head"/>
            <p:cNvSpPr/>
            <p:nvPr/>
          </p:nvSpPr>
          <p:spPr>
            <a:xfrm>
              <a:off x="3636010" y="6489700"/>
              <a:ext cx="68579"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92" name="a.objective"/>
          <p:cNvGrpSpPr/>
          <p:nvPr/>
        </p:nvGrpSpPr>
        <p:grpSpPr>
          <a:xfrm>
            <a:off x="812800" y="6565900"/>
            <a:ext cx="5715000" cy="990600"/>
            <a:chOff x="812800" y="6565900"/>
            <a:chExt cx="5715000" cy="990600"/>
          </a:xfrm>
        </p:grpSpPr>
        <p:sp>
          <p:nvSpPr>
            <p:cNvPr id="193" name="a.objective/box"/>
            <p:cNvSpPr/>
            <p:nvPr/>
          </p:nvSpPr>
          <p:spPr>
            <a:xfrm>
              <a:off x="977900" y="6565900"/>
              <a:ext cx="5435600" cy="685800"/>
            </a:xfrm>
            <a:custGeom>
              <a:avLst/>
              <a:gdLst/>
              <a:ahLst/>
              <a:cxnLst/>
              <a:rect l="0" t="0" r="r" b="b"/>
              <a:pathLst>
                <a:path w="428000" h="54000">
                  <a:moveTo>
                    <a:pt x="7000" y="0"/>
                  </a:moveTo>
                  <a:lnTo>
                    <a:pt x="421000" y="0"/>
                  </a:lnTo>
                  <a:cubicBezTo>
                    <a:pt x="424866" y="0"/>
                    <a:pt x="428000" y="3134"/>
                    <a:pt x="428000" y="7000"/>
                  </a:cubicBezTo>
                  <a:lnTo>
                    <a:pt x="428000" y="47000"/>
                  </a:lnTo>
                  <a:cubicBezTo>
                    <a:pt x="428000" y="50866"/>
                    <a:pt x="424866" y="54000"/>
                    <a:pt x="421000" y="54000"/>
                  </a:cubicBezTo>
                  <a:lnTo>
                    <a:pt x="7000" y="54000"/>
                  </a:lnTo>
                  <a:cubicBezTo>
                    <a:pt x="3134" y="54000"/>
                    <a:pt x="0" y="50866"/>
                    <a:pt x="0" y="47000"/>
                  </a:cubicBezTo>
                  <a:lnTo>
                    <a:pt x="0" y="7000"/>
                  </a:lnTo>
                  <a:cubicBezTo>
                    <a:pt x="0" y="3134"/>
                    <a:pt x="3134" y="0"/>
                    <a:pt x="7000" y="0"/>
                  </a:cubicBezTo>
                  <a:close/>
                </a:path>
              </a:pathLst>
            </a:custGeom>
            <a:solidFill>
              <a:srgbClr val="FAEA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4" name="a.objective/formula"/>
            <p:cNvSpPr txBox="1"/>
            <p:nvPr/>
          </p:nvSpPr>
          <p:spPr>
            <a:xfrm>
              <a:off x="1079500" y="6692900"/>
              <a:ext cx="5232400" cy="431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20" b="1" i="0">
                  <a:solidFill>
                    <a:srgbClr val="C45B25"/>
                  </a:solidFill>
                  <a:latin typeface="Comic Sans MS"/>
                  <a:ea typeface="Comic Sans MS"/>
                  <a:cs typeface="Comic Sans MS"/>
                </a:rPr>
                <a:t>min</a:t>
              </a:r>
              <a:r>
                <a:rPr sz="1620" b="1" i="0" baseline="-25000">
                  <a:solidFill>
                    <a:srgbClr val="C45B25"/>
                  </a:solidFill>
                  <a:latin typeface="Comic Sans MS"/>
                  <a:ea typeface="Comic Sans MS"/>
                  <a:cs typeface="Comic Sans MS"/>
                </a:rPr>
                <a:t>α</a:t>
              </a:r>
              <a:r>
                <a:rPr sz="1620" b="1" i="0">
                  <a:solidFill>
                    <a:srgbClr val="C45B25"/>
                  </a:solidFill>
                  <a:latin typeface="Comic Sans MS"/>
                  <a:ea typeface="Comic Sans MS"/>
                  <a:cs typeface="Comic Sans MS"/>
                </a:rPr>
                <a:t>  E[softplus(−d</a:t>
              </a:r>
              <a:r>
                <a:rPr sz="1620" b="1" i="0" baseline="-25000">
                  <a:solidFill>
                    <a:srgbClr val="C45B25"/>
                  </a:solidFill>
                  <a:latin typeface="Comic Sans MS"/>
                  <a:ea typeface="Comic Sans MS"/>
                  <a:cs typeface="Comic Sans MS"/>
                </a:rPr>
                <a:t>f</a:t>
              </a:r>
              <a:r>
                <a:rPr sz="1620" b="1" i="0">
                  <a:solidFill>
                    <a:srgbClr val="C45B25"/>
                  </a:solidFill>
                  <a:latin typeface="Comic Sans MS"/>
                  <a:ea typeface="Comic Sans MS"/>
                  <a:cs typeface="Comic Sans MS"/>
                </a:rPr>
                <a:t>)]</a:t>
              </a:r>
            </a:p>
          </p:txBody>
        </p:sp>
        <p:sp>
          <p:nvSpPr>
            <p:cNvPr id="195" name="a.objective/note"/>
            <p:cNvSpPr txBox="1"/>
            <p:nvPr/>
          </p:nvSpPr>
          <p:spPr>
            <a:xfrm>
              <a:off x="812800" y="7289800"/>
              <a:ext cx="57150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60" b="0" i="0">
                  <a:solidFill>
                    <a:srgbClr val="697A8B"/>
                  </a:solidFill>
                  <a:latin typeface="Comic Sans MS"/>
                  <a:ea typeface="Comic Sans MS"/>
                  <a:cs typeface="Comic Sans MS"/>
                </a:rPr>
                <a:t>Learn signed schedule; keep weak head fixed</a:t>
              </a:r>
            </a:p>
          </p:txBody>
        </p:sp>
      </p:grpSp>
      <p:grpSp>
        <p:nvGrpSpPr>
          <p:cNvPr id="196" name="a.gradient"/>
          <p:cNvGrpSpPr/>
          <p:nvPr/>
        </p:nvGrpSpPr>
        <p:grpSpPr>
          <a:xfrm>
            <a:off x="-1168400" y="2832100"/>
            <a:ext cx="5482589" cy="4051300"/>
            <a:chOff x="-1168400" y="2832100"/>
            <a:chExt cx="5482589" cy="4051300"/>
          </a:xfrm>
        </p:grpSpPr>
        <p:sp>
          <p:nvSpPr>
            <p:cNvPr id="197" name="a.gradient/return"/>
            <p:cNvSpPr/>
            <p:nvPr/>
          </p:nvSpPr>
          <p:spPr>
            <a:xfrm>
              <a:off x="355600" y="2832100"/>
              <a:ext cx="3924300" cy="4051300"/>
            </a:xfrm>
            <a:custGeom>
              <a:avLst/>
              <a:gdLst/>
              <a:ahLst/>
              <a:cxnLst/>
              <a:rect l="0" t="0" r="r" b="b"/>
              <a:pathLst>
                <a:path w="309000" h="319000">
                  <a:moveTo>
                    <a:pt x="49000" y="319000"/>
                  </a:moveTo>
                  <a:lnTo>
                    <a:pt x="0" y="319000"/>
                  </a:lnTo>
                  <a:lnTo>
                    <a:pt x="0" y="13000"/>
                  </a:lnTo>
                  <a:lnTo>
                    <a:pt x="309000" y="13000"/>
                  </a:lnTo>
                  <a:lnTo>
                    <a:pt x="309000" y="0"/>
                  </a:lnTo>
                </a:path>
              </a:pathLst>
            </a:custGeom>
            <a:noFill/>
            <a:ln w="22860">
              <a:solidFill>
                <a:srgbClr val="C45B25"/>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8" name="a.gradient/return head"/>
            <p:cNvSpPr/>
            <p:nvPr/>
          </p:nvSpPr>
          <p:spPr>
            <a:xfrm>
              <a:off x="4245610" y="2832100"/>
              <a:ext cx="68579" cy="76200"/>
            </a:xfrm>
            <a:custGeom>
              <a:avLst/>
              <a:gdLst/>
              <a:ahLst/>
              <a:cxnLst/>
              <a:rect l="0" t="0" r="r" b="b"/>
              <a:pathLst>
                <a:path w="5400" h="6000">
                  <a:moveTo>
                    <a:pt x="2700" y="0"/>
                  </a:moveTo>
                  <a:lnTo>
                    <a:pt x="0" y="6000"/>
                  </a:lnTo>
                  <a:lnTo>
                    <a:pt x="5400" y="6000"/>
                  </a:lnTo>
                  <a:close/>
                </a:path>
              </a:pathLst>
            </a:custGeom>
            <a:solidFill>
              <a:srgbClr val="C45B2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9" name="a.gradient/label"/>
            <p:cNvSpPr txBox="1"/>
            <p:nvPr/>
          </p:nvSpPr>
          <p:spPr>
            <a:xfrm rot="16200000">
              <a:off x="-1168400" y="4864100"/>
              <a:ext cx="26670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80" b="0" i="0">
                  <a:solidFill>
                    <a:srgbClr val="C45B25"/>
                  </a:solidFill>
                  <a:latin typeface="Comic Sans MS"/>
                  <a:ea typeface="Comic Sans MS"/>
                  <a:cs typeface="Comic Sans MS"/>
                </a:rPr>
                <a:t>Full-trajectory gradient</a:t>
              </a:r>
            </a:p>
          </p:txBody>
        </p:sp>
      </p:grpSp>
      <p:grpSp>
        <p:nvGrpSpPr>
          <p:cNvPr id="200" name="a.before-real"/>
          <p:cNvGrpSpPr/>
          <p:nvPr/>
        </p:nvGrpSpPr>
        <p:grpSpPr>
          <a:xfrm>
            <a:off x="1099820" y="8039734"/>
            <a:ext cx="822960" cy="582930"/>
            <a:chOff x="1099820" y="8039734"/>
            <a:chExt cx="822960" cy="582930"/>
          </a:xfrm>
        </p:grpSpPr>
        <p:sp>
          <p:nvSpPr>
            <p:cNvPr id="201" name="a.before-real/contour 1.35"/>
            <p:cNvSpPr/>
            <p:nvPr/>
          </p:nvSpPr>
          <p:spPr>
            <a:xfrm>
              <a:off x="1099820" y="8039734"/>
              <a:ext cx="822960" cy="582930"/>
            </a:xfrm>
            <a:prstGeom prst="ellipse">
              <a:avLst/>
            </a:prstGeom>
            <a:solidFill>
              <a:srgbClr val="D74732">
                <a:alpha val="4500"/>
              </a:srgbClr>
            </a:solidFill>
            <a:ln w="4445">
              <a:solidFill>
                <a:srgbClr val="D74732">
                  <a:alpha val="45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2" name="a.before-real/contour 1.05"/>
            <p:cNvSpPr/>
            <p:nvPr/>
          </p:nvSpPr>
          <p:spPr>
            <a:xfrm>
              <a:off x="1191260" y="8104505"/>
              <a:ext cx="640080" cy="453390"/>
            </a:xfrm>
            <a:prstGeom prst="ellipse">
              <a:avLst/>
            </a:prstGeom>
            <a:solidFill>
              <a:srgbClr val="D74732">
                <a:alpha val="7000"/>
              </a:srgbClr>
            </a:solidFill>
            <a:ln w="4445">
              <a:solidFill>
                <a:srgbClr val="D74732">
                  <a:alpha val="7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3" name="a.before-real/contour 0.75"/>
            <p:cNvSpPr/>
            <p:nvPr/>
          </p:nvSpPr>
          <p:spPr>
            <a:xfrm>
              <a:off x="1282700" y="8169275"/>
              <a:ext cx="457200" cy="323850"/>
            </a:xfrm>
            <a:prstGeom prst="ellipse">
              <a:avLst/>
            </a:prstGeom>
            <a:solidFill>
              <a:srgbClr val="D74732">
                <a:alpha val="10000"/>
              </a:srgbClr>
            </a:solidFill>
            <a:ln w="4445">
              <a:solidFill>
                <a:srgbClr val="D74732">
                  <a:alpha val="1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4" name="a.before-real/point 000"/>
            <p:cNvSpPr/>
            <p:nvPr/>
          </p:nvSpPr>
          <p:spPr>
            <a:xfrm>
              <a:off x="1572906" y="8386835"/>
              <a:ext cx="28256" cy="28256"/>
            </a:xfrm>
            <a:prstGeom prst="ellipse">
              <a:avLst/>
            </a:prstGeom>
            <a:solidFill>
              <a:srgbClr val="D74732">
                <a:alpha val="7681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5" name="a.before-real/point 001"/>
            <p:cNvSpPr/>
            <p:nvPr/>
          </p:nvSpPr>
          <p:spPr>
            <a:xfrm>
              <a:off x="1483349" y="8232230"/>
              <a:ext cx="28702" cy="28702"/>
            </a:xfrm>
            <a:prstGeom prst="ellipse">
              <a:avLst/>
            </a:prstGeom>
            <a:solidFill>
              <a:srgbClr val="D74732">
                <a:alpha val="7025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6" name="a.before-real/point 002"/>
            <p:cNvSpPr/>
            <p:nvPr/>
          </p:nvSpPr>
          <p:spPr>
            <a:xfrm>
              <a:off x="1611663" y="8365116"/>
              <a:ext cx="17239" cy="17239"/>
            </a:xfrm>
            <a:prstGeom prst="ellipse">
              <a:avLst/>
            </a:prstGeom>
            <a:solidFill>
              <a:srgbClr val="D74732">
                <a:alpha val="8545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7" name="a.before-real/point 003"/>
            <p:cNvSpPr/>
            <p:nvPr/>
          </p:nvSpPr>
          <p:spPr>
            <a:xfrm>
              <a:off x="1597039" y="8297018"/>
              <a:ext cx="21225" cy="21225"/>
            </a:xfrm>
            <a:prstGeom prst="ellipse">
              <a:avLst/>
            </a:prstGeom>
            <a:solidFill>
              <a:srgbClr val="D74732">
                <a:alpha val="7918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8" name="a.before-real/point 004"/>
            <p:cNvSpPr/>
            <p:nvPr/>
          </p:nvSpPr>
          <p:spPr>
            <a:xfrm>
              <a:off x="1521817" y="8369506"/>
              <a:ext cx="19384" cy="19384"/>
            </a:xfrm>
            <a:prstGeom prst="ellipse">
              <a:avLst/>
            </a:prstGeom>
            <a:solidFill>
              <a:srgbClr val="D74732">
                <a:alpha val="6318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a.before-real/point 005"/>
            <p:cNvSpPr/>
            <p:nvPr/>
          </p:nvSpPr>
          <p:spPr>
            <a:xfrm>
              <a:off x="1298112" y="8174903"/>
              <a:ext cx="19723" cy="19723"/>
            </a:xfrm>
            <a:prstGeom prst="ellipse">
              <a:avLst/>
            </a:prstGeom>
            <a:solidFill>
              <a:srgbClr val="D74732">
                <a:alpha val="8633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0" name="a.before-real/point 006"/>
            <p:cNvSpPr/>
            <p:nvPr/>
          </p:nvSpPr>
          <p:spPr>
            <a:xfrm>
              <a:off x="1268740" y="8258091"/>
              <a:ext cx="28976" cy="28976"/>
            </a:xfrm>
            <a:prstGeom prst="ellipse">
              <a:avLst/>
            </a:prstGeom>
            <a:solidFill>
              <a:srgbClr val="D74732">
                <a:alpha val="5609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1" name="a.before-real/point 007"/>
            <p:cNvSpPr/>
            <p:nvPr/>
          </p:nvSpPr>
          <p:spPr>
            <a:xfrm>
              <a:off x="1468450" y="8289856"/>
              <a:ext cx="16596" cy="16596"/>
            </a:xfrm>
            <a:prstGeom prst="ellipse">
              <a:avLst/>
            </a:prstGeom>
            <a:solidFill>
              <a:srgbClr val="D74732">
                <a:alpha val="6503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2" name="a.before-real/point 008"/>
            <p:cNvSpPr/>
            <p:nvPr/>
          </p:nvSpPr>
          <p:spPr>
            <a:xfrm>
              <a:off x="1523019" y="8219364"/>
              <a:ext cx="19445" cy="19445"/>
            </a:xfrm>
            <a:prstGeom prst="ellipse">
              <a:avLst/>
            </a:prstGeom>
            <a:solidFill>
              <a:srgbClr val="D74732">
                <a:alpha val="8196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3" name="a.before-real/point 009"/>
            <p:cNvSpPr/>
            <p:nvPr/>
          </p:nvSpPr>
          <p:spPr>
            <a:xfrm>
              <a:off x="1570739" y="8289216"/>
              <a:ext cx="23340" cy="23340"/>
            </a:xfrm>
            <a:prstGeom prst="ellipse">
              <a:avLst/>
            </a:prstGeom>
            <a:solidFill>
              <a:srgbClr val="D74732">
                <a:alpha val="7423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4" name="a.before-real/point 010"/>
            <p:cNvSpPr/>
            <p:nvPr/>
          </p:nvSpPr>
          <p:spPr>
            <a:xfrm>
              <a:off x="1546801" y="8294789"/>
              <a:ext cx="24952" cy="24952"/>
            </a:xfrm>
            <a:prstGeom prst="ellipse">
              <a:avLst/>
            </a:prstGeom>
            <a:solidFill>
              <a:srgbClr val="D74732">
                <a:alpha val="8680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5" name="a.before-real/point 011"/>
            <p:cNvSpPr/>
            <p:nvPr/>
          </p:nvSpPr>
          <p:spPr>
            <a:xfrm>
              <a:off x="1358368" y="8236653"/>
              <a:ext cx="28320" cy="28320"/>
            </a:xfrm>
            <a:prstGeom prst="ellipse">
              <a:avLst/>
            </a:prstGeom>
            <a:solidFill>
              <a:srgbClr val="D74732">
                <a:alpha val="6927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6" name="a.before-real/point 012"/>
            <p:cNvSpPr/>
            <p:nvPr/>
          </p:nvSpPr>
          <p:spPr>
            <a:xfrm>
              <a:off x="1461681" y="8422318"/>
              <a:ext cx="24559" cy="24559"/>
            </a:xfrm>
            <a:prstGeom prst="ellipse">
              <a:avLst/>
            </a:prstGeom>
            <a:solidFill>
              <a:srgbClr val="D74732">
                <a:alpha val="6304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7" name="a.before-real/point 013"/>
            <p:cNvSpPr/>
            <p:nvPr/>
          </p:nvSpPr>
          <p:spPr>
            <a:xfrm>
              <a:off x="1564564" y="8259072"/>
              <a:ext cx="23879" cy="23879"/>
            </a:xfrm>
            <a:prstGeom prst="ellipse">
              <a:avLst/>
            </a:prstGeom>
            <a:solidFill>
              <a:srgbClr val="D74732">
                <a:alpha val="7893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8" name="a.before-real/point 014"/>
            <p:cNvSpPr/>
            <p:nvPr/>
          </p:nvSpPr>
          <p:spPr>
            <a:xfrm>
              <a:off x="1590655" y="8163307"/>
              <a:ext cx="26438" cy="26438"/>
            </a:xfrm>
            <a:prstGeom prst="ellipse">
              <a:avLst/>
            </a:prstGeom>
            <a:solidFill>
              <a:srgbClr val="D74732">
                <a:alpha val="5959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9" name="a.before-real/point 015"/>
            <p:cNvSpPr/>
            <p:nvPr/>
          </p:nvSpPr>
          <p:spPr>
            <a:xfrm>
              <a:off x="1639513" y="8174224"/>
              <a:ext cx="27402" cy="27402"/>
            </a:xfrm>
            <a:prstGeom prst="ellipse">
              <a:avLst/>
            </a:prstGeom>
            <a:solidFill>
              <a:srgbClr val="D74732">
                <a:alpha val="7914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0" name="a.before-real/point 016"/>
            <p:cNvSpPr/>
            <p:nvPr/>
          </p:nvSpPr>
          <p:spPr>
            <a:xfrm>
              <a:off x="1367546" y="8310565"/>
              <a:ext cx="25390" cy="25390"/>
            </a:xfrm>
            <a:prstGeom prst="ellipse">
              <a:avLst/>
            </a:prstGeom>
            <a:solidFill>
              <a:srgbClr val="D74732">
                <a:alpha val="5559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1" name="a.before-real/point 017"/>
            <p:cNvSpPr/>
            <p:nvPr/>
          </p:nvSpPr>
          <p:spPr>
            <a:xfrm>
              <a:off x="1401240" y="8179764"/>
              <a:ext cx="19020" cy="19020"/>
            </a:xfrm>
            <a:prstGeom prst="ellipse">
              <a:avLst/>
            </a:prstGeom>
            <a:solidFill>
              <a:srgbClr val="D74732">
                <a:alpha val="7864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2" name="a.before-real/point 018"/>
            <p:cNvSpPr/>
            <p:nvPr/>
          </p:nvSpPr>
          <p:spPr>
            <a:xfrm>
              <a:off x="1487087" y="8283515"/>
              <a:ext cx="17282" cy="17282"/>
            </a:xfrm>
            <a:prstGeom prst="ellipse">
              <a:avLst/>
            </a:prstGeom>
            <a:solidFill>
              <a:srgbClr val="D74732">
                <a:alpha val="7262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3" name="a.before-real/point 019"/>
            <p:cNvSpPr/>
            <p:nvPr/>
          </p:nvSpPr>
          <p:spPr>
            <a:xfrm>
              <a:off x="1517022" y="8385720"/>
              <a:ext cx="25976" cy="25976"/>
            </a:xfrm>
            <a:prstGeom prst="ellipse">
              <a:avLst/>
            </a:prstGeom>
            <a:solidFill>
              <a:srgbClr val="D74732">
                <a:alpha val="7473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4" name="a.before-real/point 020"/>
            <p:cNvSpPr/>
            <p:nvPr/>
          </p:nvSpPr>
          <p:spPr>
            <a:xfrm>
              <a:off x="1499353" y="8216875"/>
              <a:ext cx="21596" cy="21596"/>
            </a:xfrm>
            <a:prstGeom prst="ellipse">
              <a:avLst/>
            </a:prstGeom>
            <a:solidFill>
              <a:srgbClr val="D74732">
                <a:alpha val="5047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5" name="a.before-real/point 021"/>
            <p:cNvSpPr/>
            <p:nvPr/>
          </p:nvSpPr>
          <p:spPr>
            <a:xfrm>
              <a:off x="1554710" y="8353281"/>
              <a:ext cx="24515" cy="24515"/>
            </a:xfrm>
            <a:prstGeom prst="ellipse">
              <a:avLst/>
            </a:prstGeom>
            <a:solidFill>
              <a:srgbClr val="D74732">
                <a:alpha val="773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6" name="a.before-real/point 022"/>
            <p:cNvSpPr/>
            <p:nvPr/>
          </p:nvSpPr>
          <p:spPr>
            <a:xfrm>
              <a:off x="1524370" y="8392613"/>
              <a:ext cx="30780" cy="30780"/>
            </a:xfrm>
            <a:prstGeom prst="ellipse">
              <a:avLst/>
            </a:prstGeom>
            <a:solidFill>
              <a:srgbClr val="D74732">
                <a:alpha val="6522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7" name="a.before-real/point 023"/>
            <p:cNvSpPr/>
            <p:nvPr/>
          </p:nvSpPr>
          <p:spPr>
            <a:xfrm>
              <a:off x="1462148" y="8209970"/>
              <a:ext cx="26564" cy="26564"/>
            </a:xfrm>
            <a:prstGeom prst="ellipse">
              <a:avLst/>
            </a:prstGeom>
            <a:solidFill>
              <a:srgbClr val="D74732">
                <a:alpha val="681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8" name="a.before-real/point 024"/>
            <p:cNvSpPr/>
            <p:nvPr/>
          </p:nvSpPr>
          <p:spPr>
            <a:xfrm>
              <a:off x="1333597" y="8287028"/>
              <a:ext cx="18965" cy="18965"/>
            </a:xfrm>
            <a:prstGeom prst="ellipse">
              <a:avLst/>
            </a:prstGeom>
            <a:solidFill>
              <a:srgbClr val="D74732">
                <a:alpha val="8035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9" name="a.before-real/point 025"/>
            <p:cNvSpPr/>
            <p:nvPr/>
          </p:nvSpPr>
          <p:spPr>
            <a:xfrm>
              <a:off x="1525973" y="8303656"/>
              <a:ext cx="19529" cy="19529"/>
            </a:xfrm>
            <a:prstGeom prst="ellipse">
              <a:avLst/>
            </a:prstGeom>
            <a:solidFill>
              <a:srgbClr val="D74732">
                <a:alpha val="5945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0" name="a.before-real/point 026"/>
            <p:cNvSpPr/>
            <p:nvPr/>
          </p:nvSpPr>
          <p:spPr>
            <a:xfrm>
              <a:off x="1549525" y="8342565"/>
              <a:ext cx="26285" cy="26285"/>
            </a:xfrm>
            <a:prstGeom prst="ellipse">
              <a:avLst/>
            </a:prstGeom>
            <a:solidFill>
              <a:srgbClr val="D74732">
                <a:alpha val="5467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1" name="a.before-real/point 027"/>
            <p:cNvSpPr/>
            <p:nvPr/>
          </p:nvSpPr>
          <p:spPr>
            <a:xfrm>
              <a:off x="1748676" y="8398490"/>
              <a:ext cx="22636" cy="22636"/>
            </a:xfrm>
            <a:prstGeom prst="ellipse">
              <a:avLst/>
            </a:prstGeom>
            <a:solidFill>
              <a:srgbClr val="D74732">
                <a:alpha val="7054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2" name="a.before-real/point 028"/>
            <p:cNvSpPr/>
            <p:nvPr/>
          </p:nvSpPr>
          <p:spPr>
            <a:xfrm>
              <a:off x="1397454" y="8331349"/>
              <a:ext cx="23432" cy="23432"/>
            </a:xfrm>
            <a:prstGeom prst="ellipse">
              <a:avLst/>
            </a:prstGeom>
            <a:solidFill>
              <a:srgbClr val="D74732">
                <a:alpha val="5738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3" name="a.before-real/point 029"/>
            <p:cNvSpPr/>
            <p:nvPr/>
          </p:nvSpPr>
          <p:spPr>
            <a:xfrm>
              <a:off x="1426695" y="8292652"/>
              <a:ext cx="18724" cy="18724"/>
            </a:xfrm>
            <a:prstGeom prst="ellipse">
              <a:avLst/>
            </a:prstGeom>
            <a:solidFill>
              <a:srgbClr val="D74732">
                <a:alpha val="5793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4" name="a.before-real/point 030"/>
            <p:cNvSpPr/>
            <p:nvPr/>
          </p:nvSpPr>
          <p:spPr>
            <a:xfrm>
              <a:off x="1276334" y="8414519"/>
              <a:ext cx="25621" cy="25621"/>
            </a:xfrm>
            <a:prstGeom prst="ellipse">
              <a:avLst/>
            </a:prstGeom>
            <a:solidFill>
              <a:srgbClr val="D74732">
                <a:alpha val="8726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5" name="a.before-real/point 031"/>
            <p:cNvSpPr/>
            <p:nvPr/>
          </p:nvSpPr>
          <p:spPr>
            <a:xfrm>
              <a:off x="1426498" y="8353757"/>
              <a:ext cx="27340" cy="27340"/>
            </a:xfrm>
            <a:prstGeom prst="ellipse">
              <a:avLst/>
            </a:prstGeom>
            <a:solidFill>
              <a:srgbClr val="D74732">
                <a:alpha val="5723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6" name="a.before-real/point 032"/>
            <p:cNvSpPr/>
            <p:nvPr/>
          </p:nvSpPr>
          <p:spPr>
            <a:xfrm>
              <a:off x="1613200" y="8319909"/>
              <a:ext cx="20646" cy="20646"/>
            </a:xfrm>
            <a:prstGeom prst="ellipse">
              <a:avLst/>
            </a:prstGeom>
            <a:solidFill>
              <a:srgbClr val="D74732">
                <a:alpha val="6030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7" name="a.before-real/point 033"/>
            <p:cNvSpPr/>
            <p:nvPr/>
          </p:nvSpPr>
          <p:spPr>
            <a:xfrm>
              <a:off x="1406567" y="8492183"/>
              <a:ext cx="31630" cy="31630"/>
            </a:xfrm>
            <a:prstGeom prst="ellipse">
              <a:avLst/>
            </a:prstGeom>
            <a:solidFill>
              <a:srgbClr val="D74732">
                <a:alpha val="7122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8" name="a.before-real/point 034"/>
            <p:cNvSpPr/>
            <p:nvPr/>
          </p:nvSpPr>
          <p:spPr>
            <a:xfrm>
              <a:off x="1504218" y="8333440"/>
              <a:ext cx="17729" cy="17729"/>
            </a:xfrm>
            <a:prstGeom prst="ellipse">
              <a:avLst/>
            </a:prstGeom>
            <a:solidFill>
              <a:srgbClr val="D74732">
                <a:alpha val="6132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9" name="a.before-real/point 035"/>
            <p:cNvSpPr/>
            <p:nvPr/>
          </p:nvSpPr>
          <p:spPr>
            <a:xfrm>
              <a:off x="1397813" y="8228842"/>
              <a:ext cx="29514" cy="29514"/>
            </a:xfrm>
            <a:prstGeom prst="ellipse">
              <a:avLst/>
            </a:prstGeom>
            <a:solidFill>
              <a:srgbClr val="D74732">
                <a:alpha val="812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0" name="a.before-real/point 036"/>
            <p:cNvSpPr/>
            <p:nvPr/>
          </p:nvSpPr>
          <p:spPr>
            <a:xfrm>
              <a:off x="1398208" y="8415130"/>
              <a:ext cx="23281" cy="23281"/>
            </a:xfrm>
            <a:prstGeom prst="ellipse">
              <a:avLst/>
            </a:prstGeom>
            <a:solidFill>
              <a:srgbClr val="D74732">
                <a:alpha val="7767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1" name="a.before-real/point 037"/>
            <p:cNvSpPr/>
            <p:nvPr/>
          </p:nvSpPr>
          <p:spPr>
            <a:xfrm>
              <a:off x="1626849" y="8523182"/>
              <a:ext cx="16858" cy="16858"/>
            </a:xfrm>
            <a:prstGeom prst="ellipse">
              <a:avLst/>
            </a:prstGeom>
            <a:solidFill>
              <a:srgbClr val="D74732">
                <a:alpha val="7347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2" name="a.before-real/point 038"/>
            <p:cNvSpPr/>
            <p:nvPr/>
          </p:nvSpPr>
          <p:spPr>
            <a:xfrm>
              <a:off x="1380358" y="8436613"/>
              <a:ext cx="18699" cy="18699"/>
            </a:xfrm>
            <a:prstGeom prst="ellipse">
              <a:avLst/>
            </a:prstGeom>
            <a:solidFill>
              <a:srgbClr val="D74732">
                <a:alpha val="8385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3" name="a.before-real/point 039"/>
            <p:cNvSpPr/>
            <p:nvPr/>
          </p:nvSpPr>
          <p:spPr>
            <a:xfrm>
              <a:off x="1681497" y="8320218"/>
              <a:ext cx="27230" cy="27230"/>
            </a:xfrm>
            <a:prstGeom prst="ellipse">
              <a:avLst/>
            </a:prstGeom>
            <a:solidFill>
              <a:srgbClr val="D74732">
                <a:alpha val="692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4" name="a.before-real/point 040"/>
            <p:cNvSpPr/>
            <p:nvPr/>
          </p:nvSpPr>
          <p:spPr>
            <a:xfrm>
              <a:off x="1550202" y="8389274"/>
              <a:ext cx="23316" cy="23316"/>
            </a:xfrm>
            <a:prstGeom prst="ellipse">
              <a:avLst/>
            </a:prstGeom>
            <a:solidFill>
              <a:srgbClr val="D74732">
                <a:alpha val="580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5" name="a.before-real/point 041"/>
            <p:cNvSpPr/>
            <p:nvPr/>
          </p:nvSpPr>
          <p:spPr>
            <a:xfrm>
              <a:off x="1613895" y="8448930"/>
              <a:ext cx="24885" cy="24885"/>
            </a:xfrm>
            <a:prstGeom prst="ellipse">
              <a:avLst/>
            </a:prstGeom>
            <a:solidFill>
              <a:srgbClr val="D74732">
                <a:alpha val="6029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6" name="a.before-real/point 042"/>
            <p:cNvSpPr/>
            <p:nvPr/>
          </p:nvSpPr>
          <p:spPr>
            <a:xfrm>
              <a:off x="1389402" y="8241723"/>
              <a:ext cx="18583" cy="18583"/>
            </a:xfrm>
            <a:prstGeom prst="ellipse">
              <a:avLst/>
            </a:prstGeom>
            <a:solidFill>
              <a:srgbClr val="D74732">
                <a:alpha val="722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7" name="a.before-real/point 043"/>
            <p:cNvSpPr/>
            <p:nvPr/>
          </p:nvSpPr>
          <p:spPr>
            <a:xfrm>
              <a:off x="1453547" y="8301051"/>
              <a:ext cx="21094" cy="21094"/>
            </a:xfrm>
            <a:prstGeom prst="ellipse">
              <a:avLst/>
            </a:prstGeom>
            <a:solidFill>
              <a:srgbClr val="D74732">
                <a:alpha val="8280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8" name="a.before-real/point 044"/>
            <p:cNvSpPr/>
            <p:nvPr/>
          </p:nvSpPr>
          <p:spPr>
            <a:xfrm>
              <a:off x="1429596" y="8292902"/>
              <a:ext cx="22507" cy="22507"/>
            </a:xfrm>
            <a:prstGeom prst="ellipse">
              <a:avLst/>
            </a:prstGeom>
            <a:solidFill>
              <a:srgbClr val="D74732">
                <a:alpha val="6741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a.before-real/point 045"/>
            <p:cNvSpPr/>
            <p:nvPr/>
          </p:nvSpPr>
          <p:spPr>
            <a:xfrm>
              <a:off x="1444329" y="8169079"/>
              <a:ext cx="17842" cy="17842"/>
            </a:xfrm>
            <a:prstGeom prst="ellipse">
              <a:avLst/>
            </a:prstGeom>
            <a:solidFill>
              <a:srgbClr val="D74732">
                <a:alpha val="5177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0" name="a.before-real/point 046"/>
            <p:cNvSpPr/>
            <p:nvPr/>
          </p:nvSpPr>
          <p:spPr>
            <a:xfrm>
              <a:off x="1480719" y="8327534"/>
              <a:ext cx="18861" cy="18861"/>
            </a:xfrm>
            <a:prstGeom prst="ellipse">
              <a:avLst/>
            </a:prstGeom>
            <a:solidFill>
              <a:srgbClr val="D74732">
                <a:alpha val="5403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1" name="a.before-real/point 047"/>
            <p:cNvSpPr/>
            <p:nvPr/>
          </p:nvSpPr>
          <p:spPr>
            <a:xfrm>
              <a:off x="1636524" y="8381307"/>
              <a:ext cx="17964" cy="17964"/>
            </a:xfrm>
            <a:prstGeom prst="ellipse">
              <a:avLst/>
            </a:prstGeom>
            <a:solidFill>
              <a:srgbClr val="D74732">
                <a:alpha val="7153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52" name="a.before-fake"/>
          <p:cNvGrpSpPr/>
          <p:nvPr/>
        </p:nvGrpSpPr>
        <p:grpSpPr>
          <a:xfrm>
            <a:off x="1836420" y="7624445"/>
            <a:ext cx="822960" cy="651510"/>
            <a:chOff x="1836420" y="7624445"/>
            <a:chExt cx="822960" cy="651510"/>
          </a:xfrm>
        </p:grpSpPr>
        <p:sp>
          <p:nvSpPr>
            <p:cNvPr id="253" name="a.before-fake/contour 1.35"/>
            <p:cNvSpPr/>
            <p:nvPr/>
          </p:nvSpPr>
          <p:spPr>
            <a:xfrm>
              <a:off x="1836420" y="7624445"/>
              <a:ext cx="822960" cy="651510"/>
            </a:xfrm>
            <a:prstGeom prst="ellipse">
              <a:avLst/>
            </a:prstGeom>
            <a:solidFill>
              <a:srgbClr val="3072D5">
                <a:alpha val="4500"/>
              </a:srgbClr>
            </a:solidFill>
            <a:ln w="4445">
              <a:solidFill>
                <a:srgbClr val="3072D5">
                  <a:alpha val="45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4" name="a.before-fake/contour 1.05"/>
            <p:cNvSpPr/>
            <p:nvPr/>
          </p:nvSpPr>
          <p:spPr>
            <a:xfrm>
              <a:off x="1927860" y="7696834"/>
              <a:ext cx="640080" cy="506730"/>
            </a:xfrm>
            <a:prstGeom prst="ellipse">
              <a:avLst/>
            </a:prstGeom>
            <a:solidFill>
              <a:srgbClr val="3072D5">
                <a:alpha val="7000"/>
              </a:srgbClr>
            </a:solidFill>
            <a:ln w="4445">
              <a:solidFill>
                <a:srgbClr val="3072D5">
                  <a:alpha val="7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5" name="a.before-fake/contour 0.75"/>
            <p:cNvSpPr/>
            <p:nvPr/>
          </p:nvSpPr>
          <p:spPr>
            <a:xfrm>
              <a:off x="2019300" y="7769225"/>
              <a:ext cx="457200" cy="361950"/>
            </a:xfrm>
            <a:prstGeom prst="ellipse">
              <a:avLst/>
            </a:prstGeom>
            <a:solidFill>
              <a:srgbClr val="3072D5">
                <a:alpha val="10000"/>
              </a:srgbClr>
            </a:solidFill>
            <a:ln w="4445">
              <a:solidFill>
                <a:srgbClr val="3072D5">
                  <a:alpha val="1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6" name="a.before-fake/point 000"/>
            <p:cNvSpPr/>
            <p:nvPr/>
          </p:nvSpPr>
          <p:spPr>
            <a:xfrm>
              <a:off x="2307204" y="7953563"/>
              <a:ext cx="27317" cy="27317"/>
            </a:xfrm>
            <a:prstGeom prst="ellipse">
              <a:avLst/>
            </a:prstGeom>
            <a:solidFill>
              <a:srgbClr val="3072D5">
                <a:alpha val="5542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7" name="a.before-fake/point 001"/>
            <p:cNvSpPr/>
            <p:nvPr/>
          </p:nvSpPr>
          <p:spPr>
            <a:xfrm>
              <a:off x="2296185" y="7887674"/>
              <a:ext cx="16684" cy="16684"/>
            </a:xfrm>
            <a:prstGeom prst="ellipse">
              <a:avLst/>
            </a:prstGeom>
            <a:solidFill>
              <a:srgbClr val="3072D5">
                <a:alpha val="6671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8" name="a.before-fake/point 002"/>
            <p:cNvSpPr/>
            <p:nvPr/>
          </p:nvSpPr>
          <p:spPr>
            <a:xfrm>
              <a:off x="2247664" y="7953838"/>
              <a:ext cx="20748" cy="20748"/>
            </a:xfrm>
            <a:prstGeom prst="ellipse">
              <a:avLst/>
            </a:prstGeom>
            <a:solidFill>
              <a:srgbClr val="3072D5">
                <a:alpha val="6747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9" name="a.before-fake/point 003"/>
            <p:cNvSpPr/>
            <p:nvPr/>
          </p:nvSpPr>
          <p:spPr>
            <a:xfrm>
              <a:off x="2314933" y="8103291"/>
              <a:ext cx="21082" cy="21082"/>
            </a:xfrm>
            <a:prstGeom prst="ellipse">
              <a:avLst/>
            </a:prstGeom>
            <a:solidFill>
              <a:srgbClr val="3072D5">
                <a:alpha val="7663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0" name="a.before-fake/point 004"/>
            <p:cNvSpPr/>
            <p:nvPr/>
          </p:nvSpPr>
          <p:spPr>
            <a:xfrm>
              <a:off x="2205502" y="7971809"/>
              <a:ext cx="23133" cy="23133"/>
            </a:xfrm>
            <a:prstGeom prst="ellipse">
              <a:avLst/>
            </a:prstGeom>
            <a:solidFill>
              <a:srgbClr val="3072D5">
                <a:alpha val="7605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1" name="a.before-fake/point 005"/>
            <p:cNvSpPr/>
            <p:nvPr/>
          </p:nvSpPr>
          <p:spPr>
            <a:xfrm>
              <a:off x="2077567" y="7951454"/>
              <a:ext cx="18365" cy="18365"/>
            </a:xfrm>
            <a:prstGeom prst="ellipse">
              <a:avLst/>
            </a:prstGeom>
            <a:solidFill>
              <a:srgbClr val="3072D5">
                <a:alpha val="5531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2" name="a.before-fake/point 006"/>
            <p:cNvSpPr/>
            <p:nvPr/>
          </p:nvSpPr>
          <p:spPr>
            <a:xfrm>
              <a:off x="2322810" y="8011154"/>
              <a:ext cx="29631" cy="29631"/>
            </a:xfrm>
            <a:prstGeom prst="ellipse">
              <a:avLst/>
            </a:prstGeom>
            <a:solidFill>
              <a:srgbClr val="3072D5">
                <a:alpha val="6456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3" name="a.before-fake/point 007"/>
            <p:cNvSpPr/>
            <p:nvPr/>
          </p:nvSpPr>
          <p:spPr>
            <a:xfrm>
              <a:off x="2261330" y="7901034"/>
              <a:ext cx="19944" cy="19944"/>
            </a:xfrm>
            <a:prstGeom prst="ellipse">
              <a:avLst/>
            </a:prstGeom>
            <a:solidFill>
              <a:srgbClr val="3072D5">
                <a:alpha val="7558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4" name="a.before-fake/point 008"/>
            <p:cNvSpPr/>
            <p:nvPr/>
          </p:nvSpPr>
          <p:spPr>
            <a:xfrm>
              <a:off x="2282966" y="7786166"/>
              <a:ext cx="18729" cy="18729"/>
            </a:xfrm>
            <a:prstGeom prst="ellipse">
              <a:avLst/>
            </a:prstGeom>
            <a:solidFill>
              <a:srgbClr val="3072D5">
                <a:alpha val="7057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5" name="a.before-fake/point 009"/>
            <p:cNvSpPr/>
            <p:nvPr/>
          </p:nvSpPr>
          <p:spPr>
            <a:xfrm>
              <a:off x="2249952" y="8085592"/>
              <a:ext cx="25350" cy="25350"/>
            </a:xfrm>
            <a:prstGeom prst="ellipse">
              <a:avLst/>
            </a:prstGeom>
            <a:solidFill>
              <a:srgbClr val="3072D5">
                <a:alpha val="761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6" name="a.before-fake/point 010"/>
            <p:cNvSpPr/>
            <p:nvPr/>
          </p:nvSpPr>
          <p:spPr>
            <a:xfrm>
              <a:off x="2305442" y="7683286"/>
              <a:ext cx="23615" cy="23615"/>
            </a:xfrm>
            <a:prstGeom prst="ellipse">
              <a:avLst/>
            </a:prstGeom>
            <a:solidFill>
              <a:srgbClr val="3072D5">
                <a:alpha val="8780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7" name="a.before-fake/point 011"/>
            <p:cNvSpPr/>
            <p:nvPr/>
          </p:nvSpPr>
          <p:spPr>
            <a:xfrm>
              <a:off x="2181243" y="8119799"/>
              <a:ext cx="18119" cy="18119"/>
            </a:xfrm>
            <a:prstGeom prst="ellipse">
              <a:avLst/>
            </a:prstGeom>
            <a:solidFill>
              <a:srgbClr val="3072D5">
                <a:alpha val="7722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8" name="a.before-fake/point 012"/>
            <p:cNvSpPr/>
            <p:nvPr/>
          </p:nvSpPr>
          <p:spPr>
            <a:xfrm>
              <a:off x="2351268" y="7870550"/>
              <a:ext cx="22012" cy="22012"/>
            </a:xfrm>
            <a:prstGeom prst="ellipse">
              <a:avLst/>
            </a:prstGeom>
            <a:solidFill>
              <a:srgbClr val="3072D5">
                <a:alpha val="8137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9" name="a.before-fake/point 013"/>
            <p:cNvSpPr/>
            <p:nvPr/>
          </p:nvSpPr>
          <p:spPr>
            <a:xfrm>
              <a:off x="2307257" y="7809339"/>
              <a:ext cx="21768" cy="21768"/>
            </a:xfrm>
            <a:prstGeom prst="ellipse">
              <a:avLst/>
            </a:prstGeom>
            <a:solidFill>
              <a:srgbClr val="3072D5">
                <a:alpha val="695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0" name="a.before-fake/point 014"/>
            <p:cNvSpPr/>
            <p:nvPr/>
          </p:nvSpPr>
          <p:spPr>
            <a:xfrm>
              <a:off x="2375676" y="7940929"/>
              <a:ext cx="21200" cy="21200"/>
            </a:xfrm>
            <a:prstGeom prst="ellipse">
              <a:avLst/>
            </a:prstGeom>
            <a:solidFill>
              <a:srgbClr val="3072D5">
                <a:alpha val="756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1" name="a.before-fake/point 015"/>
            <p:cNvSpPr/>
            <p:nvPr/>
          </p:nvSpPr>
          <p:spPr>
            <a:xfrm>
              <a:off x="2360739" y="7953028"/>
              <a:ext cx="18304" cy="18304"/>
            </a:xfrm>
            <a:prstGeom prst="ellipse">
              <a:avLst/>
            </a:prstGeom>
            <a:solidFill>
              <a:srgbClr val="3072D5">
                <a:alpha val="6313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2" name="a.before-fake/point 016"/>
            <p:cNvSpPr/>
            <p:nvPr/>
          </p:nvSpPr>
          <p:spPr>
            <a:xfrm>
              <a:off x="2423361" y="7916999"/>
              <a:ext cx="26338" cy="26338"/>
            </a:xfrm>
            <a:prstGeom prst="ellipse">
              <a:avLst/>
            </a:prstGeom>
            <a:solidFill>
              <a:srgbClr val="3072D5">
                <a:alpha val="6380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3" name="a.before-fake/point 017"/>
            <p:cNvSpPr/>
            <p:nvPr/>
          </p:nvSpPr>
          <p:spPr>
            <a:xfrm>
              <a:off x="2258494" y="7950828"/>
              <a:ext cx="24827" cy="24827"/>
            </a:xfrm>
            <a:prstGeom prst="ellipse">
              <a:avLst/>
            </a:prstGeom>
            <a:solidFill>
              <a:srgbClr val="3072D5">
                <a:alpha val="8741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4" name="a.before-fake/point 018"/>
            <p:cNvSpPr/>
            <p:nvPr/>
          </p:nvSpPr>
          <p:spPr>
            <a:xfrm>
              <a:off x="2225207" y="7873165"/>
              <a:ext cx="31320" cy="31320"/>
            </a:xfrm>
            <a:prstGeom prst="ellipse">
              <a:avLst/>
            </a:prstGeom>
            <a:solidFill>
              <a:srgbClr val="3072D5">
                <a:alpha val="5856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5" name="a.before-fake/point 019"/>
            <p:cNvSpPr/>
            <p:nvPr/>
          </p:nvSpPr>
          <p:spPr>
            <a:xfrm>
              <a:off x="2365050" y="7969120"/>
              <a:ext cx="23348" cy="23348"/>
            </a:xfrm>
            <a:prstGeom prst="ellipse">
              <a:avLst/>
            </a:prstGeom>
            <a:solidFill>
              <a:srgbClr val="3072D5">
                <a:alpha val="5260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6" name="a.before-fake/point 020"/>
            <p:cNvSpPr/>
            <p:nvPr/>
          </p:nvSpPr>
          <p:spPr>
            <a:xfrm>
              <a:off x="2318667" y="7903186"/>
              <a:ext cx="22492" cy="22492"/>
            </a:xfrm>
            <a:prstGeom prst="ellipse">
              <a:avLst/>
            </a:prstGeom>
            <a:solidFill>
              <a:srgbClr val="3072D5">
                <a:alpha val="5150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7" name="a.before-fake/point 021"/>
            <p:cNvSpPr/>
            <p:nvPr/>
          </p:nvSpPr>
          <p:spPr>
            <a:xfrm>
              <a:off x="2506099" y="7953124"/>
              <a:ext cx="31220" cy="31220"/>
            </a:xfrm>
            <a:prstGeom prst="ellipse">
              <a:avLst/>
            </a:prstGeom>
            <a:solidFill>
              <a:srgbClr val="3072D5">
                <a:alpha val="7366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8" name="a.before-fake/point 022"/>
            <p:cNvSpPr/>
            <p:nvPr/>
          </p:nvSpPr>
          <p:spPr>
            <a:xfrm>
              <a:off x="2298375" y="7956139"/>
              <a:ext cx="18600" cy="18600"/>
            </a:xfrm>
            <a:prstGeom prst="ellipse">
              <a:avLst/>
            </a:prstGeom>
            <a:solidFill>
              <a:srgbClr val="3072D5">
                <a:alpha val="5043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9" name="a.before-fake/point 023"/>
            <p:cNvSpPr/>
            <p:nvPr/>
          </p:nvSpPr>
          <p:spPr>
            <a:xfrm>
              <a:off x="2275257" y="7847610"/>
              <a:ext cx="16961" cy="16961"/>
            </a:xfrm>
            <a:prstGeom prst="ellipse">
              <a:avLst/>
            </a:prstGeom>
            <a:solidFill>
              <a:srgbClr val="3072D5">
                <a:alpha val="6009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0" name="a.before-fake/point 024"/>
            <p:cNvSpPr/>
            <p:nvPr/>
          </p:nvSpPr>
          <p:spPr>
            <a:xfrm>
              <a:off x="2103691" y="7965093"/>
              <a:ext cx="24415" cy="24415"/>
            </a:xfrm>
            <a:prstGeom prst="ellipse">
              <a:avLst/>
            </a:prstGeom>
            <a:solidFill>
              <a:srgbClr val="3072D5">
                <a:alpha val="5508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1" name="a.before-fake/point 025"/>
            <p:cNvSpPr/>
            <p:nvPr/>
          </p:nvSpPr>
          <p:spPr>
            <a:xfrm>
              <a:off x="2252012" y="7900008"/>
              <a:ext cx="23248" cy="23248"/>
            </a:xfrm>
            <a:prstGeom prst="ellipse">
              <a:avLst/>
            </a:prstGeom>
            <a:solidFill>
              <a:srgbClr val="3072D5">
                <a:alpha val="7770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2" name="a.before-fake/point 026"/>
            <p:cNvSpPr/>
            <p:nvPr/>
          </p:nvSpPr>
          <p:spPr>
            <a:xfrm>
              <a:off x="2250303" y="7945849"/>
              <a:ext cx="31574" cy="31574"/>
            </a:xfrm>
            <a:prstGeom prst="ellipse">
              <a:avLst/>
            </a:prstGeom>
            <a:solidFill>
              <a:srgbClr val="3072D5">
                <a:alpha val="7633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3" name="a.before-fake/point 027"/>
            <p:cNvSpPr/>
            <p:nvPr/>
          </p:nvSpPr>
          <p:spPr>
            <a:xfrm>
              <a:off x="2298031" y="8063686"/>
              <a:ext cx="18056" cy="18056"/>
            </a:xfrm>
            <a:prstGeom prst="ellipse">
              <a:avLst/>
            </a:prstGeom>
            <a:solidFill>
              <a:srgbClr val="3072D5">
                <a:alpha val="8140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4" name="a.before-fake/point 028"/>
            <p:cNvSpPr/>
            <p:nvPr/>
          </p:nvSpPr>
          <p:spPr>
            <a:xfrm>
              <a:off x="2290801" y="7950788"/>
              <a:ext cx="19898" cy="19898"/>
            </a:xfrm>
            <a:prstGeom prst="ellipse">
              <a:avLst/>
            </a:prstGeom>
            <a:solidFill>
              <a:srgbClr val="3072D5">
                <a:alpha val="7379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5" name="a.before-fake/point 029"/>
            <p:cNvSpPr/>
            <p:nvPr/>
          </p:nvSpPr>
          <p:spPr>
            <a:xfrm>
              <a:off x="2291273" y="7887342"/>
              <a:ext cx="28313" cy="28313"/>
            </a:xfrm>
            <a:prstGeom prst="ellipse">
              <a:avLst/>
            </a:prstGeom>
            <a:solidFill>
              <a:srgbClr val="3072D5">
                <a:alpha val="6567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6" name="a.before-fake/point 030"/>
            <p:cNvSpPr/>
            <p:nvPr/>
          </p:nvSpPr>
          <p:spPr>
            <a:xfrm>
              <a:off x="2074148" y="7974945"/>
              <a:ext cx="20156" cy="20156"/>
            </a:xfrm>
            <a:prstGeom prst="ellipse">
              <a:avLst/>
            </a:prstGeom>
            <a:solidFill>
              <a:srgbClr val="3072D5">
                <a:alpha val="7691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7" name="a.before-fake/point 031"/>
            <p:cNvSpPr/>
            <p:nvPr/>
          </p:nvSpPr>
          <p:spPr>
            <a:xfrm>
              <a:off x="2197813" y="7980514"/>
              <a:ext cx="26287" cy="26287"/>
            </a:xfrm>
            <a:prstGeom prst="ellipse">
              <a:avLst/>
            </a:prstGeom>
            <a:solidFill>
              <a:srgbClr val="3072D5">
                <a:alpha val="6948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8" name="a.before-fake/point 032"/>
            <p:cNvSpPr/>
            <p:nvPr/>
          </p:nvSpPr>
          <p:spPr>
            <a:xfrm>
              <a:off x="2496541" y="7989957"/>
              <a:ext cx="28217" cy="28217"/>
            </a:xfrm>
            <a:prstGeom prst="ellipse">
              <a:avLst/>
            </a:prstGeom>
            <a:solidFill>
              <a:srgbClr val="3072D5">
                <a:alpha val="6697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9" name="a.before-fake/point 033"/>
            <p:cNvSpPr/>
            <p:nvPr/>
          </p:nvSpPr>
          <p:spPr>
            <a:xfrm>
              <a:off x="2291916" y="7795385"/>
              <a:ext cx="16999" cy="16999"/>
            </a:xfrm>
            <a:prstGeom prst="ellipse">
              <a:avLst/>
            </a:prstGeom>
            <a:solidFill>
              <a:srgbClr val="3072D5">
                <a:alpha val="5225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0" name="a.before-fake/point 034"/>
            <p:cNvSpPr/>
            <p:nvPr/>
          </p:nvSpPr>
          <p:spPr>
            <a:xfrm>
              <a:off x="2116451" y="7942514"/>
              <a:ext cx="26820" cy="26820"/>
            </a:xfrm>
            <a:prstGeom prst="ellipse">
              <a:avLst/>
            </a:prstGeom>
            <a:solidFill>
              <a:srgbClr val="3072D5">
                <a:alpha val="5615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1" name="a.before-fake/point 035"/>
            <p:cNvSpPr/>
            <p:nvPr/>
          </p:nvSpPr>
          <p:spPr>
            <a:xfrm>
              <a:off x="2302914" y="8001259"/>
              <a:ext cx="31559" cy="31559"/>
            </a:xfrm>
            <a:prstGeom prst="ellipse">
              <a:avLst/>
            </a:prstGeom>
            <a:solidFill>
              <a:srgbClr val="3072D5">
                <a:alpha val="5073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2" name="a.before-fake/point 036"/>
            <p:cNvSpPr/>
            <p:nvPr/>
          </p:nvSpPr>
          <p:spPr>
            <a:xfrm>
              <a:off x="2381900" y="7904996"/>
              <a:ext cx="21915" cy="21915"/>
            </a:xfrm>
            <a:prstGeom prst="ellipse">
              <a:avLst/>
            </a:prstGeom>
            <a:solidFill>
              <a:srgbClr val="3072D5">
                <a:alpha val="5369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3" name="a.before-fake/point 037"/>
            <p:cNvSpPr/>
            <p:nvPr/>
          </p:nvSpPr>
          <p:spPr>
            <a:xfrm>
              <a:off x="2127141" y="7976314"/>
              <a:ext cx="17350" cy="17350"/>
            </a:xfrm>
            <a:prstGeom prst="ellipse">
              <a:avLst/>
            </a:prstGeom>
            <a:solidFill>
              <a:srgbClr val="3072D5">
                <a:alpha val="6525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4" name="a.before-fake/point 038"/>
            <p:cNvSpPr/>
            <p:nvPr/>
          </p:nvSpPr>
          <p:spPr>
            <a:xfrm>
              <a:off x="2484809" y="7835248"/>
              <a:ext cx="27240" cy="27240"/>
            </a:xfrm>
            <a:prstGeom prst="ellipse">
              <a:avLst/>
            </a:prstGeom>
            <a:solidFill>
              <a:srgbClr val="3072D5">
                <a:alpha val="6479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5" name="a.before-fake/point 039"/>
            <p:cNvSpPr/>
            <p:nvPr/>
          </p:nvSpPr>
          <p:spPr>
            <a:xfrm>
              <a:off x="2255550" y="7917005"/>
              <a:ext cx="27438" cy="27438"/>
            </a:xfrm>
            <a:prstGeom prst="ellipse">
              <a:avLst/>
            </a:prstGeom>
            <a:solidFill>
              <a:srgbClr val="3072D5">
                <a:alpha val="7680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6" name="a.before-fake/point 040"/>
            <p:cNvSpPr/>
            <p:nvPr/>
          </p:nvSpPr>
          <p:spPr>
            <a:xfrm>
              <a:off x="2300919" y="8007061"/>
              <a:ext cx="22839" cy="22839"/>
            </a:xfrm>
            <a:prstGeom prst="ellipse">
              <a:avLst/>
            </a:prstGeom>
            <a:solidFill>
              <a:srgbClr val="3072D5">
                <a:alpha val="8011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7" name="a.before-fake/point 041"/>
            <p:cNvSpPr/>
            <p:nvPr/>
          </p:nvSpPr>
          <p:spPr>
            <a:xfrm>
              <a:off x="2163203" y="7899767"/>
              <a:ext cx="28990" cy="28990"/>
            </a:xfrm>
            <a:prstGeom prst="ellipse">
              <a:avLst/>
            </a:prstGeom>
            <a:solidFill>
              <a:srgbClr val="3072D5">
                <a:alpha val="684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8" name="a.before-fake/point 042"/>
            <p:cNvSpPr/>
            <p:nvPr/>
          </p:nvSpPr>
          <p:spPr>
            <a:xfrm>
              <a:off x="2257896" y="7857055"/>
              <a:ext cx="21667" cy="21667"/>
            </a:xfrm>
            <a:prstGeom prst="ellipse">
              <a:avLst/>
            </a:prstGeom>
            <a:solidFill>
              <a:srgbClr val="3072D5">
                <a:alpha val="6270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9" name="a.before-fake/point 043"/>
            <p:cNvSpPr/>
            <p:nvPr/>
          </p:nvSpPr>
          <p:spPr>
            <a:xfrm>
              <a:off x="2334654" y="8067060"/>
              <a:ext cx="26509" cy="26509"/>
            </a:xfrm>
            <a:prstGeom prst="ellipse">
              <a:avLst/>
            </a:prstGeom>
            <a:solidFill>
              <a:srgbClr val="3072D5">
                <a:alpha val="6493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0" name="a.before-fake/point 044"/>
            <p:cNvSpPr/>
            <p:nvPr/>
          </p:nvSpPr>
          <p:spPr>
            <a:xfrm>
              <a:off x="2095210" y="7852286"/>
              <a:ext cx="31156" cy="31156"/>
            </a:xfrm>
            <a:prstGeom prst="ellipse">
              <a:avLst/>
            </a:prstGeom>
            <a:solidFill>
              <a:srgbClr val="3072D5">
                <a:alpha val="5514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1" name="a.before-fake/point 045"/>
            <p:cNvSpPr/>
            <p:nvPr/>
          </p:nvSpPr>
          <p:spPr>
            <a:xfrm>
              <a:off x="2425630" y="8040374"/>
              <a:ext cx="30888" cy="30888"/>
            </a:xfrm>
            <a:prstGeom prst="ellipse">
              <a:avLst/>
            </a:prstGeom>
            <a:solidFill>
              <a:srgbClr val="3072D5">
                <a:alpha val="7750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2" name="a.before-fake/point 046"/>
            <p:cNvSpPr/>
            <p:nvPr/>
          </p:nvSpPr>
          <p:spPr>
            <a:xfrm>
              <a:off x="1957353" y="7880999"/>
              <a:ext cx="30003" cy="30003"/>
            </a:xfrm>
            <a:prstGeom prst="ellipse">
              <a:avLst/>
            </a:prstGeom>
            <a:solidFill>
              <a:srgbClr val="3072D5">
                <a:alpha val="5352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3" name="a.before-fake/point 047"/>
            <p:cNvSpPr/>
            <p:nvPr/>
          </p:nvSpPr>
          <p:spPr>
            <a:xfrm>
              <a:off x="2166268" y="7788131"/>
              <a:ext cx="20701" cy="20701"/>
            </a:xfrm>
            <a:prstGeom prst="ellipse">
              <a:avLst/>
            </a:prstGeom>
            <a:solidFill>
              <a:srgbClr val="3072D5">
                <a:alpha val="8077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304" name="a.after-real"/>
          <p:cNvGrpSpPr/>
          <p:nvPr/>
        </p:nvGrpSpPr>
        <p:grpSpPr>
          <a:xfrm>
            <a:off x="4770120" y="8039734"/>
            <a:ext cx="822960" cy="582930"/>
            <a:chOff x="4770120" y="8039734"/>
            <a:chExt cx="822960" cy="582930"/>
          </a:xfrm>
        </p:grpSpPr>
        <p:sp>
          <p:nvSpPr>
            <p:cNvPr id="305" name="a.after-real/contour 1.35"/>
            <p:cNvSpPr/>
            <p:nvPr/>
          </p:nvSpPr>
          <p:spPr>
            <a:xfrm>
              <a:off x="4770120" y="8039734"/>
              <a:ext cx="822960" cy="582930"/>
            </a:xfrm>
            <a:prstGeom prst="ellipse">
              <a:avLst/>
            </a:prstGeom>
            <a:solidFill>
              <a:srgbClr val="D74732">
                <a:alpha val="4500"/>
              </a:srgbClr>
            </a:solidFill>
            <a:ln w="4445">
              <a:solidFill>
                <a:srgbClr val="D74732">
                  <a:alpha val="45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6" name="a.after-real/contour 1.05"/>
            <p:cNvSpPr/>
            <p:nvPr/>
          </p:nvSpPr>
          <p:spPr>
            <a:xfrm>
              <a:off x="4861560" y="8104505"/>
              <a:ext cx="640080" cy="453390"/>
            </a:xfrm>
            <a:prstGeom prst="ellipse">
              <a:avLst/>
            </a:prstGeom>
            <a:solidFill>
              <a:srgbClr val="D74732">
                <a:alpha val="7000"/>
              </a:srgbClr>
            </a:solidFill>
            <a:ln w="4445">
              <a:solidFill>
                <a:srgbClr val="D74732">
                  <a:alpha val="7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7" name="a.after-real/contour 0.75"/>
            <p:cNvSpPr/>
            <p:nvPr/>
          </p:nvSpPr>
          <p:spPr>
            <a:xfrm>
              <a:off x="4953000" y="8169275"/>
              <a:ext cx="457200" cy="323850"/>
            </a:xfrm>
            <a:prstGeom prst="ellipse">
              <a:avLst/>
            </a:prstGeom>
            <a:solidFill>
              <a:srgbClr val="D74732">
                <a:alpha val="10000"/>
              </a:srgbClr>
            </a:solidFill>
            <a:ln w="4445">
              <a:solidFill>
                <a:srgbClr val="D74732">
                  <a:alpha val="1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a.after-real/point 000"/>
            <p:cNvSpPr/>
            <p:nvPr/>
          </p:nvSpPr>
          <p:spPr>
            <a:xfrm>
              <a:off x="5243206" y="8386835"/>
              <a:ext cx="28256" cy="28256"/>
            </a:xfrm>
            <a:prstGeom prst="ellipse">
              <a:avLst/>
            </a:prstGeom>
            <a:solidFill>
              <a:srgbClr val="D74732">
                <a:alpha val="7681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a.after-real/point 001"/>
            <p:cNvSpPr/>
            <p:nvPr/>
          </p:nvSpPr>
          <p:spPr>
            <a:xfrm>
              <a:off x="5153649" y="8232230"/>
              <a:ext cx="28702" cy="28702"/>
            </a:xfrm>
            <a:prstGeom prst="ellipse">
              <a:avLst/>
            </a:prstGeom>
            <a:solidFill>
              <a:srgbClr val="D74732">
                <a:alpha val="7025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0" name="a.after-real/point 002"/>
            <p:cNvSpPr/>
            <p:nvPr/>
          </p:nvSpPr>
          <p:spPr>
            <a:xfrm>
              <a:off x="5281963" y="8365116"/>
              <a:ext cx="17239" cy="17239"/>
            </a:xfrm>
            <a:prstGeom prst="ellipse">
              <a:avLst/>
            </a:prstGeom>
            <a:solidFill>
              <a:srgbClr val="D74732">
                <a:alpha val="8545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1" name="a.after-real/point 003"/>
            <p:cNvSpPr/>
            <p:nvPr/>
          </p:nvSpPr>
          <p:spPr>
            <a:xfrm>
              <a:off x="5267339" y="8297018"/>
              <a:ext cx="21225" cy="21225"/>
            </a:xfrm>
            <a:prstGeom prst="ellipse">
              <a:avLst/>
            </a:prstGeom>
            <a:solidFill>
              <a:srgbClr val="D74732">
                <a:alpha val="7918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2" name="a.after-real/point 004"/>
            <p:cNvSpPr/>
            <p:nvPr/>
          </p:nvSpPr>
          <p:spPr>
            <a:xfrm>
              <a:off x="5192117" y="8369506"/>
              <a:ext cx="19384" cy="19384"/>
            </a:xfrm>
            <a:prstGeom prst="ellipse">
              <a:avLst/>
            </a:prstGeom>
            <a:solidFill>
              <a:srgbClr val="D74732">
                <a:alpha val="6318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3" name="a.after-real/point 005"/>
            <p:cNvSpPr/>
            <p:nvPr/>
          </p:nvSpPr>
          <p:spPr>
            <a:xfrm>
              <a:off x="4968412" y="8174903"/>
              <a:ext cx="19723" cy="19723"/>
            </a:xfrm>
            <a:prstGeom prst="ellipse">
              <a:avLst/>
            </a:prstGeom>
            <a:solidFill>
              <a:srgbClr val="D74732">
                <a:alpha val="8633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4" name="a.after-real/point 006"/>
            <p:cNvSpPr/>
            <p:nvPr/>
          </p:nvSpPr>
          <p:spPr>
            <a:xfrm>
              <a:off x="4939040" y="8258091"/>
              <a:ext cx="28976" cy="28976"/>
            </a:xfrm>
            <a:prstGeom prst="ellipse">
              <a:avLst/>
            </a:prstGeom>
            <a:solidFill>
              <a:srgbClr val="D74732">
                <a:alpha val="5609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a.after-real/point 007"/>
            <p:cNvSpPr/>
            <p:nvPr/>
          </p:nvSpPr>
          <p:spPr>
            <a:xfrm>
              <a:off x="5138750" y="8289856"/>
              <a:ext cx="16596" cy="16596"/>
            </a:xfrm>
            <a:prstGeom prst="ellipse">
              <a:avLst/>
            </a:prstGeom>
            <a:solidFill>
              <a:srgbClr val="D74732">
                <a:alpha val="6503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a.after-real/point 008"/>
            <p:cNvSpPr/>
            <p:nvPr/>
          </p:nvSpPr>
          <p:spPr>
            <a:xfrm>
              <a:off x="5193319" y="8219364"/>
              <a:ext cx="19445" cy="19445"/>
            </a:xfrm>
            <a:prstGeom prst="ellipse">
              <a:avLst/>
            </a:prstGeom>
            <a:solidFill>
              <a:srgbClr val="D74732">
                <a:alpha val="8196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7" name="a.after-real/point 009"/>
            <p:cNvSpPr/>
            <p:nvPr/>
          </p:nvSpPr>
          <p:spPr>
            <a:xfrm>
              <a:off x="5241039" y="8289216"/>
              <a:ext cx="23340" cy="23340"/>
            </a:xfrm>
            <a:prstGeom prst="ellipse">
              <a:avLst/>
            </a:prstGeom>
            <a:solidFill>
              <a:srgbClr val="D74732">
                <a:alpha val="7423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8" name="a.after-real/point 010"/>
            <p:cNvSpPr/>
            <p:nvPr/>
          </p:nvSpPr>
          <p:spPr>
            <a:xfrm>
              <a:off x="5217101" y="8294789"/>
              <a:ext cx="24952" cy="24952"/>
            </a:xfrm>
            <a:prstGeom prst="ellipse">
              <a:avLst/>
            </a:prstGeom>
            <a:solidFill>
              <a:srgbClr val="D74732">
                <a:alpha val="8680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9" name="a.after-real/point 011"/>
            <p:cNvSpPr/>
            <p:nvPr/>
          </p:nvSpPr>
          <p:spPr>
            <a:xfrm>
              <a:off x="5028668" y="8236653"/>
              <a:ext cx="28320" cy="28320"/>
            </a:xfrm>
            <a:prstGeom prst="ellipse">
              <a:avLst/>
            </a:prstGeom>
            <a:solidFill>
              <a:srgbClr val="D74732">
                <a:alpha val="6927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a.after-real/point 012"/>
            <p:cNvSpPr/>
            <p:nvPr/>
          </p:nvSpPr>
          <p:spPr>
            <a:xfrm>
              <a:off x="5131981" y="8422318"/>
              <a:ext cx="24559" cy="24559"/>
            </a:xfrm>
            <a:prstGeom prst="ellipse">
              <a:avLst/>
            </a:prstGeom>
            <a:solidFill>
              <a:srgbClr val="D74732">
                <a:alpha val="6304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1" name="a.after-real/point 013"/>
            <p:cNvSpPr/>
            <p:nvPr/>
          </p:nvSpPr>
          <p:spPr>
            <a:xfrm>
              <a:off x="5234864" y="8259072"/>
              <a:ext cx="23879" cy="23879"/>
            </a:xfrm>
            <a:prstGeom prst="ellipse">
              <a:avLst/>
            </a:prstGeom>
            <a:solidFill>
              <a:srgbClr val="D74732">
                <a:alpha val="7893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2" name="a.after-real/point 014"/>
            <p:cNvSpPr/>
            <p:nvPr/>
          </p:nvSpPr>
          <p:spPr>
            <a:xfrm>
              <a:off x="5260955" y="8163307"/>
              <a:ext cx="26438" cy="26438"/>
            </a:xfrm>
            <a:prstGeom prst="ellipse">
              <a:avLst/>
            </a:prstGeom>
            <a:solidFill>
              <a:srgbClr val="D74732">
                <a:alpha val="5959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3" name="a.after-real/point 015"/>
            <p:cNvSpPr/>
            <p:nvPr/>
          </p:nvSpPr>
          <p:spPr>
            <a:xfrm>
              <a:off x="5309813" y="8174224"/>
              <a:ext cx="27402" cy="27402"/>
            </a:xfrm>
            <a:prstGeom prst="ellipse">
              <a:avLst/>
            </a:prstGeom>
            <a:solidFill>
              <a:srgbClr val="D74732">
                <a:alpha val="7914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a.after-real/point 016"/>
            <p:cNvSpPr/>
            <p:nvPr/>
          </p:nvSpPr>
          <p:spPr>
            <a:xfrm>
              <a:off x="5037846" y="8310565"/>
              <a:ext cx="25390" cy="25390"/>
            </a:xfrm>
            <a:prstGeom prst="ellipse">
              <a:avLst/>
            </a:prstGeom>
            <a:solidFill>
              <a:srgbClr val="D74732">
                <a:alpha val="5559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5" name="a.after-real/point 017"/>
            <p:cNvSpPr/>
            <p:nvPr/>
          </p:nvSpPr>
          <p:spPr>
            <a:xfrm>
              <a:off x="5071540" y="8179764"/>
              <a:ext cx="19020" cy="19020"/>
            </a:xfrm>
            <a:prstGeom prst="ellipse">
              <a:avLst/>
            </a:prstGeom>
            <a:solidFill>
              <a:srgbClr val="D74732">
                <a:alpha val="7864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a.after-real/point 018"/>
            <p:cNvSpPr/>
            <p:nvPr/>
          </p:nvSpPr>
          <p:spPr>
            <a:xfrm>
              <a:off x="5157387" y="8283515"/>
              <a:ext cx="17282" cy="17282"/>
            </a:xfrm>
            <a:prstGeom prst="ellipse">
              <a:avLst/>
            </a:prstGeom>
            <a:solidFill>
              <a:srgbClr val="D74732">
                <a:alpha val="7262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7" name="a.after-real/point 019"/>
            <p:cNvSpPr/>
            <p:nvPr/>
          </p:nvSpPr>
          <p:spPr>
            <a:xfrm>
              <a:off x="5187322" y="8385720"/>
              <a:ext cx="25976" cy="25976"/>
            </a:xfrm>
            <a:prstGeom prst="ellipse">
              <a:avLst/>
            </a:prstGeom>
            <a:solidFill>
              <a:srgbClr val="D74732">
                <a:alpha val="7473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a.after-real/point 020"/>
            <p:cNvSpPr/>
            <p:nvPr/>
          </p:nvSpPr>
          <p:spPr>
            <a:xfrm>
              <a:off x="5169653" y="8216875"/>
              <a:ext cx="21596" cy="21596"/>
            </a:xfrm>
            <a:prstGeom prst="ellipse">
              <a:avLst/>
            </a:prstGeom>
            <a:solidFill>
              <a:srgbClr val="D74732">
                <a:alpha val="5047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9" name="a.after-real/point 021"/>
            <p:cNvSpPr/>
            <p:nvPr/>
          </p:nvSpPr>
          <p:spPr>
            <a:xfrm>
              <a:off x="5225010" y="8353281"/>
              <a:ext cx="24515" cy="24515"/>
            </a:xfrm>
            <a:prstGeom prst="ellipse">
              <a:avLst/>
            </a:prstGeom>
            <a:solidFill>
              <a:srgbClr val="D74732">
                <a:alpha val="773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0" name="a.after-real/point 022"/>
            <p:cNvSpPr/>
            <p:nvPr/>
          </p:nvSpPr>
          <p:spPr>
            <a:xfrm>
              <a:off x="5194670" y="8392613"/>
              <a:ext cx="30780" cy="30780"/>
            </a:xfrm>
            <a:prstGeom prst="ellipse">
              <a:avLst/>
            </a:prstGeom>
            <a:solidFill>
              <a:srgbClr val="D74732">
                <a:alpha val="6522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1" name="a.after-real/point 023"/>
            <p:cNvSpPr/>
            <p:nvPr/>
          </p:nvSpPr>
          <p:spPr>
            <a:xfrm>
              <a:off x="5132448" y="8209970"/>
              <a:ext cx="26564" cy="26564"/>
            </a:xfrm>
            <a:prstGeom prst="ellipse">
              <a:avLst/>
            </a:prstGeom>
            <a:solidFill>
              <a:srgbClr val="D74732">
                <a:alpha val="681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a.after-real/point 024"/>
            <p:cNvSpPr/>
            <p:nvPr/>
          </p:nvSpPr>
          <p:spPr>
            <a:xfrm>
              <a:off x="5003897" y="8287028"/>
              <a:ext cx="18965" cy="18965"/>
            </a:xfrm>
            <a:prstGeom prst="ellipse">
              <a:avLst/>
            </a:prstGeom>
            <a:solidFill>
              <a:srgbClr val="D74732">
                <a:alpha val="8035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a.after-real/point 025"/>
            <p:cNvSpPr/>
            <p:nvPr/>
          </p:nvSpPr>
          <p:spPr>
            <a:xfrm>
              <a:off x="5196273" y="8303656"/>
              <a:ext cx="19529" cy="19529"/>
            </a:xfrm>
            <a:prstGeom prst="ellipse">
              <a:avLst/>
            </a:prstGeom>
            <a:solidFill>
              <a:srgbClr val="D74732">
                <a:alpha val="5945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4" name="a.after-real/point 026"/>
            <p:cNvSpPr/>
            <p:nvPr/>
          </p:nvSpPr>
          <p:spPr>
            <a:xfrm>
              <a:off x="5219825" y="8342565"/>
              <a:ext cx="26285" cy="26285"/>
            </a:xfrm>
            <a:prstGeom prst="ellipse">
              <a:avLst/>
            </a:prstGeom>
            <a:solidFill>
              <a:srgbClr val="D74732">
                <a:alpha val="5467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a.after-real/point 027"/>
            <p:cNvSpPr/>
            <p:nvPr/>
          </p:nvSpPr>
          <p:spPr>
            <a:xfrm>
              <a:off x="5418976" y="8398490"/>
              <a:ext cx="22636" cy="22636"/>
            </a:xfrm>
            <a:prstGeom prst="ellipse">
              <a:avLst/>
            </a:prstGeom>
            <a:solidFill>
              <a:srgbClr val="D74732">
                <a:alpha val="7054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a.after-real/point 028"/>
            <p:cNvSpPr/>
            <p:nvPr/>
          </p:nvSpPr>
          <p:spPr>
            <a:xfrm>
              <a:off x="5067754" y="8331349"/>
              <a:ext cx="23432" cy="23432"/>
            </a:xfrm>
            <a:prstGeom prst="ellipse">
              <a:avLst/>
            </a:prstGeom>
            <a:solidFill>
              <a:srgbClr val="D74732">
                <a:alpha val="5738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7" name="a.after-real/point 029"/>
            <p:cNvSpPr/>
            <p:nvPr/>
          </p:nvSpPr>
          <p:spPr>
            <a:xfrm>
              <a:off x="5096995" y="8292652"/>
              <a:ext cx="18724" cy="18724"/>
            </a:xfrm>
            <a:prstGeom prst="ellipse">
              <a:avLst/>
            </a:prstGeom>
            <a:solidFill>
              <a:srgbClr val="D74732">
                <a:alpha val="5793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a.after-real/point 030"/>
            <p:cNvSpPr/>
            <p:nvPr/>
          </p:nvSpPr>
          <p:spPr>
            <a:xfrm>
              <a:off x="4946634" y="8414519"/>
              <a:ext cx="25621" cy="25621"/>
            </a:xfrm>
            <a:prstGeom prst="ellipse">
              <a:avLst/>
            </a:prstGeom>
            <a:solidFill>
              <a:srgbClr val="D74732">
                <a:alpha val="8726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9" name="a.after-real/point 031"/>
            <p:cNvSpPr/>
            <p:nvPr/>
          </p:nvSpPr>
          <p:spPr>
            <a:xfrm>
              <a:off x="5096798" y="8353757"/>
              <a:ext cx="27340" cy="27340"/>
            </a:xfrm>
            <a:prstGeom prst="ellipse">
              <a:avLst/>
            </a:prstGeom>
            <a:solidFill>
              <a:srgbClr val="D74732">
                <a:alpha val="5723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0" name="a.after-real/point 032"/>
            <p:cNvSpPr/>
            <p:nvPr/>
          </p:nvSpPr>
          <p:spPr>
            <a:xfrm>
              <a:off x="5283500" y="8319909"/>
              <a:ext cx="20646" cy="20646"/>
            </a:xfrm>
            <a:prstGeom prst="ellipse">
              <a:avLst/>
            </a:prstGeom>
            <a:solidFill>
              <a:srgbClr val="D74732">
                <a:alpha val="6030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1" name="a.after-real/point 033"/>
            <p:cNvSpPr/>
            <p:nvPr/>
          </p:nvSpPr>
          <p:spPr>
            <a:xfrm>
              <a:off x="5076867" y="8492183"/>
              <a:ext cx="31630" cy="31630"/>
            </a:xfrm>
            <a:prstGeom prst="ellipse">
              <a:avLst/>
            </a:prstGeom>
            <a:solidFill>
              <a:srgbClr val="D74732">
                <a:alpha val="7122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2" name="a.after-real/point 034"/>
            <p:cNvSpPr/>
            <p:nvPr/>
          </p:nvSpPr>
          <p:spPr>
            <a:xfrm>
              <a:off x="5174518" y="8333440"/>
              <a:ext cx="17729" cy="17729"/>
            </a:xfrm>
            <a:prstGeom prst="ellipse">
              <a:avLst/>
            </a:prstGeom>
            <a:solidFill>
              <a:srgbClr val="D74732">
                <a:alpha val="6132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3" name="a.after-real/point 035"/>
            <p:cNvSpPr/>
            <p:nvPr/>
          </p:nvSpPr>
          <p:spPr>
            <a:xfrm>
              <a:off x="5068113" y="8228842"/>
              <a:ext cx="29514" cy="29514"/>
            </a:xfrm>
            <a:prstGeom prst="ellipse">
              <a:avLst/>
            </a:prstGeom>
            <a:solidFill>
              <a:srgbClr val="D74732">
                <a:alpha val="812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4" name="a.after-real/point 036"/>
            <p:cNvSpPr/>
            <p:nvPr/>
          </p:nvSpPr>
          <p:spPr>
            <a:xfrm>
              <a:off x="5068508" y="8415130"/>
              <a:ext cx="23281" cy="23281"/>
            </a:xfrm>
            <a:prstGeom prst="ellipse">
              <a:avLst/>
            </a:prstGeom>
            <a:solidFill>
              <a:srgbClr val="D74732">
                <a:alpha val="7767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5" name="a.after-real/point 037"/>
            <p:cNvSpPr/>
            <p:nvPr/>
          </p:nvSpPr>
          <p:spPr>
            <a:xfrm>
              <a:off x="5297149" y="8523182"/>
              <a:ext cx="16858" cy="16858"/>
            </a:xfrm>
            <a:prstGeom prst="ellipse">
              <a:avLst/>
            </a:prstGeom>
            <a:solidFill>
              <a:srgbClr val="D74732">
                <a:alpha val="7347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6" name="a.after-real/point 038"/>
            <p:cNvSpPr/>
            <p:nvPr/>
          </p:nvSpPr>
          <p:spPr>
            <a:xfrm>
              <a:off x="5050658" y="8436613"/>
              <a:ext cx="18699" cy="18699"/>
            </a:xfrm>
            <a:prstGeom prst="ellipse">
              <a:avLst/>
            </a:prstGeom>
            <a:solidFill>
              <a:srgbClr val="D74732">
                <a:alpha val="8385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7" name="a.after-real/point 039"/>
            <p:cNvSpPr/>
            <p:nvPr/>
          </p:nvSpPr>
          <p:spPr>
            <a:xfrm>
              <a:off x="5351797" y="8320218"/>
              <a:ext cx="27230" cy="27230"/>
            </a:xfrm>
            <a:prstGeom prst="ellipse">
              <a:avLst/>
            </a:prstGeom>
            <a:solidFill>
              <a:srgbClr val="D74732">
                <a:alpha val="692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8" name="a.after-real/point 040"/>
            <p:cNvSpPr/>
            <p:nvPr/>
          </p:nvSpPr>
          <p:spPr>
            <a:xfrm>
              <a:off x="5220502" y="8389274"/>
              <a:ext cx="23316" cy="23316"/>
            </a:xfrm>
            <a:prstGeom prst="ellipse">
              <a:avLst/>
            </a:prstGeom>
            <a:solidFill>
              <a:srgbClr val="D74732">
                <a:alpha val="580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9" name="a.after-real/point 041"/>
            <p:cNvSpPr/>
            <p:nvPr/>
          </p:nvSpPr>
          <p:spPr>
            <a:xfrm>
              <a:off x="5284195" y="8448930"/>
              <a:ext cx="24885" cy="24885"/>
            </a:xfrm>
            <a:prstGeom prst="ellipse">
              <a:avLst/>
            </a:prstGeom>
            <a:solidFill>
              <a:srgbClr val="D74732">
                <a:alpha val="6029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0" name="a.after-real/point 042"/>
            <p:cNvSpPr/>
            <p:nvPr/>
          </p:nvSpPr>
          <p:spPr>
            <a:xfrm>
              <a:off x="5059702" y="8241723"/>
              <a:ext cx="18583" cy="18583"/>
            </a:xfrm>
            <a:prstGeom prst="ellipse">
              <a:avLst/>
            </a:prstGeom>
            <a:solidFill>
              <a:srgbClr val="D74732">
                <a:alpha val="722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1" name="a.after-real/point 043"/>
            <p:cNvSpPr/>
            <p:nvPr/>
          </p:nvSpPr>
          <p:spPr>
            <a:xfrm>
              <a:off x="5123847" y="8301051"/>
              <a:ext cx="21094" cy="21094"/>
            </a:xfrm>
            <a:prstGeom prst="ellipse">
              <a:avLst/>
            </a:prstGeom>
            <a:solidFill>
              <a:srgbClr val="D74732">
                <a:alpha val="8280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2" name="a.after-real/point 044"/>
            <p:cNvSpPr/>
            <p:nvPr/>
          </p:nvSpPr>
          <p:spPr>
            <a:xfrm>
              <a:off x="5099896" y="8292902"/>
              <a:ext cx="22507" cy="22507"/>
            </a:xfrm>
            <a:prstGeom prst="ellipse">
              <a:avLst/>
            </a:prstGeom>
            <a:solidFill>
              <a:srgbClr val="D74732">
                <a:alpha val="6741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3" name="a.after-real/point 045"/>
            <p:cNvSpPr/>
            <p:nvPr/>
          </p:nvSpPr>
          <p:spPr>
            <a:xfrm>
              <a:off x="5114629" y="8169079"/>
              <a:ext cx="17842" cy="17842"/>
            </a:xfrm>
            <a:prstGeom prst="ellipse">
              <a:avLst/>
            </a:prstGeom>
            <a:solidFill>
              <a:srgbClr val="D74732">
                <a:alpha val="5177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4" name="a.after-real/point 046"/>
            <p:cNvSpPr/>
            <p:nvPr/>
          </p:nvSpPr>
          <p:spPr>
            <a:xfrm>
              <a:off x="5151019" y="8327534"/>
              <a:ext cx="18861" cy="18861"/>
            </a:xfrm>
            <a:prstGeom prst="ellipse">
              <a:avLst/>
            </a:prstGeom>
            <a:solidFill>
              <a:srgbClr val="D74732">
                <a:alpha val="5403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5" name="a.after-real/point 047"/>
            <p:cNvSpPr/>
            <p:nvPr/>
          </p:nvSpPr>
          <p:spPr>
            <a:xfrm>
              <a:off x="5306824" y="8381307"/>
              <a:ext cx="17964" cy="17964"/>
            </a:xfrm>
            <a:prstGeom prst="ellipse">
              <a:avLst/>
            </a:prstGeom>
            <a:solidFill>
              <a:srgbClr val="D74732">
                <a:alpha val="7153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356" name="a.after-fake"/>
          <p:cNvGrpSpPr/>
          <p:nvPr/>
        </p:nvGrpSpPr>
        <p:grpSpPr>
          <a:xfrm>
            <a:off x="4859020" y="7941945"/>
            <a:ext cx="822960" cy="651510"/>
            <a:chOff x="4859020" y="7941945"/>
            <a:chExt cx="822960" cy="651510"/>
          </a:xfrm>
        </p:grpSpPr>
        <p:sp>
          <p:nvSpPr>
            <p:cNvPr id="357" name="a.after-fake/contour 1.35"/>
            <p:cNvSpPr/>
            <p:nvPr/>
          </p:nvSpPr>
          <p:spPr>
            <a:xfrm>
              <a:off x="4859020" y="7941945"/>
              <a:ext cx="822960" cy="651510"/>
            </a:xfrm>
            <a:prstGeom prst="ellipse">
              <a:avLst/>
            </a:prstGeom>
            <a:solidFill>
              <a:srgbClr val="3072D5">
                <a:alpha val="4500"/>
              </a:srgbClr>
            </a:solidFill>
            <a:ln w="4445">
              <a:solidFill>
                <a:srgbClr val="3072D5">
                  <a:alpha val="45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8" name="a.after-fake/contour 1.05"/>
            <p:cNvSpPr/>
            <p:nvPr/>
          </p:nvSpPr>
          <p:spPr>
            <a:xfrm>
              <a:off x="4950460" y="8014334"/>
              <a:ext cx="640080" cy="506730"/>
            </a:xfrm>
            <a:prstGeom prst="ellipse">
              <a:avLst/>
            </a:prstGeom>
            <a:solidFill>
              <a:srgbClr val="3072D5">
                <a:alpha val="7000"/>
              </a:srgbClr>
            </a:solidFill>
            <a:ln w="4445">
              <a:solidFill>
                <a:srgbClr val="3072D5">
                  <a:alpha val="7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9" name="a.after-fake/contour 0.75"/>
            <p:cNvSpPr/>
            <p:nvPr/>
          </p:nvSpPr>
          <p:spPr>
            <a:xfrm>
              <a:off x="5041900" y="8086725"/>
              <a:ext cx="457200" cy="361950"/>
            </a:xfrm>
            <a:prstGeom prst="ellipse">
              <a:avLst/>
            </a:prstGeom>
            <a:solidFill>
              <a:srgbClr val="3072D5">
                <a:alpha val="10000"/>
              </a:srgbClr>
            </a:solidFill>
            <a:ln w="4445">
              <a:solidFill>
                <a:srgbClr val="3072D5">
                  <a:alpha val="1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0" name="a.after-fake/point 000"/>
            <p:cNvSpPr/>
            <p:nvPr/>
          </p:nvSpPr>
          <p:spPr>
            <a:xfrm>
              <a:off x="5329804" y="8271063"/>
              <a:ext cx="27317" cy="27317"/>
            </a:xfrm>
            <a:prstGeom prst="ellipse">
              <a:avLst/>
            </a:prstGeom>
            <a:solidFill>
              <a:srgbClr val="3072D5">
                <a:alpha val="5542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1" name="a.after-fake/point 001"/>
            <p:cNvSpPr/>
            <p:nvPr/>
          </p:nvSpPr>
          <p:spPr>
            <a:xfrm>
              <a:off x="5318785" y="8205174"/>
              <a:ext cx="16684" cy="16684"/>
            </a:xfrm>
            <a:prstGeom prst="ellipse">
              <a:avLst/>
            </a:prstGeom>
            <a:solidFill>
              <a:srgbClr val="3072D5">
                <a:alpha val="6671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2" name="a.after-fake/point 002"/>
            <p:cNvSpPr/>
            <p:nvPr/>
          </p:nvSpPr>
          <p:spPr>
            <a:xfrm>
              <a:off x="5270264" y="8271338"/>
              <a:ext cx="20748" cy="20748"/>
            </a:xfrm>
            <a:prstGeom prst="ellipse">
              <a:avLst/>
            </a:prstGeom>
            <a:solidFill>
              <a:srgbClr val="3072D5">
                <a:alpha val="6747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a.after-fake/point 003"/>
            <p:cNvSpPr/>
            <p:nvPr/>
          </p:nvSpPr>
          <p:spPr>
            <a:xfrm>
              <a:off x="5337533" y="8420791"/>
              <a:ext cx="21082" cy="21082"/>
            </a:xfrm>
            <a:prstGeom prst="ellipse">
              <a:avLst/>
            </a:prstGeom>
            <a:solidFill>
              <a:srgbClr val="3072D5">
                <a:alpha val="7663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4" name="a.after-fake/point 004"/>
            <p:cNvSpPr/>
            <p:nvPr/>
          </p:nvSpPr>
          <p:spPr>
            <a:xfrm>
              <a:off x="5228102" y="8289309"/>
              <a:ext cx="23133" cy="23133"/>
            </a:xfrm>
            <a:prstGeom prst="ellipse">
              <a:avLst/>
            </a:prstGeom>
            <a:solidFill>
              <a:srgbClr val="3072D5">
                <a:alpha val="7605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5" name="a.after-fake/point 005"/>
            <p:cNvSpPr/>
            <p:nvPr/>
          </p:nvSpPr>
          <p:spPr>
            <a:xfrm>
              <a:off x="5100167" y="8268954"/>
              <a:ext cx="18365" cy="18365"/>
            </a:xfrm>
            <a:prstGeom prst="ellipse">
              <a:avLst/>
            </a:prstGeom>
            <a:solidFill>
              <a:srgbClr val="3072D5">
                <a:alpha val="5531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a.after-fake/point 006"/>
            <p:cNvSpPr/>
            <p:nvPr/>
          </p:nvSpPr>
          <p:spPr>
            <a:xfrm>
              <a:off x="5345410" y="8328654"/>
              <a:ext cx="29631" cy="29631"/>
            </a:xfrm>
            <a:prstGeom prst="ellipse">
              <a:avLst/>
            </a:prstGeom>
            <a:solidFill>
              <a:srgbClr val="3072D5">
                <a:alpha val="6456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7" name="a.after-fake/point 007"/>
            <p:cNvSpPr/>
            <p:nvPr/>
          </p:nvSpPr>
          <p:spPr>
            <a:xfrm>
              <a:off x="5283930" y="8218534"/>
              <a:ext cx="19944" cy="19944"/>
            </a:xfrm>
            <a:prstGeom prst="ellipse">
              <a:avLst/>
            </a:prstGeom>
            <a:solidFill>
              <a:srgbClr val="3072D5">
                <a:alpha val="7558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a.after-fake/point 008"/>
            <p:cNvSpPr/>
            <p:nvPr/>
          </p:nvSpPr>
          <p:spPr>
            <a:xfrm>
              <a:off x="5305566" y="8103666"/>
              <a:ext cx="18729" cy="18729"/>
            </a:xfrm>
            <a:prstGeom prst="ellipse">
              <a:avLst/>
            </a:prstGeom>
            <a:solidFill>
              <a:srgbClr val="3072D5">
                <a:alpha val="7057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9" name="a.after-fake/point 009"/>
            <p:cNvSpPr/>
            <p:nvPr/>
          </p:nvSpPr>
          <p:spPr>
            <a:xfrm>
              <a:off x="5272552" y="8403092"/>
              <a:ext cx="25350" cy="25350"/>
            </a:xfrm>
            <a:prstGeom prst="ellipse">
              <a:avLst/>
            </a:prstGeom>
            <a:solidFill>
              <a:srgbClr val="3072D5">
                <a:alpha val="761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a.after-fake/point 010"/>
            <p:cNvSpPr/>
            <p:nvPr/>
          </p:nvSpPr>
          <p:spPr>
            <a:xfrm>
              <a:off x="5328042" y="8000786"/>
              <a:ext cx="23615" cy="23615"/>
            </a:xfrm>
            <a:prstGeom prst="ellipse">
              <a:avLst/>
            </a:prstGeom>
            <a:solidFill>
              <a:srgbClr val="3072D5">
                <a:alpha val="8780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a.after-fake/point 011"/>
            <p:cNvSpPr/>
            <p:nvPr/>
          </p:nvSpPr>
          <p:spPr>
            <a:xfrm>
              <a:off x="5203843" y="8437299"/>
              <a:ext cx="18119" cy="18119"/>
            </a:xfrm>
            <a:prstGeom prst="ellipse">
              <a:avLst/>
            </a:prstGeom>
            <a:solidFill>
              <a:srgbClr val="3072D5">
                <a:alpha val="7722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a.after-fake/point 012"/>
            <p:cNvSpPr/>
            <p:nvPr/>
          </p:nvSpPr>
          <p:spPr>
            <a:xfrm>
              <a:off x="5373868" y="8188050"/>
              <a:ext cx="22012" cy="22012"/>
            </a:xfrm>
            <a:prstGeom prst="ellipse">
              <a:avLst/>
            </a:prstGeom>
            <a:solidFill>
              <a:srgbClr val="3072D5">
                <a:alpha val="8137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a.after-fake/point 013"/>
            <p:cNvSpPr/>
            <p:nvPr/>
          </p:nvSpPr>
          <p:spPr>
            <a:xfrm>
              <a:off x="5329857" y="8126839"/>
              <a:ext cx="21768" cy="21768"/>
            </a:xfrm>
            <a:prstGeom prst="ellipse">
              <a:avLst/>
            </a:prstGeom>
            <a:solidFill>
              <a:srgbClr val="3072D5">
                <a:alpha val="695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a.after-fake/point 014"/>
            <p:cNvSpPr/>
            <p:nvPr/>
          </p:nvSpPr>
          <p:spPr>
            <a:xfrm>
              <a:off x="5398276" y="8258429"/>
              <a:ext cx="21200" cy="21200"/>
            </a:xfrm>
            <a:prstGeom prst="ellipse">
              <a:avLst/>
            </a:prstGeom>
            <a:solidFill>
              <a:srgbClr val="3072D5">
                <a:alpha val="756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a.after-fake/point 015"/>
            <p:cNvSpPr/>
            <p:nvPr/>
          </p:nvSpPr>
          <p:spPr>
            <a:xfrm>
              <a:off x="5383339" y="8270528"/>
              <a:ext cx="18304" cy="18304"/>
            </a:xfrm>
            <a:prstGeom prst="ellipse">
              <a:avLst/>
            </a:prstGeom>
            <a:solidFill>
              <a:srgbClr val="3072D5">
                <a:alpha val="6313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6" name="a.after-fake/point 016"/>
            <p:cNvSpPr/>
            <p:nvPr/>
          </p:nvSpPr>
          <p:spPr>
            <a:xfrm>
              <a:off x="5445961" y="8234499"/>
              <a:ext cx="26338" cy="26338"/>
            </a:xfrm>
            <a:prstGeom prst="ellipse">
              <a:avLst/>
            </a:prstGeom>
            <a:solidFill>
              <a:srgbClr val="3072D5">
                <a:alpha val="6380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7" name="a.after-fake/point 017"/>
            <p:cNvSpPr/>
            <p:nvPr/>
          </p:nvSpPr>
          <p:spPr>
            <a:xfrm>
              <a:off x="5281094" y="8268328"/>
              <a:ext cx="24827" cy="24827"/>
            </a:xfrm>
            <a:prstGeom prst="ellipse">
              <a:avLst/>
            </a:prstGeom>
            <a:solidFill>
              <a:srgbClr val="3072D5">
                <a:alpha val="8741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a.after-fake/point 018"/>
            <p:cNvSpPr/>
            <p:nvPr/>
          </p:nvSpPr>
          <p:spPr>
            <a:xfrm>
              <a:off x="5247807" y="8190665"/>
              <a:ext cx="31320" cy="31320"/>
            </a:xfrm>
            <a:prstGeom prst="ellipse">
              <a:avLst/>
            </a:prstGeom>
            <a:solidFill>
              <a:srgbClr val="3072D5">
                <a:alpha val="5856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a.after-fake/point 019"/>
            <p:cNvSpPr/>
            <p:nvPr/>
          </p:nvSpPr>
          <p:spPr>
            <a:xfrm>
              <a:off x="5387650" y="8286620"/>
              <a:ext cx="23348" cy="23348"/>
            </a:xfrm>
            <a:prstGeom prst="ellipse">
              <a:avLst/>
            </a:prstGeom>
            <a:solidFill>
              <a:srgbClr val="3072D5">
                <a:alpha val="5260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a.after-fake/point 020"/>
            <p:cNvSpPr/>
            <p:nvPr/>
          </p:nvSpPr>
          <p:spPr>
            <a:xfrm>
              <a:off x="5341267" y="8220686"/>
              <a:ext cx="22492" cy="22492"/>
            </a:xfrm>
            <a:prstGeom prst="ellipse">
              <a:avLst/>
            </a:prstGeom>
            <a:solidFill>
              <a:srgbClr val="3072D5">
                <a:alpha val="5150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a.after-fake/point 021"/>
            <p:cNvSpPr/>
            <p:nvPr/>
          </p:nvSpPr>
          <p:spPr>
            <a:xfrm>
              <a:off x="5528699" y="8270624"/>
              <a:ext cx="31220" cy="31220"/>
            </a:xfrm>
            <a:prstGeom prst="ellipse">
              <a:avLst/>
            </a:prstGeom>
            <a:solidFill>
              <a:srgbClr val="3072D5">
                <a:alpha val="7366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a.after-fake/point 022"/>
            <p:cNvSpPr/>
            <p:nvPr/>
          </p:nvSpPr>
          <p:spPr>
            <a:xfrm>
              <a:off x="5320975" y="8273639"/>
              <a:ext cx="18600" cy="18600"/>
            </a:xfrm>
            <a:prstGeom prst="ellipse">
              <a:avLst/>
            </a:prstGeom>
            <a:solidFill>
              <a:srgbClr val="3072D5">
                <a:alpha val="5043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3" name="a.after-fake/point 023"/>
            <p:cNvSpPr/>
            <p:nvPr/>
          </p:nvSpPr>
          <p:spPr>
            <a:xfrm>
              <a:off x="5297857" y="8165110"/>
              <a:ext cx="16961" cy="16961"/>
            </a:xfrm>
            <a:prstGeom prst="ellipse">
              <a:avLst/>
            </a:prstGeom>
            <a:solidFill>
              <a:srgbClr val="3072D5">
                <a:alpha val="6009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4" name="a.after-fake/point 024"/>
            <p:cNvSpPr/>
            <p:nvPr/>
          </p:nvSpPr>
          <p:spPr>
            <a:xfrm>
              <a:off x="5126291" y="8282593"/>
              <a:ext cx="24415" cy="24415"/>
            </a:xfrm>
            <a:prstGeom prst="ellipse">
              <a:avLst/>
            </a:prstGeom>
            <a:solidFill>
              <a:srgbClr val="3072D5">
                <a:alpha val="5508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5" name="a.after-fake/point 025"/>
            <p:cNvSpPr/>
            <p:nvPr/>
          </p:nvSpPr>
          <p:spPr>
            <a:xfrm>
              <a:off x="5274612" y="8217508"/>
              <a:ext cx="23248" cy="23248"/>
            </a:xfrm>
            <a:prstGeom prst="ellipse">
              <a:avLst/>
            </a:prstGeom>
            <a:solidFill>
              <a:srgbClr val="3072D5">
                <a:alpha val="7770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6" name="a.after-fake/point 026"/>
            <p:cNvSpPr/>
            <p:nvPr/>
          </p:nvSpPr>
          <p:spPr>
            <a:xfrm>
              <a:off x="5272903" y="8263349"/>
              <a:ext cx="31574" cy="31574"/>
            </a:xfrm>
            <a:prstGeom prst="ellipse">
              <a:avLst/>
            </a:prstGeom>
            <a:solidFill>
              <a:srgbClr val="3072D5">
                <a:alpha val="7633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7" name="a.after-fake/point 027"/>
            <p:cNvSpPr/>
            <p:nvPr/>
          </p:nvSpPr>
          <p:spPr>
            <a:xfrm>
              <a:off x="5320631" y="8381186"/>
              <a:ext cx="18056" cy="18056"/>
            </a:xfrm>
            <a:prstGeom prst="ellipse">
              <a:avLst/>
            </a:prstGeom>
            <a:solidFill>
              <a:srgbClr val="3072D5">
                <a:alpha val="8140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8" name="a.after-fake/point 028"/>
            <p:cNvSpPr/>
            <p:nvPr/>
          </p:nvSpPr>
          <p:spPr>
            <a:xfrm>
              <a:off x="5313401" y="8268288"/>
              <a:ext cx="19898" cy="19898"/>
            </a:xfrm>
            <a:prstGeom prst="ellipse">
              <a:avLst/>
            </a:prstGeom>
            <a:solidFill>
              <a:srgbClr val="3072D5">
                <a:alpha val="7379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9" name="a.after-fake/point 029"/>
            <p:cNvSpPr/>
            <p:nvPr/>
          </p:nvSpPr>
          <p:spPr>
            <a:xfrm>
              <a:off x="5313873" y="8204842"/>
              <a:ext cx="28313" cy="28313"/>
            </a:xfrm>
            <a:prstGeom prst="ellipse">
              <a:avLst/>
            </a:prstGeom>
            <a:solidFill>
              <a:srgbClr val="3072D5">
                <a:alpha val="6567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0" name="a.after-fake/point 030"/>
            <p:cNvSpPr/>
            <p:nvPr/>
          </p:nvSpPr>
          <p:spPr>
            <a:xfrm>
              <a:off x="5096748" y="8292445"/>
              <a:ext cx="20156" cy="20156"/>
            </a:xfrm>
            <a:prstGeom prst="ellipse">
              <a:avLst/>
            </a:prstGeom>
            <a:solidFill>
              <a:srgbClr val="3072D5">
                <a:alpha val="7691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1" name="a.after-fake/point 031"/>
            <p:cNvSpPr/>
            <p:nvPr/>
          </p:nvSpPr>
          <p:spPr>
            <a:xfrm>
              <a:off x="5220413" y="8298014"/>
              <a:ext cx="26287" cy="26287"/>
            </a:xfrm>
            <a:prstGeom prst="ellipse">
              <a:avLst/>
            </a:prstGeom>
            <a:solidFill>
              <a:srgbClr val="3072D5">
                <a:alpha val="6948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2" name="a.after-fake/point 032"/>
            <p:cNvSpPr/>
            <p:nvPr/>
          </p:nvSpPr>
          <p:spPr>
            <a:xfrm>
              <a:off x="5519141" y="8307457"/>
              <a:ext cx="28217" cy="28217"/>
            </a:xfrm>
            <a:prstGeom prst="ellipse">
              <a:avLst/>
            </a:prstGeom>
            <a:solidFill>
              <a:srgbClr val="3072D5">
                <a:alpha val="6697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3" name="a.after-fake/point 033"/>
            <p:cNvSpPr/>
            <p:nvPr/>
          </p:nvSpPr>
          <p:spPr>
            <a:xfrm>
              <a:off x="5314516" y="8112885"/>
              <a:ext cx="16999" cy="16999"/>
            </a:xfrm>
            <a:prstGeom prst="ellipse">
              <a:avLst/>
            </a:prstGeom>
            <a:solidFill>
              <a:srgbClr val="3072D5">
                <a:alpha val="5225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4" name="a.after-fake/point 034"/>
            <p:cNvSpPr/>
            <p:nvPr/>
          </p:nvSpPr>
          <p:spPr>
            <a:xfrm>
              <a:off x="5139051" y="8260014"/>
              <a:ext cx="26820" cy="26820"/>
            </a:xfrm>
            <a:prstGeom prst="ellipse">
              <a:avLst/>
            </a:prstGeom>
            <a:solidFill>
              <a:srgbClr val="3072D5">
                <a:alpha val="5615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5" name="a.after-fake/point 035"/>
            <p:cNvSpPr/>
            <p:nvPr/>
          </p:nvSpPr>
          <p:spPr>
            <a:xfrm>
              <a:off x="5325514" y="8318759"/>
              <a:ext cx="31559" cy="31559"/>
            </a:xfrm>
            <a:prstGeom prst="ellipse">
              <a:avLst/>
            </a:prstGeom>
            <a:solidFill>
              <a:srgbClr val="3072D5">
                <a:alpha val="5073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6" name="a.after-fake/point 036"/>
            <p:cNvSpPr/>
            <p:nvPr/>
          </p:nvSpPr>
          <p:spPr>
            <a:xfrm>
              <a:off x="5404500" y="8222496"/>
              <a:ext cx="21915" cy="21915"/>
            </a:xfrm>
            <a:prstGeom prst="ellipse">
              <a:avLst/>
            </a:prstGeom>
            <a:solidFill>
              <a:srgbClr val="3072D5">
                <a:alpha val="5369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7" name="a.after-fake/point 037"/>
            <p:cNvSpPr/>
            <p:nvPr/>
          </p:nvSpPr>
          <p:spPr>
            <a:xfrm>
              <a:off x="5149741" y="8293814"/>
              <a:ext cx="17350" cy="17350"/>
            </a:xfrm>
            <a:prstGeom prst="ellipse">
              <a:avLst/>
            </a:prstGeom>
            <a:solidFill>
              <a:srgbClr val="3072D5">
                <a:alpha val="6525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8" name="a.after-fake/point 038"/>
            <p:cNvSpPr/>
            <p:nvPr/>
          </p:nvSpPr>
          <p:spPr>
            <a:xfrm>
              <a:off x="5507409" y="8152748"/>
              <a:ext cx="27240" cy="27240"/>
            </a:xfrm>
            <a:prstGeom prst="ellipse">
              <a:avLst/>
            </a:prstGeom>
            <a:solidFill>
              <a:srgbClr val="3072D5">
                <a:alpha val="6479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9" name="a.after-fake/point 039"/>
            <p:cNvSpPr/>
            <p:nvPr/>
          </p:nvSpPr>
          <p:spPr>
            <a:xfrm>
              <a:off x="5278150" y="8234505"/>
              <a:ext cx="27438" cy="27438"/>
            </a:xfrm>
            <a:prstGeom prst="ellipse">
              <a:avLst/>
            </a:prstGeom>
            <a:solidFill>
              <a:srgbClr val="3072D5">
                <a:alpha val="7680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0" name="a.after-fake/point 040"/>
            <p:cNvSpPr/>
            <p:nvPr/>
          </p:nvSpPr>
          <p:spPr>
            <a:xfrm>
              <a:off x="5323519" y="8324561"/>
              <a:ext cx="22839" cy="22839"/>
            </a:xfrm>
            <a:prstGeom prst="ellipse">
              <a:avLst/>
            </a:prstGeom>
            <a:solidFill>
              <a:srgbClr val="3072D5">
                <a:alpha val="8011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1" name="a.after-fake/point 041"/>
            <p:cNvSpPr/>
            <p:nvPr/>
          </p:nvSpPr>
          <p:spPr>
            <a:xfrm>
              <a:off x="5185803" y="8217267"/>
              <a:ext cx="28990" cy="28990"/>
            </a:xfrm>
            <a:prstGeom prst="ellipse">
              <a:avLst/>
            </a:prstGeom>
            <a:solidFill>
              <a:srgbClr val="3072D5">
                <a:alpha val="684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2" name="a.after-fake/point 042"/>
            <p:cNvSpPr/>
            <p:nvPr/>
          </p:nvSpPr>
          <p:spPr>
            <a:xfrm>
              <a:off x="5280496" y="8174555"/>
              <a:ext cx="21667" cy="21667"/>
            </a:xfrm>
            <a:prstGeom prst="ellipse">
              <a:avLst/>
            </a:prstGeom>
            <a:solidFill>
              <a:srgbClr val="3072D5">
                <a:alpha val="6270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3" name="a.after-fake/point 043"/>
            <p:cNvSpPr/>
            <p:nvPr/>
          </p:nvSpPr>
          <p:spPr>
            <a:xfrm>
              <a:off x="5357254" y="8384560"/>
              <a:ext cx="26509" cy="26509"/>
            </a:xfrm>
            <a:prstGeom prst="ellipse">
              <a:avLst/>
            </a:prstGeom>
            <a:solidFill>
              <a:srgbClr val="3072D5">
                <a:alpha val="6493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4" name="a.after-fake/point 044"/>
            <p:cNvSpPr/>
            <p:nvPr/>
          </p:nvSpPr>
          <p:spPr>
            <a:xfrm>
              <a:off x="5117810" y="8169786"/>
              <a:ext cx="31156" cy="31156"/>
            </a:xfrm>
            <a:prstGeom prst="ellipse">
              <a:avLst/>
            </a:prstGeom>
            <a:solidFill>
              <a:srgbClr val="3072D5">
                <a:alpha val="5514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5" name="a.after-fake/point 045"/>
            <p:cNvSpPr/>
            <p:nvPr/>
          </p:nvSpPr>
          <p:spPr>
            <a:xfrm>
              <a:off x="5448230" y="8357874"/>
              <a:ext cx="30888" cy="30888"/>
            </a:xfrm>
            <a:prstGeom prst="ellipse">
              <a:avLst/>
            </a:prstGeom>
            <a:solidFill>
              <a:srgbClr val="3072D5">
                <a:alpha val="7750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6" name="a.after-fake/point 046"/>
            <p:cNvSpPr/>
            <p:nvPr/>
          </p:nvSpPr>
          <p:spPr>
            <a:xfrm>
              <a:off x="4979953" y="8198499"/>
              <a:ext cx="30003" cy="30003"/>
            </a:xfrm>
            <a:prstGeom prst="ellipse">
              <a:avLst/>
            </a:prstGeom>
            <a:solidFill>
              <a:srgbClr val="3072D5">
                <a:alpha val="5352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7" name="a.after-fake/point 047"/>
            <p:cNvSpPr/>
            <p:nvPr/>
          </p:nvSpPr>
          <p:spPr>
            <a:xfrm>
              <a:off x="5188868" y="8105631"/>
              <a:ext cx="20701" cy="20701"/>
            </a:xfrm>
            <a:prstGeom prst="ellipse">
              <a:avLst/>
            </a:prstGeom>
            <a:solidFill>
              <a:srgbClr val="3072D5">
                <a:alpha val="8077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408" name="a.change"/>
          <p:cNvGrpSpPr/>
          <p:nvPr/>
        </p:nvGrpSpPr>
        <p:grpSpPr>
          <a:xfrm>
            <a:off x="2743200" y="7772400"/>
            <a:ext cx="1778000" cy="876300"/>
            <a:chOff x="2743200" y="7772400"/>
            <a:chExt cx="1778000" cy="876300"/>
          </a:xfrm>
        </p:grpSpPr>
        <p:sp>
          <p:nvSpPr>
            <p:cNvPr id="409" name="a.change/title"/>
            <p:cNvSpPr txBox="1"/>
            <p:nvPr/>
          </p:nvSpPr>
          <p:spPr>
            <a:xfrm>
              <a:off x="2921000" y="7772400"/>
              <a:ext cx="1422400" cy="342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50" b="0" i="0">
                  <a:solidFill>
                    <a:srgbClr val="0E2841"/>
                  </a:solidFill>
                  <a:latin typeface="Comic Sans MS"/>
                  <a:ea typeface="Comic Sans MS"/>
                  <a:cs typeface="Comic Sans MS"/>
                </a:rPr>
                <a:t>Update </a:t>
              </a:r>
              <a:r>
                <a:rPr sz="1650" b="0" i="0">
                  <a:solidFill>
                    <a:srgbClr val="0E2841"/>
                  </a:solidFill>
                  <a:latin typeface="Comic Sans MS"/>
                  <a:ea typeface="Comic Sans MS"/>
                  <a:cs typeface="Comic Sans MS"/>
                </a:rPr>
                <a:t>α</a:t>
              </a:r>
            </a:p>
          </p:txBody>
        </p:sp>
        <p:sp>
          <p:nvSpPr>
            <p:cNvPr id="410" name="a.change/arrow"/>
            <p:cNvSpPr/>
            <p:nvPr/>
          </p:nvSpPr>
          <p:spPr>
            <a:xfrm>
              <a:off x="3022600" y="8242300"/>
              <a:ext cx="1193800" cy="127"/>
            </a:xfrm>
            <a:custGeom>
              <a:avLst/>
              <a:gdLst/>
              <a:ahLst/>
              <a:cxnLst/>
              <a:rect l="0" t="0" r="r" b="b"/>
              <a:pathLst>
                <a:path w="94000" h="10">
                  <a:moveTo>
                    <a:pt x="0" y="0"/>
                  </a:moveTo>
                  <a:lnTo>
                    <a:pt x="94000" y="0"/>
                  </a:lnTo>
                </a:path>
              </a:pathLst>
            </a:custGeom>
            <a:noFill/>
            <a:ln w="2159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1" name="a.change/arrow head"/>
            <p:cNvSpPr/>
            <p:nvPr/>
          </p:nvSpPr>
          <p:spPr>
            <a:xfrm>
              <a:off x="4140200" y="8208009"/>
              <a:ext cx="76200" cy="68580"/>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2" name="a.change/action"/>
            <p:cNvSpPr txBox="1"/>
            <p:nvPr/>
          </p:nvSpPr>
          <p:spPr>
            <a:xfrm>
              <a:off x="2743200" y="8305800"/>
              <a:ext cx="1778000" cy="342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20" b="0" i="0">
                  <a:solidFill>
                    <a:srgbClr val="0E2841"/>
                  </a:solidFill>
                  <a:latin typeface="Comic Sans MS"/>
                  <a:ea typeface="Comic Sans MS"/>
                  <a:cs typeface="Comic Sans MS"/>
                </a:rPr>
                <a:t>Match endpoints</a:t>
              </a:r>
            </a:p>
          </p:txBody>
        </p:sp>
      </p:grpSp>
      <p:grpSp>
        <p:nvGrpSpPr>
          <p:cNvPr id="413" name="a.caption"/>
          <p:cNvGrpSpPr/>
          <p:nvPr/>
        </p:nvGrpSpPr>
        <p:grpSpPr>
          <a:xfrm>
            <a:off x="571500" y="8928100"/>
            <a:ext cx="6223000" cy="393700"/>
            <a:chOff x="571500" y="8928100"/>
            <a:chExt cx="6223000" cy="393700"/>
          </a:xfrm>
        </p:grpSpPr>
        <p:sp>
          <p:nvSpPr>
            <p:cNvPr id="414" name="a.caption/title"/>
            <p:cNvSpPr txBox="1"/>
            <p:nvPr/>
          </p:nvSpPr>
          <p:spPr>
            <a:xfrm>
              <a:off x="571500" y="8928100"/>
              <a:ext cx="6223000" cy="393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2050" b="1" i="0">
                  <a:solidFill>
                    <a:srgbClr val="000000"/>
                  </a:solidFill>
                  <a:latin typeface="Comic Sans MS"/>
                  <a:ea typeface="Comic Sans MS"/>
                  <a:cs typeface="Comic Sans MS"/>
                </a:rPr>
                <a:t>(a) Guidance-step Training</a:t>
              </a:r>
            </a:p>
          </p:txBody>
        </p:sp>
      </p:grpSp>
      <p:grpSp>
        <p:nvGrpSpPr>
          <p:cNvPr id="415" name="b.sampler"/>
          <p:cNvGrpSpPr/>
          <p:nvPr/>
        </p:nvGrpSpPr>
        <p:grpSpPr>
          <a:xfrm>
            <a:off x="8953500" y="228600"/>
            <a:ext cx="4330700" cy="2603500"/>
            <a:chOff x="8953500" y="228600"/>
            <a:chExt cx="4330700" cy="2603500"/>
          </a:xfrm>
        </p:grpSpPr>
        <p:sp>
          <p:nvSpPr>
            <p:cNvPr id="416" name="b.sampler/container"/>
            <p:cNvSpPr/>
            <p:nvPr/>
          </p:nvSpPr>
          <p:spPr>
            <a:xfrm>
              <a:off x="8953500" y="228600"/>
              <a:ext cx="4330700" cy="2603500"/>
            </a:xfrm>
            <a:custGeom>
              <a:avLst/>
              <a:gdLst/>
              <a:ahLst/>
              <a:cxnLst/>
              <a:rect l="0" t="0" r="r" b="b"/>
              <a:pathLst>
                <a:path w="341000" h="205000">
                  <a:moveTo>
                    <a:pt x="10000" y="0"/>
                  </a:moveTo>
                  <a:lnTo>
                    <a:pt x="331000" y="0"/>
                  </a:lnTo>
                  <a:cubicBezTo>
                    <a:pt x="336523" y="0"/>
                    <a:pt x="341000" y="4477"/>
                    <a:pt x="341000" y="10000"/>
                  </a:cubicBezTo>
                  <a:lnTo>
                    <a:pt x="341000" y="195000"/>
                  </a:lnTo>
                  <a:cubicBezTo>
                    <a:pt x="341000" y="200523"/>
                    <a:pt x="336523" y="205000"/>
                    <a:pt x="331000" y="205000"/>
                  </a:cubicBezTo>
                  <a:lnTo>
                    <a:pt x="10000" y="205000"/>
                  </a:lnTo>
                  <a:cubicBezTo>
                    <a:pt x="4477" y="205000"/>
                    <a:pt x="0" y="200523"/>
                    <a:pt x="0" y="195000"/>
                  </a:cubicBezTo>
                  <a:lnTo>
                    <a:pt x="0" y="10000"/>
                  </a:lnTo>
                  <a:cubicBezTo>
                    <a:pt x="0" y="4477"/>
                    <a:pt x="4477" y="0"/>
                    <a:pt x="10000" y="0"/>
                  </a:cubicBezTo>
                  <a:close/>
                </a:path>
              </a:pathLst>
            </a:custGeom>
            <a:solidFill>
              <a:srgbClr val="FBFCFD"/>
            </a:solidFill>
            <a:ln w="13970">
              <a:solidFill>
                <a:srgbClr val="E2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7" name="b.sampler/title"/>
            <p:cNvSpPr txBox="1"/>
            <p:nvPr/>
          </p:nvSpPr>
          <p:spPr>
            <a:xfrm>
              <a:off x="9055100" y="279400"/>
              <a:ext cx="41275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770" b="0" i="0">
                  <a:solidFill>
                    <a:srgbClr val="0E2841"/>
                  </a:solidFill>
                  <a:latin typeface="Comic Sans MS"/>
                  <a:ea typeface="Comic Sans MS"/>
                  <a:cs typeface="Comic Sans MS"/>
                </a:rPr>
                <a:t>Full-trajectory sampler</a:t>
              </a:r>
            </a:p>
          </p:txBody>
        </p:sp>
      </p:grpSp>
      <p:grpSp>
        <p:nvGrpSpPr>
          <p:cNvPr id="418" name="b.strong"/>
          <p:cNvGrpSpPr/>
          <p:nvPr/>
        </p:nvGrpSpPr>
        <p:grpSpPr>
          <a:xfrm>
            <a:off x="9067800" y="648611"/>
            <a:ext cx="1308100" cy="1053189"/>
            <a:chOff x="9067800" y="648611"/>
            <a:chExt cx="1308100" cy="1053189"/>
          </a:xfrm>
        </p:grpSpPr>
        <p:sp>
          <p:nvSpPr>
            <p:cNvPr id="419" name="b.strong/box"/>
            <p:cNvSpPr/>
            <p:nvPr/>
          </p:nvSpPr>
          <p:spPr>
            <a:xfrm>
              <a:off x="9131300" y="723900"/>
              <a:ext cx="1244600" cy="977900"/>
            </a:xfrm>
            <a:custGeom>
              <a:avLst/>
              <a:gdLst/>
              <a:ahLst/>
              <a:cxnLst/>
              <a:rect l="0" t="0" r="r" b="b"/>
              <a:pathLst>
                <a:path w="98000" h="77000">
                  <a:moveTo>
                    <a:pt x="8000" y="0"/>
                  </a:moveTo>
                  <a:lnTo>
                    <a:pt x="90000" y="0"/>
                  </a:lnTo>
                  <a:cubicBezTo>
                    <a:pt x="94418" y="0"/>
                    <a:pt x="98000" y="3582"/>
                    <a:pt x="98000" y="8000"/>
                  </a:cubicBezTo>
                  <a:lnTo>
                    <a:pt x="98000" y="69000"/>
                  </a:lnTo>
                  <a:cubicBezTo>
                    <a:pt x="98000" y="73418"/>
                    <a:pt x="94418" y="77000"/>
                    <a:pt x="90000" y="77000"/>
                  </a:cubicBezTo>
                  <a:lnTo>
                    <a:pt x="8000" y="77000"/>
                  </a:lnTo>
                  <a:cubicBezTo>
                    <a:pt x="3582" y="77000"/>
                    <a:pt x="0" y="73418"/>
                    <a:pt x="0" y="69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0" name="b.strong/connection 0-0-0"/>
            <p:cNvSpPr/>
            <p:nvPr/>
          </p:nvSpPr>
          <p:spPr>
            <a:xfrm>
              <a:off x="9296400" y="9017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1" name="b.strong/connection 0-0-1"/>
            <p:cNvSpPr/>
            <p:nvPr/>
          </p:nvSpPr>
          <p:spPr>
            <a:xfrm>
              <a:off x="9296400" y="901700"/>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2" name="b.strong/connection 0-0-2"/>
            <p:cNvSpPr/>
            <p:nvPr/>
          </p:nvSpPr>
          <p:spPr>
            <a:xfrm>
              <a:off x="9296400" y="901700"/>
              <a:ext cx="304800" cy="262466"/>
            </a:xfrm>
            <a:custGeom>
              <a:avLst/>
              <a:gdLst/>
              <a:ahLst/>
              <a:cxnLst/>
              <a:rect l="0" t="0" r="r" b="b"/>
              <a:pathLst>
                <a:path w="24000" h="20667">
                  <a:moveTo>
                    <a:pt x="0" y="0"/>
                  </a:moveTo>
                  <a:lnTo>
                    <a:pt x="24000" y="206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3" name="b.strong/connection 0-0-3"/>
            <p:cNvSpPr/>
            <p:nvPr/>
          </p:nvSpPr>
          <p:spPr>
            <a:xfrm>
              <a:off x="9296400" y="901700"/>
              <a:ext cx="304800" cy="393700"/>
            </a:xfrm>
            <a:custGeom>
              <a:avLst/>
              <a:gdLst/>
              <a:ahLst/>
              <a:cxnLst/>
              <a:rect l="0" t="0" r="r" b="b"/>
              <a:pathLst>
                <a:path w="24000" h="31000">
                  <a:moveTo>
                    <a:pt x="0" y="0"/>
                  </a:moveTo>
                  <a:lnTo>
                    <a:pt x="240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4" name="b.strong/connection 0-1-0"/>
            <p:cNvSpPr/>
            <p:nvPr/>
          </p:nvSpPr>
          <p:spPr>
            <a:xfrm>
              <a:off x="9296400" y="901700"/>
              <a:ext cx="304800" cy="196850"/>
            </a:xfrm>
            <a:custGeom>
              <a:avLst/>
              <a:gdLst/>
              <a:ahLst/>
              <a:cxnLst/>
              <a:rect l="0" t="0" r="r" b="b"/>
              <a:pathLst>
                <a:path w="24000" h="15500">
                  <a:moveTo>
                    <a:pt x="0" y="155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5" name="b.strong/connection 0-1-1"/>
            <p:cNvSpPr/>
            <p:nvPr/>
          </p:nvSpPr>
          <p:spPr>
            <a:xfrm>
              <a:off x="9296400" y="1032933"/>
              <a:ext cx="304800" cy="65616"/>
            </a:xfrm>
            <a:custGeom>
              <a:avLst/>
              <a:gdLst/>
              <a:ahLst/>
              <a:cxnLst/>
              <a:rect l="0" t="0" r="r" b="b"/>
              <a:pathLst>
                <a:path w="24000" h="5167">
                  <a:moveTo>
                    <a:pt x="0" y="51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6" name="b.strong/connection 0-1-2"/>
            <p:cNvSpPr/>
            <p:nvPr/>
          </p:nvSpPr>
          <p:spPr>
            <a:xfrm>
              <a:off x="9296400" y="1098550"/>
              <a:ext cx="304800" cy="65616"/>
            </a:xfrm>
            <a:custGeom>
              <a:avLst/>
              <a:gdLst/>
              <a:ahLst/>
              <a:cxnLst/>
              <a:rect l="0" t="0" r="r" b="b"/>
              <a:pathLst>
                <a:path w="24000" h="5167">
                  <a:moveTo>
                    <a:pt x="0" y="0"/>
                  </a:moveTo>
                  <a:lnTo>
                    <a:pt x="24000" y="51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7" name="b.strong/connection 0-1-3"/>
            <p:cNvSpPr/>
            <p:nvPr/>
          </p:nvSpPr>
          <p:spPr>
            <a:xfrm>
              <a:off x="9296400" y="1098550"/>
              <a:ext cx="304800" cy="196850"/>
            </a:xfrm>
            <a:custGeom>
              <a:avLst/>
              <a:gdLst/>
              <a:ahLst/>
              <a:cxnLst/>
              <a:rect l="0" t="0" r="r" b="b"/>
              <a:pathLst>
                <a:path w="24000" h="15500">
                  <a:moveTo>
                    <a:pt x="0" y="0"/>
                  </a:moveTo>
                  <a:lnTo>
                    <a:pt x="24000" y="155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8" name="b.strong/connection 0-2-0"/>
            <p:cNvSpPr/>
            <p:nvPr/>
          </p:nvSpPr>
          <p:spPr>
            <a:xfrm>
              <a:off x="9296400" y="901700"/>
              <a:ext cx="304800" cy="393700"/>
            </a:xfrm>
            <a:custGeom>
              <a:avLst/>
              <a:gdLst/>
              <a:ahLst/>
              <a:cxnLst/>
              <a:rect l="0" t="0" r="r" b="b"/>
              <a:pathLst>
                <a:path w="24000" h="31000">
                  <a:moveTo>
                    <a:pt x="0" y="310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9" name="b.strong/connection 0-2-1"/>
            <p:cNvSpPr/>
            <p:nvPr/>
          </p:nvSpPr>
          <p:spPr>
            <a:xfrm>
              <a:off x="9296400" y="1032933"/>
              <a:ext cx="304800" cy="262466"/>
            </a:xfrm>
            <a:custGeom>
              <a:avLst/>
              <a:gdLst/>
              <a:ahLst/>
              <a:cxnLst/>
              <a:rect l="0" t="0" r="r" b="b"/>
              <a:pathLst>
                <a:path w="24000" h="20667">
                  <a:moveTo>
                    <a:pt x="0" y="206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0" name="b.strong/connection 0-2-2"/>
            <p:cNvSpPr/>
            <p:nvPr/>
          </p:nvSpPr>
          <p:spPr>
            <a:xfrm>
              <a:off x="9296400" y="1164166"/>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1" name="b.strong/connection 0-2-3"/>
            <p:cNvSpPr/>
            <p:nvPr/>
          </p:nvSpPr>
          <p:spPr>
            <a:xfrm>
              <a:off x="9296400" y="12954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2" name="b.strong/connection 1-0-0"/>
            <p:cNvSpPr/>
            <p:nvPr/>
          </p:nvSpPr>
          <p:spPr>
            <a:xfrm>
              <a:off x="9601200" y="9017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3" name="b.strong/connection 1-0-1"/>
            <p:cNvSpPr/>
            <p:nvPr/>
          </p:nvSpPr>
          <p:spPr>
            <a:xfrm>
              <a:off x="9601200" y="901700"/>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4" name="b.strong/connection 1-0-2"/>
            <p:cNvSpPr/>
            <p:nvPr/>
          </p:nvSpPr>
          <p:spPr>
            <a:xfrm>
              <a:off x="9601200" y="901700"/>
              <a:ext cx="304800" cy="262466"/>
            </a:xfrm>
            <a:custGeom>
              <a:avLst/>
              <a:gdLst/>
              <a:ahLst/>
              <a:cxnLst/>
              <a:rect l="0" t="0" r="r" b="b"/>
              <a:pathLst>
                <a:path w="24000" h="20667">
                  <a:moveTo>
                    <a:pt x="0" y="0"/>
                  </a:moveTo>
                  <a:lnTo>
                    <a:pt x="24000" y="206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5" name="b.strong/connection 1-0-3"/>
            <p:cNvSpPr/>
            <p:nvPr/>
          </p:nvSpPr>
          <p:spPr>
            <a:xfrm>
              <a:off x="9601200" y="901700"/>
              <a:ext cx="304800" cy="393700"/>
            </a:xfrm>
            <a:custGeom>
              <a:avLst/>
              <a:gdLst/>
              <a:ahLst/>
              <a:cxnLst/>
              <a:rect l="0" t="0" r="r" b="b"/>
              <a:pathLst>
                <a:path w="24000" h="31000">
                  <a:moveTo>
                    <a:pt x="0" y="0"/>
                  </a:moveTo>
                  <a:lnTo>
                    <a:pt x="240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6" name="b.strong/connection 1-1-0"/>
            <p:cNvSpPr/>
            <p:nvPr/>
          </p:nvSpPr>
          <p:spPr>
            <a:xfrm>
              <a:off x="9601200" y="901700"/>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7" name="b.strong/connection 1-1-1"/>
            <p:cNvSpPr/>
            <p:nvPr/>
          </p:nvSpPr>
          <p:spPr>
            <a:xfrm>
              <a:off x="9601200" y="1032933"/>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8" name="b.strong/connection 1-1-2"/>
            <p:cNvSpPr/>
            <p:nvPr/>
          </p:nvSpPr>
          <p:spPr>
            <a:xfrm>
              <a:off x="9601200" y="1032933"/>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9" name="b.strong/connection 1-1-3"/>
            <p:cNvSpPr/>
            <p:nvPr/>
          </p:nvSpPr>
          <p:spPr>
            <a:xfrm>
              <a:off x="9601200" y="1032933"/>
              <a:ext cx="304800" cy="262466"/>
            </a:xfrm>
            <a:custGeom>
              <a:avLst/>
              <a:gdLst/>
              <a:ahLst/>
              <a:cxnLst/>
              <a:rect l="0" t="0" r="r" b="b"/>
              <a:pathLst>
                <a:path w="24000" h="20667">
                  <a:moveTo>
                    <a:pt x="0" y="0"/>
                  </a:moveTo>
                  <a:lnTo>
                    <a:pt x="24000" y="206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0" name="b.strong/connection 1-2-0"/>
            <p:cNvSpPr/>
            <p:nvPr/>
          </p:nvSpPr>
          <p:spPr>
            <a:xfrm>
              <a:off x="9601200" y="901700"/>
              <a:ext cx="304800" cy="262466"/>
            </a:xfrm>
            <a:custGeom>
              <a:avLst/>
              <a:gdLst/>
              <a:ahLst/>
              <a:cxnLst/>
              <a:rect l="0" t="0" r="r" b="b"/>
              <a:pathLst>
                <a:path w="24000" h="20667">
                  <a:moveTo>
                    <a:pt x="0" y="206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1" name="b.strong/connection 1-2-1"/>
            <p:cNvSpPr/>
            <p:nvPr/>
          </p:nvSpPr>
          <p:spPr>
            <a:xfrm>
              <a:off x="9601200" y="1032933"/>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2" name="b.strong/connection 1-2-2"/>
            <p:cNvSpPr/>
            <p:nvPr/>
          </p:nvSpPr>
          <p:spPr>
            <a:xfrm>
              <a:off x="9601200" y="1164166"/>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3" name="b.strong/connection 1-2-3"/>
            <p:cNvSpPr/>
            <p:nvPr/>
          </p:nvSpPr>
          <p:spPr>
            <a:xfrm>
              <a:off x="9601200" y="1164166"/>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4" name="b.strong/connection 1-3-0"/>
            <p:cNvSpPr/>
            <p:nvPr/>
          </p:nvSpPr>
          <p:spPr>
            <a:xfrm>
              <a:off x="9601200" y="901700"/>
              <a:ext cx="304800" cy="393700"/>
            </a:xfrm>
            <a:custGeom>
              <a:avLst/>
              <a:gdLst/>
              <a:ahLst/>
              <a:cxnLst/>
              <a:rect l="0" t="0" r="r" b="b"/>
              <a:pathLst>
                <a:path w="24000" h="31000">
                  <a:moveTo>
                    <a:pt x="0" y="310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5" name="b.strong/connection 1-3-1"/>
            <p:cNvSpPr/>
            <p:nvPr/>
          </p:nvSpPr>
          <p:spPr>
            <a:xfrm>
              <a:off x="9601200" y="1032933"/>
              <a:ext cx="304800" cy="262466"/>
            </a:xfrm>
            <a:custGeom>
              <a:avLst/>
              <a:gdLst/>
              <a:ahLst/>
              <a:cxnLst/>
              <a:rect l="0" t="0" r="r" b="b"/>
              <a:pathLst>
                <a:path w="24000" h="20667">
                  <a:moveTo>
                    <a:pt x="0" y="206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6" name="b.strong/connection 1-3-2"/>
            <p:cNvSpPr/>
            <p:nvPr/>
          </p:nvSpPr>
          <p:spPr>
            <a:xfrm>
              <a:off x="9601200" y="1164166"/>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7" name="b.strong/connection 1-3-3"/>
            <p:cNvSpPr/>
            <p:nvPr/>
          </p:nvSpPr>
          <p:spPr>
            <a:xfrm>
              <a:off x="9601200" y="12954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8" name="b.strong/connection 2-0-0"/>
            <p:cNvSpPr/>
            <p:nvPr/>
          </p:nvSpPr>
          <p:spPr>
            <a:xfrm>
              <a:off x="9906000" y="9017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9" name="b.strong/connection 2-0-1"/>
            <p:cNvSpPr/>
            <p:nvPr/>
          </p:nvSpPr>
          <p:spPr>
            <a:xfrm>
              <a:off x="9906000" y="901700"/>
              <a:ext cx="304800" cy="196850"/>
            </a:xfrm>
            <a:custGeom>
              <a:avLst/>
              <a:gdLst/>
              <a:ahLst/>
              <a:cxnLst/>
              <a:rect l="0" t="0" r="r" b="b"/>
              <a:pathLst>
                <a:path w="24000" h="15500">
                  <a:moveTo>
                    <a:pt x="0" y="0"/>
                  </a:moveTo>
                  <a:lnTo>
                    <a:pt x="24000" y="155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0" name="b.strong/connection 2-0-2"/>
            <p:cNvSpPr/>
            <p:nvPr/>
          </p:nvSpPr>
          <p:spPr>
            <a:xfrm>
              <a:off x="9906000" y="901700"/>
              <a:ext cx="304800" cy="393700"/>
            </a:xfrm>
            <a:custGeom>
              <a:avLst/>
              <a:gdLst/>
              <a:ahLst/>
              <a:cxnLst/>
              <a:rect l="0" t="0" r="r" b="b"/>
              <a:pathLst>
                <a:path w="24000" h="31000">
                  <a:moveTo>
                    <a:pt x="0" y="0"/>
                  </a:moveTo>
                  <a:lnTo>
                    <a:pt x="240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1" name="b.strong/connection 2-1-0"/>
            <p:cNvSpPr/>
            <p:nvPr/>
          </p:nvSpPr>
          <p:spPr>
            <a:xfrm>
              <a:off x="9906000" y="901700"/>
              <a:ext cx="304800" cy="131233"/>
            </a:xfrm>
            <a:custGeom>
              <a:avLst/>
              <a:gdLst/>
              <a:ahLst/>
              <a:cxnLst/>
              <a:rect l="0" t="0" r="r" b="b"/>
              <a:pathLst>
                <a:path w="24000" h="10333">
                  <a:moveTo>
                    <a:pt x="0" y="10333"/>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2" name="b.strong/connection 2-1-1"/>
            <p:cNvSpPr/>
            <p:nvPr/>
          </p:nvSpPr>
          <p:spPr>
            <a:xfrm>
              <a:off x="9906000" y="1032933"/>
              <a:ext cx="304800" cy="65616"/>
            </a:xfrm>
            <a:custGeom>
              <a:avLst/>
              <a:gdLst/>
              <a:ahLst/>
              <a:cxnLst/>
              <a:rect l="0" t="0" r="r" b="b"/>
              <a:pathLst>
                <a:path w="24000" h="5167">
                  <a:moveTo>
                    <a:pt x="0" y="0"/>
                  </a:moveTo>
                  <a:lnTo>
                    <a:pt x="24000" y="51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3" name="b.strong/connection 2-1-2"/>
            <p:cNvSpPr/>
            <p:nvPr/>
          </p:nvSpPr>
          <p:spPr>
            <a:xfrm>
              <a:off x="9906000" y="1032933"/>
              <a:ext cx="304800" cy="262466"/>
            </a:xfrm>
            <a:custGeom>
              <a:avLst/>
              <a:gdLst/>
              <a:ahLst/>
              <a:cxnLst/>
              <a:rect l="0" t="0" r="r" b="b"/>
              <a:pathLst>
                <a:path w="24000" h="20667">
                  <a:moveTo>
                    <a:pt x="0" y="0"/>
                  </a:moveTo>
                  <a:lnTo>
                    <a:pt x="24000" y="20667"/>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4" name="b.strong/connection 2-2-0"/>
            <p:cNvSpPr/>
            <p:nvPr/>
          </p:nvSpPr>
          <p:spPr>
            <a:xfrm>
              <a:off x="9906000" y="901700"/>
              <a:ext cx="304800" cy="262466"/>
            </a:xfrm>
            <a:custGeom>
              <a:avLst/>
              <a:gdLst/>
              <a:ahLst/>
              <a:cxnLst/>
              <a:rect l="0" t="0" r="r" b="b"/>
              <a:pathLst>
                <a:path w="24000" h="20667">
                  <a:moveTo>
                    <a:pt x="0" y="206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5" name="b.strong/connection 2-2-1"/>
            <p:cNvSpPr/>
            <p:nvPr/>
          </p:nvSpPr>
          <p:spPr>
            <a:xfrm>
              <a:off x="9906000" y="1098550"/>
              <a:ext cx="304800" cy="65616"/>
            </a:xfrm>
            <a:custGeom>
              <a:avLst/>
              <a:gdLst/>
              <a:ahLst/>
              <a:cxnLst/>
              <a:rect l="0" t="0" r="r" b="b"/>
              <a:pathLst>
                <a:path w="24000" h="5167">
                  <a:moveTo>
                    <a:pt x="0" y="5167"/>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6" name="b.strong/connection 2-2-2"/>
            <p:cNvSpPr/>
            <p:nvPr/>
          </p:nvSpPr>
          <p:spPr>
            <a:xfrm>
              <a:off x="9906000" y="1164166"/>
              <a:ext cx="304800" cy="131233"/>
            </a:xfrm>
            <a:custGeom>
              <a:avLst/>
              <a:gdLst/>
              <a:ahLst/>
              <a:cxnLst/>
              <a:rect l="0" t="0" r="r" b="b"/>
              <a:pathLst>
                <a:path w="24000" h="10333">
                  <a:moveTo>
                    <a:pt x="0" y="0"/>
                  </a:moveTo>
                  <a:lnTo>
                    <a:pt x="24000" y="10333"/>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7" name="b.strong/connection 2-3-0"/>
            <p:cNvSpPr/>
            <p:nvPr/>
          </p:nvSpPr>
          <p:spPr>
            <a:xfrm>
              <a:off x="9906000" y="901700"/>
              <a:ext cx="304800" cy="393700"/>
            </a:xfrm>
            <a:custGeom>
              <a:avLst/>
              <a:gdLst/>
              <a:ahLst/>
              <a:cxnLst/>
              <a:rect l="0" t="0" r="r" b="b"/>
              <a:pathLst>
                <a:path w="24000" h="31000">
                  <a:moveTo>
                    <a:pt x="0" y="310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8" name="b.strong/connection 2-3-1"/>
            <p:cNvSpPr/>
            <p:nvPr/>
          </p:nvSpPr>
          <p:spPr>
            <a:xfrm>
              <a:off x="9906000" y="1098550"/>
              <a:ext cx="304800" cy="196850"/>
            </a:xfrm>
            <a:custGeom>
              <a:avLst/>
              <a:gdLst/>
              <a:ahLst/>
              <a:cxnLst/>
              <a:rect l="0" t="0" r="r" b="b"/>
              <a:pathLst>
                <a:path w="24000" h="15500">
                  <a:moveTo>
                    <a:pt x="0" y="1550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9" name="b.strong/connection 2-3-2"/>
            <p:cNvSpPr/>
            <p:nvPr/>
          </p:nvSpPr>
          <p:spPr>
            <a:xfrm>
              <a:off x="9906000" y="1295400"/>
              <a:ext cx="304800" cy="127"/>
            </a:xfrm>
            <a:custGeom>
              <a:avLst/>
              <a:gdLst/>
              <a:ahLst/>
              <a:cxnLst/>
              <a:rect l="0" t="0" r="r" b="b"/>
              <a:pathLst>
                <a:path w="24000" h="10">
                  <a:moveTo>
                    <a:pt x="0" y="0"/>
                  </a:moveTo>
                  <a:lnTo>
                    <a:pt x="240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0" name="b.strong/layer 0 node 0"/>
            <p:cNvSpPr/>
            <p:nvPr/>
          </p:nvSpPr>
          <p:spPr>
            <a:xfrm>
              <a:off x="92576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1" name="b.strong/layer 0 node 1"/>
            <p:cNvSpPr/>
            <p:nvPr/>
          </p:nvSpPr>
          <p:spPr>
            <a:xfrm>
              <a:off x="9257665" y="105981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2" name="b.strong/layer 0 node 2"/>
            <p:cNvSpPr/>
            <p:nvPr/>
          </p:nvSpPr>
          <p:spPr>
            <a:xfrm>
              <a:off x="92576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3" name="b.strong/layer 1 node 0"/>
            <p:cNvSpPr/>
            <p:nvPr/>
          </p:nvSpPr>
          <p:spPr>
            <a:xfrm>
              <a:off x="95624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4" name="b.strong/layer 1 node 1"/>
            <p:cNvSpPr/>
            <p:nvPr/>
          </p:nvSpPr>
          <p:spPr>
            <a:xfrm>
              <a:off x="9562465" y="994198"/>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5" name="b.strong/layer 1 node 2"/>
            <p:cNvSpPr/>
            <p:nvPr/>
          </p:nvSpPr>
          <p:spPr>
            <a:xfrm>
              <a:off x="9562465" y="1125431"/>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6" name="b.strong/layer 1 node 3"/>
            <p:cNvSpPr/>
            <p:nvPr/>
          </p:nvSpPr>
          <p:spPr>
            <a:xfrm>
              <a:off x="95624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7" name="b.strong/layer 2 node 0"/>
            <p:cNvSpPr/>
            <p:nvPr/>
          </p:nvSpPr>
          <p:spPr>
            <a:xfrm>
              <a:off x="98672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8" name="b.strong/layer 2 node 1"/>
            <p:cNvSpPr/>
            <p:nvPr/>
          </p:nvSpPr>
          <p:spPr>
            <a:xfrm>
              <a:off x="9867265" y="994198"/>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9" name="b.strong/layer 2 node 2"/>
            <p:cNvSpPr/>
            <p:nvPr/>
          </p:nvSpPr>
          <p:spPr>
            <a:xfrm>
              <a:off x="9867265" y="1125431"/>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0" name="b.strong/layer 2 node 3"/>
            <p:cNvSpPr/>
            <p:nvPr/>
          </p:nvSpPr>
          <p:spPr>
            <a:xfrm>
              <a:off x="98672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1" name="b.strong/layer 3 node 0"/>
            <p:cNvSpPr/>
            <p:nvPr/>
          </p:nvSpPr>
          <p:spPr>
            <a:xfrm>
              <a:off x="101720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2" name="b.strong/layer 3 node 1"/>
            <p:cNvSpPr/>
            <p:nvPr/>
          </p:nvSpPr>
          <p:spPr>
            <a:xfrm>
              <a:off x="10172065" y="105981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3" name="b.strong/layer 3 node 2"/>
            <p:cNvSpPr/>
            <p:nvPr/>
          </p:nvSpPr>
          <p:spPr>
            <a:xfrm>
              <a:off x="101720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4" name="b.strong/label"/>
            <p:cNvSpPr txBox="1"/>
            <p:nvPr/>
          </p:nvSpPr>
          <p:spPr>
            <a:xfrm>
              <a:off x="9169400" y="1422400"/>
              <a:ext cx="1168400" cy="241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60" b="0" i="0">
                  <a:solidFill>
                    <a:srgbClr val="0E2841"/>
                  </a:solidFill>
                  <a:latin typeface="Comic Sans MS"/>
                  <a:ea typeface="Comic Sans MS"/>
                  <a:cs typeface="Comic Sans MS"/>
                </a:rPr>
                <a:t>Strong S</a:t>
              </a:r>
            </a:p>
          </p:txBody>
        </p:sp>
        <p:sp>
          <p:nvSpPr>
            <p:cNvPr id="475" name="b.strong/frozen/white outline"/>
            <p:cNvSpPr/>
            <p:nvPr/>
          </p:nvSpPr>
          <p:spPr>
            <a:xfrm>
              <a:off x="90678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6" name="b.strong/frozen/blue crystal"/>
            <p:cNvSpPr/>
            <p:nvPr/>
          </p:nvSpPr>
          <p:spPr>
            <a:xfrm>
              <a:off x="90678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477" name="b.weak"/>
          <p:cNvGrpSpPr/>
          <p:nvPr/>
        </p:nvGrpSpPr>
        <p:grpSpPr>
          <a:xfrm>
            <a:off x="10464800" y="648611"/>
            <a:ext cx="1282700" cy="1053189"/>
            <a:chOff x="10464800" y="648611"/>
            <a:chExt cx="1282700" cy="1053189"/>
          </a:xfrm>
        </p:grpSpPr>
        <p:sp>
          <p:nvSpPr>
            <p:cNvPr id="478" name="b.weak/box"/>
            <p:cNvSpPr/>
            <p:nvPr/>
          </p:nvSpPr>
          <p:spPr>
            <a:xfrm>
              <a:off x="10528300" y="723900"/>
              <a:ext cx="1219200" cy="977900"/>
            </a:xfrm>
            <a:custGeom>
              <a:avLst/>
              <a:gdLst/>
              <a:ahLst/>
              <a:cxnLst/>
              <a:rect l="0" t="0" r="r" b="b"/>
              <a:pathLst>
                <a:path w="96000" h="77000">
                  <a:moveTo>
                    <a:pt x="8000" y="0"/>
                  </a:moveTo>
                  <a:lnTo>
                    <a:pt x="88000" y="0"/>
                  </a:lnTo>
                  <a:cubicBezTo>
                    <a:pt x="92418" y="0"/>
                    <a:pt x="96000" y="3582"/>
                    <a:pt x="96000" y="8000"/>
                  </a:cubicBezTo>
                  <a:lnTo>
                    <a:pt x="96000" y="69000"/>
                  </a:lnTo>
                  <a:cubicBezTo>
                    <a:pt x="96000" y="73418"/>
                    <a:pt x="92418" y="77000"/>
                    <a:pt x="88000" y="77000"/>
                  </a:cubicBezTo>
                  <a:lnTo>
                    <a:pt x="8000" y="77000"/>
                  </a:lnTo>
                  <a:cubicBezTo>
                    <a:pt x="3582" y="77000"/>
                    <a:pt x="0" y="73418"/>
                    <a:pt x="0" y="69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9" name="b.weak/connection 0-0-0"/>
            <p:cNvSpPr/>
            <p:nvPr/>
          </p:nvSpPr>
          <p:spPr>
            <a:xfrm>
              <a:off x="10801350" y="901700"/>
              <a:ext cx="336550" cy="127"/>
            </a:xfrm>
            <a:custGeom>
              <a:avLst/>
              <a:gdLst/>
              <a:ahLst/>
              <a:cxnLst/>
              <a:rect l="0" t="0" r="r" b="b"/>
              <a:pathLst>
                <a:path w="26500" h="10">
                  <a:moveTo>
                    <a:pt x="0" y="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0" name="b.weak/connection 0-0-1"/>
            <p:cNvSpPr/>
            <p:nvPr/>
          </p:nvSpPr>
          <p:spPr>
            <a:xfrm>
              <a:off x="10801350" y="901700"/>
              <a:ext cx="336550" cy="196850"/>
            </a:xfrm>
            <a:custGeom>
              <a:avLst/>
              <a:gdLst/>
              <a:ahLst/>
              <a:cxnLst/>
              <a:rect l="0" t="0" r="r" b="b"/>
              <a:pathLst>
                <a:path w="26500" h="15500">
                  <a:moveTo>
                    <a:pt x="0" y="0"/>
                  </a:moveTo>
                  <a:lnTo>
                    <a:pt x="26500" y="155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1" name="b.weak/connection 0-0-2"/>
            <p:cNvSpPr/>
            <p:nvPr/>
          </p:nvSpPr>
          <p:spPr>
            <a:xfrm>
              <a:off x="10801350" y="901700"/>
              <a:ext cx="336550" cy="393700"/>
            </a:xfrm>
            <a:custGeom>
              <a:avLst/>
              <a:gdLst/>
              <a:ahLst/>
              <a:cxnLst/>
              <a:rect l="0" t="0" r="r" b="b"/>
              <a:pathLst>
                <a:path w="26500" h="31000">
                  <a:moveTo>
                    <a:pt x="0" y="0"/>
                  </a:moveTo>
                  <a:lnTo>
                    <a:pt x="265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2" name="b.weak/connection 0-1-0"/>
            <p:cNvSpPr/>
            <p:nvPr/>
          </p:nvSpPr>
          <p:spPr>
            <a:xfrm>
              <a:off x="10801350" y="901700"/>
              <a:ext cx="336550" cy="393700"/>
            </a:xfrm>
            <a:custGeom>
              <a:avLst/>
              <a:gdLst/>
              <a:ahLst/>
              <a:cxnLst/>
              <a:rect l="0" t="0" r="r" b="b"/>
              <a:pathLst>
                <a:path w="26500" h="31000">
                  <a:moveTo>
                    <a:pt x="0" y="3100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3" name="b.weak/connection 0-1-1"/>
            <p:cNvSpPr/>
            <p:nvPr/>
          </p:nvSpPr>
          <p:spPr>
            <a:xfrm>
              <a:off x="10801350" y="1098550"/>
              <a:ext cx="336550" cy="196850"/>
            </a:xfrm>
            <a:custGeom>
              <a:avLst/>
              <a:gdLst/>
              <a:ahLst/>
              <a:cxnLst/>
              <a:rect l="0" t="0" r="r" b="b"/>
              <a:pathLst>
                <a:path w="26500" h="15500">
                  <a:moveTo>
                    <a:pt x="0" y="1550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4" name="b.weak/connection 0-1-2"/>
            <p:cNvSpPr/>
            <p:nvPr/>
          </p:nvSpPr>
          <p:spPr>
            <a:xfrm>
              <a:off x="10801350" y="1295400"/>
              <a:ext cx="336550" cy="127"/>
            </a:xfrm>
            <a:custGeom>
              <a:avLst/>
              <a:gdLst/>
              <a:ahLst/>
              <a:cxnLst/>
              <a:rect l="0" t="0" r="r" b="b"/>
              <a:pathLst>
                <a:path w="26500" h="10">
                  <a:moveTo>
                    <a:pt x="0" y="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5" name="b.weak/connection 1-0-0"/>
            <p:cNvSpPr/>
            <p:nvPr/>
          </p:nvSpPr>
          <p:spPr>
            <a:xfrm>
              <a:off x="11137900" y="901700"/>
              <a:ext cx="336550" cy="127"/>
            </a:xfrm>
            <a:custGeom>
              <a:avLst/>
              <a:gdLst/>
              <a:ahLst/>
              <a:cxnLst/>
              <a:rect l="0" t="0" r="r" b="b"/>
              <a:pathLst>
                <a:path w="26500" h="10">
                  <a:moveTo>
                    <a:pt x="0" y="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6" name="b.weak/connection 1-0-1"/>
            <p:cNvSpPr/>
            <p:nvPr/>
          </p:nvSpPr>
          <p:spPr>
            <a:xfrm>
              <a:off x="11137900" y="901700"/>
              <a:ext cx="336550" cy="393700"/>
            </a:xfrm>
            <a:custGeom>
              <a:avLst/>
              <a:gdLst/>
              <a:ahLst/>
              <a:cxnLst/>
              <a:rect l="0" t="0" r="r" b="b"/>
              <a:pathLst>
                <a:path w="26500" h="31000">
                  <a:moveTo>
                    <a:pt x="0" y="0"/>
                  </a:moveTo>
                  <a:lnTo>
                    <a:pt x="26500" y="310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7" name="b.weak/connection 1-1-0"/>
            <p:cNvSpPr/>
            <p:nvPr/>
          </p:nvSpPr>
          <p:spPr>
            <a:xfrm>
              <a:off x="11137900" y="901700"/>
              <a:ext cx="336550" cy="196850"/>
            </a:xfrm>
            <a:custGeom>
              <a:avLst/>
              <a:gdLst/>
              <a:ahLst/>
              <a:cxnLst/>
              <a:rect l="0" t="0" r="r" b="b"/>
              <a:pathLst>
                <a:path w="26500" h="15500">
                  <a:moveTo>
                    <a:pt x="0" y="1550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8" name="b.weak/connection 1-1-1"/>
            <p:cNvSpPr/>
            <p:nvPr/>
          </p:nvSpPr>
          <p:spPr>
            <a:xfrm>
              <a:off x="11137900" y="1098550"/>
              <a:ext cx="336550" cy="196850"/>
            </a:xfrm>
            <a:custGeom>
              <a:avLst/>
              <a:gdLst/>
              <a:ahLst/>
              <a:cxnLst/>
              <a:rect l="0" t="0" r="r" b="b"/>
              <a:pathLst>
                <a:path w="26500" h="15500">
                  <a:moveTo>
                    <a:pt x="0" y="0"/>
                  </a:moveTo>
                  <a:lnTo>
                    <a:pt x="26500" y="1550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9" name="b.weak/connection 1-2-0"/>
            <p:cNvSpPr/>
            <p:nvPr/>
          </p:nvSpPr>
          <p:spPr>
            <a:xfrm>
              <a:off x="11137900" y="901700"/>
              <a:ext cx="336550" cy="393700"/>
            </a:xfrm>
            <a:custGeom>
              <a:avLst/>
              <a:gdLst/>
              <a:ahLst/>
              <a:cxnLst/>
              <a:rect l="0" t="0" r="r" b="b"/>
              <a:pathLst>
                <a:path w="26500" h="31000">
                  <a:moveTo>
                    <a:pt x="0" y="3100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0" name="b.weak/connection 1-2-1"/>
            <p:cNvSpPr/>
            <p:nvPr/>
          </p:nvSpPr>
          <p:spPr>
            <a:xfrm>
              <a:off x="11137900" y="1295400"/>
              <a:ext cx="336550" cy="127"/>
            </a:xfrm>
            <a:custGeom>
              <a:avLst/>
              <a:gdLst/>
              <a:ahLst/>
              <a:cxnLst/>
              <a:rect l="0" t="0" r="r" b="b"/>
              <a:pathLst>
                <a:path w="26500" h="10">
                  <a:moveTo>
                    <a:pt x="0" y="0"/>
                  </a:moveTo>
                  <a:lnTo>
                    <a:pt x="26500" y="0"/>
                  </a:lnTo>
                </a:path>
              </a:pathLst>
            </a:custGeom>
            <a:noFill/>
            <a:ln w="9144">
              <a:solidFill>
                <a:srgbClr val="91A6B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1" name="b.weak/layer 0 node 0"/>
            <p:cNvSpPr/>
            <p:nvPr/>
          </p:nvSpPr>
          <p:spPr>
            <a:xfrm>
              <a:off x="1076261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2" name="b.weak/layer 0 node 1"/>
            <p:cNvSpPr/>
            <p:nvPr/>
          </p:nvSpPr>
          <p:spPr>
            <a:xfrm>
              <a:off x="1076261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3" name="b.weak/layer 1 node 0"/>
            <p:cNvSpPr/>
            <p:nvPr/>
          </p:nvSpPr>
          <p:spPr>
            <a:xfrm>
              <a:off x="1109916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4" name="b.weak/layer 1 node 1"/>
            <p:cNvSpPr/>
            <p:nvPr/>
          </p:nvSpPr>
          <p:spPr>
            <a:xfrm>
              <a:off x="11099165" y="105981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5" name="b.weak/layer 1 node 2"/>
            <p:cNvSpPr/>
            <p:nvPr/>
          </p:nvSpPr>
          <p:spPr>
            <a:xfrm>
              <a:off x="1109916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6" name="b.weak/layer 2 node 0"/>
            <p:cNvSpPr/>
            <p:nvPr/>
          </p:nvSpPr>
          <p:spPr>
            <a:xfrm>
              <a:off x="11435715" y="8629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7" name="b.weak/layer 2 node 1"/>
            <p:cNvSpPr/>
            <p:nvPr/>
          </p:nvSpPr>
          <p:spPr>
            <a:xfrm>
              <a:off x="11435715" y="12566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8" name="b.weak/label"/>
            <p:cNvSpPr txBox="1"/>
            <p:nvPr/>
          </p:nvSpPr>
          <p:spPr>
            <a:xfrm>
              <a:off x="10566400" y="1422400"/>
              <a:ext cx="1143000" cy="241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60" b="0" i="0">
                  <a:solidFill>
                    <a:srgbClr val="0E2841"/>
                  </a:solidFill>
                  <a:latin typeface="Comic Sans MS"/>
                  <a:ea typeface="Comic Sans MS"/>
                  <a:cs typeface="Comic Sans MS"/>
                </a:rPr>
                <a:t>Weak W</a:t>
              </a:r>
              <a:r>
                <a:rPr sz="1360" b="0" i="0" baseline="-25000">
                  <a:solidFill>
                    <a:srgbClr val="0E2841"/>
                  </a:solidFill>
                  <a:latin typeface="Comic Sans MS"/>
                  <a:ea typeface="Comic Sans MS"/>
                  <a:cs typeface="Comic Sans MS"/>
                </a:rPr>
                <a:t>θ</a:t>
              </a:r>
            </a:p>
          </p:txBody>
        </p:sp>
        <p:sp>
          <p:nvSpPr>
            <p:cNvPr id="499" name="b.weak/frozen/white outline"/>
            <p:cNvSpPr/>
            <p:nvPr/>
          </p:nvSpPr>
          <p:spPr>
            <a:xfrm>
              <a:off x="104648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0" name="b.weak/frozen/blue crystal"/>
            <p:cNvSpPr/>
            <p:nvPr/>
          </p:nvSpPr>
          <p:spPr>
            <a:xfrm>
              <a:off x="104648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01" name="b.scale"/>
          <p:cNvGrpSpPr/>
          <p:nvPr/>
        </p:nvGrpSpPr>
        <p:grpSpPr>
          <a:xfrm>
            <a:off x="11836400" y="648611"/>
            <a:ext cx="1282700" cy="1053189"/>
            <a:chOff x="11836400" y="648611"/>
            <a:chExt cx="1282700" cy="1053189"/>
          </a:xfrm>
        </p:grpSpPr>
        <p:sp>
          <p:nvSpPr>
            <p:cNvPr id="502" name="b.scale/box"/>
            <p:cNvSpPr/>
            <p:nvPr/>
          </p:nvSpPr>
          <p:spPr>
            <a:xfrm>
              <a:off x="11899900" y="723900"/>
              <a:ext cx="1219200" cy="977900"/>
            </a:xfrm>
            <a:custGeom>
              <a:avLst/>
              <a:gdLst/>
              <a:ahLst/>
              <a:cxnLst/>
              <a:rect l="0" t="0" r="r" b="b"/>
              <a:pathLst>
                <a:path w="96000" h="77000">
                  <a:moveTo>
                    <a:pt x="8000" y="0"/>
                  </a:moveTo>
                  <a:lnTo>
                    <a:pt x="88000" y="0"/>
                  </a:lnTo>
                  <a:cubicBezTo>
                    <a:pt x="92418" y="0"/>
                    <a:pt x="96000" y="3582"/>
                    <a:pt x="96000" y="8000"/>
                  </a:cubicBezTo>
                  <a:lnTo>
                    <a:pt x="96000" y="69000"/>
                  </a:lnTo>
                  <a:cubicBezTo>
                    <a:pt x="96000" y="73418"/>
                    <a:pt x="92418" y="77000"/>
                    <a:pt x="88000" y="77000"/>
                  </a:cubicBezTo>
                  <a:lnTo>
                    <a:pt x="8000" y="77000"/>
                  </a:lnTo>
                  <a:cubicBezTo>
                    <a:pt x="3582" y="77000"/>
                    <a:pt x="0" y="73418"/>
                    <a:pt x="0" y="69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3" name="b.scale/time axis"/>
            <p:cNvSpPr/>
            <p:nvPr/>
          </p:nvSpPr>
          <p:spPr>
            <a:xfrm>
              <a:off x="12115800" y="1193800"/>
              <a:ext cx="850900" cy="127"/>
            </a:xfrm>
            <a:custGeom>
              <a:avLst/>
              <a:gdLst/>
              <a:ahLst/>
              <a:cxnLst/>
              <a:rect l="0" t="0" r="r" b="b"/>
              <a:pathLst>
                <a:path w="67000" h="10">
                  <a:moveTo>
                    <a:pt x="0" y="0"/>
                  </a:moveTo>
                  <a:lnTo>
                    <a:pt x="67000" y="0"/>
                  </a:lnTo>
                </a:path>
              </a:pathLst>
            </a:custGeom>
            <a:noFill/>
            <a:ln w="8255">
              <a:solidFill>
                <a:srgbClr val="91A0A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4" name="b.scale/value axis"/>
            <p:cNvSpPr/>
            <p:nvPr/>
          </p:nvSpPr>
          <p:spPr>
            <a:xfrm>
              <a:off x="12115800" y="850900"/>
              <a:ext cx="127" cy="495300"/>
            </a:xfrm>
            <a:custGeom>
              <a:avLst/>
              <a:gdLst/>
              <a:ahLst/>
              <a:cxnLst/>
              <a:rect l="0" t="0" r="r" b="b"/>
              <a:pathLst>
                <a:path w="10" h="39000">
                  <a:moveTo>
                    <a:pt x="0" y="0"/>
                  </a:moveTo>
                  <a:lnTo>
                    <a:pt x="0" y="39000"/>
                  </a:lnTo>
                </a:path>
              </a:pathLst>
            </a:custGeom>
            <a:noFill/>
            <a:ln w="8255">
              <a:solidFill>
                <a:srgbClr val="91A0A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5" name="b.scale/signed schedule"/>
            <p:cNvSpPr/>
            <p:nvPr/>
          </p:nvSpPr>
          <p:spPr>
            <a:xfrm>
              <a:off x="12141200" y="952500"/>
              <a:ext cx="774700" cy="330200"/>
            </a:xfrm>
            <a:custGeom>
              <a:avLst/>
              <a:gdLst/>
              <a:ahLst/>
              <a:cxnLst/>
              <a:rect l="0" t="0" r="r" b="b"/>
              <a:pathLst>
                <a:path w="61000" h="26000">
                  <a:moveTo>
                    <a:pt x="0" y="13000"/>
                  </a:moveTo>
                  <a:lnTo>
                    <a:pt x="12000" y="13000"/>
                  </a:lnTo>
                  <a:lnTo>
                    <a:pt x="12000" y="0"/>
                  </a:lnTo>
                  <a:lnTo>
                    <a:pt x="24000" y="0"/>
                  </a:lnTo>
                  <a:lnTo>
                    <a:pt x="24000" y="9000"/>
                  </a:lnTo>
                  <a:lnTo>
                    <a:pt x="36000" y="9000"/>
                  </a:lnTo>
                  <a:lnTo>
                    <a:pt x="36000" y="26000"/>
                  </a:lnTo>
                  <a:lnTo>
                    <a:pt x="48000" y="26000"/>
                  </a:lnTo>
                  <a:lnTo>
                    <a:pt x="48000" y="14000"/>
                  </a:lnTo>
                  <a:lnTo>
                    <a:pt x="61000" y="14000"/>
                  </a:lnTo>
                </a:path>
              </a:pathLst>
            </a:custGeom>
            <a:noFill/>
            <a:ln w="2095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6" name="b.scale/label"/>
            <p:cNvSpPr txBox="1"/>
            <p:nvPr/>
          </p:nvSpPr>
          <p:spPr>
            <a:xfrm>
              <a:off x="11938000" y="1422400"/>
              <a:ext cx="1143000" cy="241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60" b="0" i="0">
                  <a:solidFill>
                    <a:srgbClr val="0E2841"/>
                  </a:solidFill>
                  <a:latin typeface="Comic Sans MS"/>
                  <a:ea typeface="Comic Sans MS"/>
                  <a:cs typeface="Comic Sans MS"/>
                </a:rPr>
                <a:t>Scale a</a:t>
              </a:r>
              <a:r>
                <a:rPr sz="1360" b="0" i="0" baseline="-25000">
                  <a:solidFill>
                    <a:srgbClr val="0E2841"/>
                  </a:solidFill>
                  <a:latin typeface="Comic Sans MS"/>
                  <a:ea typeface="Comic Sans MS"/>
                  <a:cs typeface="Comic Sans MS"/>
                </a:rPr>
                <a:t>α</a:t>
              </a:r>
            </a:p>
          </p:txBody>
        </p:sp>
        <p:sp>
          <p:nvSpPr>
            <p:cNvPr id="507" name="b.scale/frozen/white outline"/>
            <p:cNvSpPr/>
            <p:nvPr/>
          </p:nvSpPr>
          <p:spPr>
            <a:xfrm>
              <a:off x="118364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8" name="b.scale/frozen/blue crystal"/>
            <p:cNvSpPr/>
            <p:nvPr/>
          </p:nvSpPr>
          <p:spPr>
            <a:xfrm>
              <a:off x="11836400" y="6486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09" name="b.merge"/>
          <p:cNvGrpSpPr/>
          <p:nvPr/>
        </p:nvGrpSpPr>
        <p:grpSpPr>
          <a:xfrm>
            <a:off x="9753600" y="1701800"/>
            <a:ext cx="2756027" cy="266700"/>
            <a:chOff x="9753600" y="1701800"/>
            <a:chExt cx="2756027" cy="266700"/>
          </a:xfrm>
        </p:grpSpPr>
        <p:sp>
          <p:nvSpPr>
            <p:cNvPr id="510" name="b.merge/228"/>
            <p:cNvSpPr/>
            <p:nvPr/>
          </p:nvSpPr>
          <p:spPr>
            <a:xfrm>
              <a:off x="9753600" y="1701800"/>
              <a:ext cx="127" cy="165100"/>
            </a:xfrm>
            <a:custGeom>
              <a:avLst/>
              <a:gdLst/>
              <a:ahLst/>
              <a:cxnLst/>
              <a:rect l="0" t="0" r="r" b="b"/>
              <a:pathLst>
                <a:path w="10" h="13000">
                  <a:moveTo>
                    <a:pt x="0" y="0"/>
                  </a:moveTo>
                  <a:lnTo>
                    <a:pt x="0" y="1300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1" name="b.merge/337"/>
            <p:cNvSpPr/>
            <p:nvPr/>
          </p:nvSpPr>
          <p:spPr>
            <a:xfrm>
              <a:off x="11137900" y="1701800"/>
              <a:ext cx="127" cy="165100"/>
            </a:xfrm>
            <a:custGeom>
              <a:avLst/>
              <a:gdLst/>
              <a:ahLst/>
              <a:cxnLst/>
              <a:rect l="0" t="0" r="r" b="b"/>
              <a:pathLst>
                <a:path w="10" h="13000">
                  <a:moveTo>
                    <a:pt x="0" y="0"/>
                  </a:moveTo>
                  <a:lnTo>
                    <a:pt x="0" y="1300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2" name="b.merge/445"/>
            <p:cNvSpPr/>
            <p:nvPr/>
          </p:nvSpPr>
          <p:spPr>
            <a:xfrm>
              <a:off x="12509500" y="1701800"/>
              <a:ext cx="127" cy="165100"/>
            </a:xfrm>
            <a:custGeom>
              <a:avLst/>
              <a:gdLst/>
              <a:ahLst/>
              <a:cxnLst/>
              <a:rect l="0" t="0" r="r" b="b"/>
              <a:pathLst>
                <a:path w="10" h="13000">
                  <a:moveTo>
                    <a:pt x="0" y="0"/>
                  </a:moveTo>
                  <a:lnTo>
                    <a:pt x="0" y="1300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3" name="b.merge/bus"/>
            <p:cNvSpPr/>
            <p:nvPr/>
          </p:nvSpPr>
          <p:spPr>
            <a:xfrm>
              <a:off x="9753600" y="1866900"/>
              <a:ext cx="2755900" cy="127"/>
            </a:xfrm>
            <a:custGeom>
              <a:avLst/>
              <a:gdLst/>
              <a:ahLst/>
              <a:cxnLst/>
              <a:rect l="0" t="0" r="r" b="b"/>
              <a:pathLst>
                <a:path w="217000" h="10">
                  <a:moveTo>
                    <a:pt x="0" y="0"/>
                  </a:moveTo>
                  <a:lnTo>
                    <a:pt x="217000" y="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4" name="b.merge/output"/>
            <p:cNvSpPr/>
            <p:nvPr/>
          </p:nvSpPr>
          <p:spPr>
            <a:xfrm>
              <a:off x="11137900" y="1866900"/>
              <a:ext cx="127" cy="101600"/>
            </a:xfrm>
            <a:custGeom>
              <a:avLst/>
              <a:gdLst/>
              <a:ahLst/>
              <a:cxnLst/>
              <a:rect l="0" t="0" r="r" b="b"/>
              <a:pathLst>
                <a:path w="10" h="8000">
                  <a:moveTo>
                    <a:pt x="0" y="0"/>
                  </a:moveTo>
                  <a:lnTo>
                    <a:pt x="0" y="8000"/>
                  </a:lnTo>
                </a:path>
              </a:pathLst>
            </a:custGeom>
            <a:noFill/>
            <a:ln w="14604">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5" name="b.merge/output head"/>
            <p:cNvSpPr/>
            <p:nvPr/>
          </p:nvSpPr>
          <p:spPr>
            <a:xfrm>
              <a:off x="11103610" y="1892300"/>
              <a:ext cx="68580"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16" name="b.sampler"/>
          <p:cNvGrpSpPr/>
          <p:nvPr/>
        </p:nvGrpSpPr>
        <p:grpSpPr>
          <a:xfrm>
            <a:off x="9144000" y="1968500"/>
            <a:ext cx="3962400" cy="711200"/>
            <a:chOff x="9144000" y="1968500"/>
            <a:chExt cx="3962400" cy="711200"/>
          </a:xfrm>
        </p:grpSpPr>
        <p:sp>
          <p:nvSpPr>
            <p:cNvPr id="517" name="b.sampler/guided prediction"/>
            <p:cNvSpPr txBox="1"/>
            <p:nvPr/>
          </p:nvSpPr>
          <p:spPr>
            <a:xfrm>
              <a:off x="9144000" y="1968500"/>
              <a:ext cx="3962400" cy="3302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60" b="0" i="0">
                  <a:solidFill>
                    <a:srgbClr val="0E2841"/>
                  </a:solidFill>
                  <a:latin typeface="Comic Sans MS"/>
                  <a:ea typeface="Comic Sans MS"/>
                  <a:cs typeface="Comic Sans MS"/>
                </a:rPr>
                <a:t>S + a</a:t>
              </a:r>
              <a:r>
                <a:rPr sz="1660" b="0" i="0" baseline="-25000">
                  <a:solidFill>
                    <a:srgbClr val="0E2841"/>
                  </a:solidFill>
                  <a:latin typeface="Comic Sans MS"/>
                  <a:ea typeface="Comic Sans MS"/>
                  <a:cs typeface="Comic Sans MS"/>
                </a:rPr>
                <a:t>α</a:t>
              </a:r>
              <a:r>
                <a:rPr sz="1660" b="0" i="0">
                  <a:solidFill>
                    <a:srgbClr val="0E2841"/>
                  </a:solidFill>
                  <a:latin typeface="Comic Sans MS"/>
                  <a:ea typeface="Comic Sans MS"/>
                  <a:cs typeface="Comic Sans MS"/>
                </a:rPr>
                <a:t>(t)(S − W</a:t>
              </a:r>
              <a:r>
                <a:rPr sz="1660" b="0" i="0" baseline="-25000">
                  <a:solidFill>
                    <a:srgbClr val="0E2841"/>
                  </a:solidFill>
                  <a:latin typeface="Comic Sans MS"/>
                  <a:ea typeface="Comic Sans MS"/>
                  <a:cs typeface="Comic Sans MS"/>
                </a:rPr>
                <a:t>θ</a:t>
              </a:r>
              <a:r>
                <a:rPr sz="1660" b="0" i="0">
                  <a:solidFill>
                    <a:srgbClr val="0E2841"/>
                  </a:solidFill>
                  <a:latin typeface="Comic Sans MS"/>
                  <a:ea typeface="Comic Sans MS"/>
                  <a:cs typeface="Comic Sans MS"/>
                </a:rPr>
                <a:t>)</a:t>
              </a:r>
            </a:p>
          </p:txBody>
        </p:sp>
        <p:sp>
          <p:nvSpPr>
            <p:cNvPr id="518" name="b.sampler/noise state"/>
            <p:cNvSpPr txBox="1"/>
            <p:nvPr/>
          </p:nvSpPr>
          <p:spPr>
            <a:xfrm>
              <a:off x="9271000" y="2374900"/>
              <a:ext cx="4064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30" b="0" i="0">
                  <a:solidFill>
                    <a:srgbClr val="0E2841"/>
                  </a:solidFill>
                  <a:latin typeface="Comic Sans MS"/>
                  <a:ea typeface="Comic Sans MS"/>
                  <a:cs typeface="Comic Sans MS"/>
                </a:rPr>
                <a:t>z</a:t>
              </a:r>
            </a:p>
          </p:txBody>
        </p:sp>
        <p:sp>
          <p:nvSpPr>
            <p:cNvPr id="519" name="b.sampler/middle state"/>
            <p:cNvSpPr txBox="1"/>
            <p:nvPr/>
          </p:nvSpPr>
          <p:spPr>
            <a:xfrm>
              <a:off x="10845800" y="2374900"/>
              <a:ext cx="5334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30" b="0" i="0">
                  <a:solidFill>
                    <a:srgbClr val="0E2841"/>
                  </a:solidFill>
                  <a:latin typeface="Comic Sans MS"/>
                  <a:ea typeface="Comic Sans MS"/>
                  <a:cs typeface="Comic Sans MS"/>
                </a:rPr>
                <a:t>x</a:t>
              </a:r>
              <a:r>
                <a:rPr sz="1530" b="0" i="0" baseline="-25000">
                  <a:solidFill>
                    <a:srgbClr val="0E2841"/>
                  </a:solidFill>
                  <a:latin typeface="Comic Sans MS"/>
                  <a:ea typeface="Comic Sans MS"/>
                  <a:cs typeface="Comic Sans MS"/>
                </a:rPr>
                <a:t>t</a:t>
              </a:r>
            </a:p>
          </p:txBody>
        </p:sp>
        <p:sp>
          <p:nvSpPr>
            <p:cNvPr id="520" name="b.sampler/final state"/>
            <p:cNvSpPr txBox="1"/>
            <p:nvPr/>
          </p:nvSpPr>
          <p:spPr>
            <a:xfrm>
              <a:off x="12242800" y="2374900"/>
              <a:ext cx="5715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30" b="0" i="0">
                  <a:solidFill>
                    <a:srgbClr val="0E2841"/>
                  </a:solidFill>
                  <a:latin typeface="Comic Sans MS"/>
                  <a:ea typeface="Comic Sans MS"/>
                  <a:cs typeface="Comic Sans MS"/>
                </a:rPr>
                <a:t>x</a:t>
              </a:r>
              <a:r>
                <a:rPr sz="1530" b="0" i="0" baseline="-25000">
                  <a:solidFill>
                    <a:srgbClr val="0E2841"/>
                  </a:solidFill>
                  <a:latin typeface="Comic Sans MS"/>
                  <a:ea typeface="Comic Sans MS"/>
                  <a:cs typeface="Comic Sans MS"/>
                </a:rPr>
                <a:t>1</a:t>
              </a:r>
            </a:p>
          </p:txBody>
        </p:sp>
      </p:grpSp>
      <p:grpSp>
        <p:nvGrpSpPr>
          <p:cNvPr id="521" name="b.trajectory"/>
          <p:cNvGrpSpPr/>
          <p:nvPr/>
        </p:nvGrpSpPr>
        <p:grpSpPr>
          <a:xfrm>
            <a:off x="9715500" y="2493010"/>
            <a:ext cx="2463800" cy="68579"/>
            <a:chOff x="9715500" y="2493010"/>
            <a:chExt cx="2463800" cy="68579"/>
          </a:xfrm>
        </p:grpSpPr>
        <p:sp>
          <p:nvSpPr>
            <p:cNvPr id="522" name="b.trajectory/early"/>
            <p:cNvSpPr/>
            <p:nvPr/>
          </p:nvSpPr>
          <p:spPr>
            <a:xfrm>
              <a:off x="9715500" y="2527300"/>
              <a:ext cx="1054100" cy="127"/>
            </a:xfrm>
            <a:custGeom>
              <a:avLst/>
              <a:gdLst/>
              <a:ahLst/>
              <a:cxnLst/>
              <a:rect l="0" t="0" r="r" b="b"/>
              <a:pathLst>
                <a:path w="83000" h="10">
                  <a:moveTo>
                    <a:pt x="0" y="0"/>
                  </a:moveTo>
                  <a:lnTo>
                    <a:pt x="83000" y="0"/>
                  </a:lnTo>
                </a:path>
              </a:pathLst>
            </a:custGeom>
            <a:noFill/>
            <a:ln w="1651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3" name="b.trajectory/early head"/>
            <p:cNvSpPr/>
            <p:nvPr/>
          </p:nvSpPr>
          <p:spPr>
            <a:xfrm>
              <a:off x="10693400" y="2493010"/>
              <a:ext cx="76200" cy="68579"/>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4" name="b.trajectory/late"/>
            <p:cNvSpPr/>
            <p:nvPr/>
          </p:nvSpPr>
          <p:spPr>
            <a:xfrm>
              <a:off x="11442700" y="2527300"/>
              <a:ext cx="736600" cy="127"/>
            </a:xfrm>
            <a:custGeom>
              <a:avLst/>
              <a:gdLst/>
              <a:ahLst/>
              <a:cxnLst/>
              <a:rect l="0" t="0" r="r" b="b"/>
              <a:pathLst>
                <a:path w="58000" h="10">
                  <a:moveTo>
                    <a:pt x="0" y="0"/>
                  </a:moveTo>
                  <a:lnTo>
                    <a:pt x="58000" y="0"/>
                  </a:lnTo>
                </a:path>
              </a:pathLst>
            </a:custGeom>
            <a:noFill/>
            <a:ln w="1651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5" name="b.trajectory/late head"/>
            <p:cNvSpPr/>
            <p:nvPr/>
          </p:nvSpPr>
          <p:spPr>
            <a:xfrm>
              <a:off x="12103100" y="2493010"/>
              <a:ext cx="76200" cy="68579"/>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26" name="b.noise"/>
          <p:cNvGrpSpPr/>
          <p:nvPr/>
        </p:nvGrpSpPr>
        <p:grpSpPr>
          <a:xfrm>
            <a:off x="7581900" y="711200"/>
            <a:ext cx="1041400" cy="838200"/>
            <a:chOff x="7581900" y="711200"/>
            <a:chExt cx="1041400" cy="838200"/>
          </a:xfrm>
        </p:grpSpPr>
        <p:pic>
          <p:nvPicPr>
            <p:cNvPr id="527" name="b.noise/texture" descr="image.png"/>
            <p:cNvPicPr>
              <a:picLocks noChangeAspect="1"/>
            </p:cNvPicPr>
            <p:nvPr/>
          </p:nvPicPr>
          <p:blipFill>
            <a:blip r:embed="rId2"/>
            <a:stretch>
              <a:fillRect/>
            </a:stretch>
          </p:blipFill>
          <p:spPr>
            <a:xfrm>
              <a:off x="7696200" y="711200"/>
              <a:ext cx="812800" cy="482600"/>
            </a:xfrm>
            <a:prstGeom prst="rect">
              <a:avLst/>
            </a:prstGeom>
          </p:spPr>
        </p:pic>
        <p:sp>
          <p:nvSpPr>
            <p:cNvPr id="528" name="b.noise/label"/>
            <p:cNvSpPr txBox="1"/>
            <p:nvPr/>
          </p:nvSpPr>
          <p:spPr>
            <a:xfrm>
              <a:off x="7581900" y="1244600"/>
              <a:ext cx="1041400" cy="3048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20" b="0" i="0">
                  <a:solidFill>
                    <a:srgbClr val="0E2841"/>
                  </a:solidFill>
                  <a:latin typeface="Comic Sans MS"/>
                  <a:ea typeface="Comic Sans MS"/>
                  <a:cs typeface="Comic Sans MS"/>
                </a:rPr>
                <a:t>Noise z</a:t>
              </a:r>
            </a:p>
          </p:txBody>
        </p:sp>
      </p:grpSp>
      <p:grpSp>
        <p:nvGrpSpPr>
          <p:cNvPr id="529" name="b.input"/>
          <p:cNvGrpSpPr/>
          <p:nvPr/>
        </p:nvGrpSpPr>
        <p:grpSpPr>
          <a:xfrm>
            <a:off x="7658100" y="930910"/>
            <a:ext cx="1295400" cy="1723390"/>
            <a:chOff x="7658100" y="930910"/>
            <a:chExt cx="1295400" cy="1723390"/>
          </a:xfrm>
        </p:grpSpPr>
        <p:sp>
          <p:nvSpPr>
            <p:cNvPr id="530" name="b.input/noise"/>
            <p:cNvSpPr/>
            <p:nvPr/>
          </p:nvSpPr>
          <p:spPr>
            <a:xfrm>
              <a:off x="8521700" y="965200"/>
              <a:ext cx="431800" cy="127"/>
            </a:xfrm>
            <a:custGeom>
              <a:avLst/>
              <a:gdLst/>
              <a:ahLst/>
              <a:cxnLst/>
              <a:rect l="0" t="0" r="r" b="b"/>
              <a:pathLst>
                <a:path w="34000" h="10">
                  <a:moveTo>
                    <a:pt x="0" y="0"/>
                  </a:moveTo>
                  <a:lnTo>
                    <a:pt x="34000" y="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1" name="b.input/noise head"/>
            <p:cNvSpPr/>
            <p:nvPr/>
          </p:nvSpPr>
          <p:spPr>
            <a:xfrm>
              <a:off x="8877300" y="930910"/>
              <a:ext cx="76200" cy="68580"/>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2" name="b.input/class"/>
            <p:cNvSpPr txBox="1"/>
            <p:nvPr/>
          </p:nvSpPr>
          <p:spPr>
            <a:xfrm>
              <a:off x="7658100" y="2336800"/>
              <a:ext cx="927100" cy="3175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20" b="0" i="0">
                  <a:solidFill>
                    <a:srgbClr val="0E2841"/>
                  </a:solidFill>
                  <a:latin typeface="Comic Sans MS"/>
                  <a:ea typeface="Comic Sans MS"/>
                  <a:cs typeface="Comic Sans MS"/>
                </a:rPr>
                <a:t>Class c</a:t>
              </a:r>
            </a:p>
          </p:txBody>
        </p:sp>
        <p:sp>
          <p:nvSpPr>
            <p:cNvPr id="533" name="b.input/class edge"/>
            <p:cNvSpPr/>
            <p:nvPr/>
          </p:nvSpPr>
          <p:spPr>
            <a:xfrm>
              <a:off x="8597900" y="2527300"/>
              <a:ext cx="355600" cy="127"/>
            </a:xfrm>
            <a:custGeom>
              <a:avLst/>
              <a:gdLst/>
              <a:ahLst/>
              <a:cxnLst/>
              <a:rect l="0" t="0" r="r" b="b"/>
              <a:pathLst>
                <a:path w="28000" h="10">
                  <a:moveTo>
                    <a:pt x="0" y="0"/>
                  </a:moveTo>
                  <a:lnTo>
                    <a:pt x="28000" y="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4" name="b.input/class edge head"/>
            <p:cNvSpPr/>
            <p:nvPr/>
          </p:nvSpPr>
          <p:spPr>
            <a:xfrm>
              <a:off x="8877300" y="2493010"/>
              <a:ext cx="76200" cy="68579"/>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35" name="b.output"/>
          <p:cNvGrpSpPr/>
          <p:nvPr/>
        </p:nvGrpSpPr>
        <p:grpSpPr>
          <a:xfrm>
            <a:off x="12500610" y="2692400"/>
            <a:ext cx="68580" cy="393700"/>
            <a:chOff x="12500610" y="2692400"/>
            <a:chExt cx="68580" cy="393700"/>
          </a:xfrm>
        </p:grpSpPr>
        <p:sp>
          <p:nvSpPr>
            <p:cNvPr id="536" name="b.output/endpoint"/>
            <p:cNvSpPr/>
            <p:nvPr/>
          </p:nvSpPr>
          <p:spPr>
            <a:xfrm>
              <a:off x="12534900" y="2692400"/>
              <a:ext cx="127" cy="393700"/>
            </a:xfrm>
            <a:custGeom>
              <a:avLst/>
              <a:gdLst/>
              <a:ahLst/>
              <a:cxnLst/>
              <a:rect l="0" t="0" r="r" b="b"/>
              <a:pathLst>
                <a:path w="10" h="31000">
                  <a:moveTo>
                    <a:pt x="0" y="0"/>
                  </a:moveTo>
                  <a:lnTo>
                    <a:pt x="0" y="3100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7" name="b.output/endpoint head"/>
            <p:cNvSpPr/>
            <p:nvPr/>
          </p:nvSpPr>
          <p:spPr>
            <a:xfrm>
              <a:off x="12500610" y="3009900"/>
              <a:ext cx="68580"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38" name="b.decode"/>
          <p:cNvGrpSpPr/>
          <p:nvPr/>
        </p:nvGrpSpPr>
        <p:grpSpPr>
          <a:xfrm>
            <a:off x="11709400" y="3010811"/>
            <a:ext cx="1574800" cy="468989"/>
            <a:chOff x="11709400" y="3010811"/>
            <a:chExt cx="1574800" cy="468989"/>
          </a:xfrm>
        </p:grpSpPr>
        <p:sp>
          <p:nvSpPr>
            <p:cNvPr id="539" name="b.decode/box"/>
            <p:cNvSpPr/>
            <p:nvPr/>
          </p:nvSpPr>
          <p:spPr>
            <a:xfrm>
              <a:off x="11772900" y="3086100"/>
              <a:ext cx="1511300" cy="393700"/>
            </a:xfrm>
            <a:custGeom>
              <a:avLst/>
              <a:gdLst/>
              <a:ahLst/>
              <a:cxnLst/>
              <a:rect l="0" t="0" r="r" b="b"/>
              <a:pathLst>
                <a:path w="119000" h="31000">
                  <a:moveTo>
                    <a:pt x="8000" y="0"/>
                  </a:moveTo>
                  <a:lnTo>
                    <a:pt x="111000" y="0"/>
                  </a:lnTo>
                  <a:cubicBezTo>
                    <a:pt x="115418" y="0"/>
                    <a:pt x="119000" y="3582"/>
                    <a:pt x="119000" y="8000"/>
                  </a:cubicBezTo>
                  <a:lnTo>
                    <a:pt x="119000" y="23000"/>
                  </a:lnTo>
                  <a:cubicBezTo>
                    <a:pt x="119000" y="27418"/>
                    <a:pt x="115418" y="31000"/>
                    <a:pt x="111000" y="31000"/>
                  </a:cubicBezTo>
                  <a:lnTo>
                    <a:pt x="8000" y="31000"/>
                  </a:lnTo>
                  <a:cubicBezTo>
                    <a:pt x="3582" y="31000"/>
                    <a:pt x="0" y="27418"/>
                    <a:pt x="0" y="23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0" name="b.decode/label"/>
            <p:cNvSpPr txBox="1"/>
            <p:nvPr/>
          </p:nvSpPr>
          <p:spPr>
            <a:xfrm>
              <a:off x="11823700" y="3111500"/>
              <a:ext cx="1409700" cy="342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450" b="0" i="0">
                  <a:solidFill>
                    <a:srgbClr val="0E2841"/>
                  </a:solidFill>
                  <a:latin typeface="Comic Sans MS"/>
                  <a:ea typeface="Comic Sans MS"/>
                  <a:cs typeface="Comic Sans MS"/>
                </a:rPr>
                <a:t>RGB map</a:t>
              </a:r>
            </a:p>
          </p:txBody>
        </p:sp>
        <p:sp>
          <p:nvSpPr>
            <p:cNvPr id="541" name="b.decode/frozen/white outline"/>
            <p:cNvSpPr/>
            <p:nvPr/>
          </p:nvSpPr>
          <p:spPr>
            <a:xfrm>
              <a:off x="11709400" y="30108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2" name="b.decode/frozen/blue crystal"/>
            <p:cNvSpPr/>
            <p:nvPr/>
          </p:nvSpPr>
          <p:spPr>
            <a:xfrm>
              <a:off x="11709400" y="30108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43" name="b.output"/>
          <p:cNvGrpSpPr/>
          <p:nvPr/>
        </p:nvGrpSpPr>
        <p:grpSpPr>
          <a:xfrm>
            <a:off x="12500610" y="3479800"/>
            <a:ext cx="68580" cy="203200"/>
            <a:chOff x="12500610" y="3479800"/>
            <a:chExt cx="68580" cy="203200"/>
          </a:xfrm>
        </p:grpSpPr>
        <p:sp>
          <p:nvSpPr>
            <p:cNvPr id="544" name="b.output/rgb"/>
            <p:cNvSpPr/>
            <p:nvPr/>
          </p:nvSpPr>
          <p:spPr>
            <a:xfrm>
              <a:off x="12534900" y="3479800"/>
              <a:ext cx="127" cy="203200"/>
            </a:xfrm>
            <a:custGeom>
              <a:avLst/>
              <a:gdLst/>
              <a:ahLst/>
              <a:cxnLst/>
              <a:rect l="0" t="0" r="r" b="b"/>
              <a:pathLst>
                <a:path w="10" h="16000">
                  <a:moveTo>
                    <a:pt x="0" y="0"/>
                  </a:moveTo>
                  <a:lnTo>
                    <a:pt x="0" y="1600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5" name="b.output/rgb head"/>
            <p:cNvSpPr/>
            <p:nvPr/>
          </p:nvSpPr>
          <p:spPr>
            <a:xfrm>
              <a:off x="12500610" y="3606800"/>
              <a:ext cx="68580"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46" name="b.real"/>
          <p:cNvGrpSpPr/>
          <p:nvPr/>
        </p:nvGrpSpPr>
        <p:grpSpPr>
          <a:xfrm>
            <a:off x="7988300" y="3683000"/>
            <a:ext cx="1701800" cy="685800"/>
            <a:chOff x="7988300" y="3683000"/>
            <a:chExt cx="1701800" cy="685800"/>
          </a:xfrm>
        </p:grpSpPr>
        <p:sp>
          <p:nvSpPr>
            <p:cNvPr id="547" name="b.real/box"/>
            <p:cNvSpPr/>
            <p:nvPr/>
          </p:nvSpPr>
          <p:spPr>
            <a:xfrm>
              <a:off x="7988300" y="3683000"/>
              <a:ext cx="1701800" cy="685800"/>
            </a:xfrm>
            <a:custGeom>
              <a:avLst/>
              <a:gdLst/>
              <a:ahLst/>
              <a:cxnLst/>
              <a:rect l="0" t="0" r="r" b="b"/>
              <a:pathLst>
                <a:path w="134000" h="54000">
                  <a:moveTo>
                    <a:pt x="8000" y="0"/>
                  </a:moveTo>
                  <a:lnTo>
                    <a:pt x="126000" y="0"/>
                  </a:lnTo>
                  <a:cubicBezTo>
                    <a:pt x="130418" y="0"/>
                    <a:pt x="134000" y="3582"/>
                    <a:pt x="134000" y="8000"/>
                  </a:cubicBezTo>
                  <a:lnTo>
                    <a:pt x="134000" y="46000"/>
                  </a:lnTo>
                  <a:cubicBezTo>
                    <a:pt x="134000" y="50418"/>
                    <a:pt x="130418" y="54000"/>
                    <a:pt x="126000" y="54000"/>
                  </a:cubicBezTo>
                  <a:lnTo>
                    <a:pt x="8000" y="54000"/>
                  </a:lnTo>
                  <a:cubicBezTo>
                    <a:pt x="3582" y="54000"/>
                    <a:pt x="0" y="50418"/>
                    <a:pt x="0" y="46000"/>
                  </a:cubicBezTo>
                  <a:lnTo>
                    <a:pt x="0" y="8000"/>
                  </a:lnTo>
                  <a:cubicBezTo>
                    <a:pt x="0" y="3582"/>
                    <a:pt x="3582" y="0"/>
                    <a:pt x="8000" y="0"/>
                  </a:cubicBezTo>
                  <a:close/>
                </a:path>
              </a:pathLst>
            </a:custGeom>
            <a:solidFill>
              <a:srgbClr val="FFFFFF"/>
            </a:solidFill>
            <a:ln w="19050">
              <a:solidFill>
                <a:srgbClr val="E5E7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8" name="b.real/sample 0"/>
            <p:cNvSpPr/>
            <p:nvPr/>
          </p:nvSpPr>
          <p:spPr>
            <a:xfrm>
              <a:off x="81534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9" name="b.real/sample 1"/>
            <p:cNvSpPr/>
            <p:nvPr/>
          </p:nvSpPr>
          <p:spPr>
            <a:xfrm>
              <a:off x="84582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0" name="b.real/sample 2"/>
            <p:cNvSpPr/>
            <p:nvPr/>
          </p:nvSpPr>
          <p:spPr>
            <a:xfrm>
              <a:off x="87630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1" name="b.real/sample 3"/>
            <p:cNvSpPr/>
            <p:nvPr/>
          </p:nvSpPr>
          <p:spPr>
            <a:xfrm>
              <a:off x="90678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2" name="b.real/sample 4"/>
            <p:cNvSpPr/>
            <p:nvPr/>
          </p:nvSpPr>
          <p:spPr>
            <a:xfrm>
              <a:off x="9372600" y="3822700"/>
              <a:ext cx="152400" cy="152400"/>
            </a:xfrm>
            <a:prstGeom prst="ellipse">
              <a:avLst/>
            </a:prstGeom>
            <a:solidFill>
              <a:srgbClr val="E1706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3" name="b.real/label"/>
            <p:cNvSpPr txBox="1"/>
            <p:nvPr/>
          </p:nvSpPr>
          <p:spPr>
            <a:xfrm>
              <a:off x="8013700" y="4064000"/>
              <a:ext cx="16510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430" b="0" i="0">
                  <a:solidFill>
                    <a:srgbClr val="E1706B"/>
                  </a:solidFill>
                  <a:latin typeface="Comic Sans MS"/>
                  <a:ea typeface="Comic Sans MS"/>
                  <a:cs typeface="Comic Sans MS"/>
                </a:rPr>
                <a:t>Real Data </a:t>
              </a:r>
              <a:r>
                <a:rPr sz="1430" b="0" i="0">
                  <a:solidFill>
                    <a:srgbClr val="E1706B"/>
                  </a:solidFill>
                  <a:latin typeface="Comic Sans MS"/>
                  <a:ea typeface="Comic Sans MS"/>
                  <a:cs typeface="Comic Sans MS"/>
                </a:rPr>
                <a:t>x</a:t>
              </a:r>
              <a:r>
                <a:rPr sz="1430" b="0" i="0" baseline="-25000">
                  <a:solidFill>
                    <a:srgbClr val="E1706B"/>
                  </a:solidFill>
                  <a:latin typeface="Comic Sans MS"/>
                  <a:ea typeface="Comic Sans MS"/>
                  <a:cs typeface="Comic Sans MS"/>
                </a:rPr>
                <a:t>r</a:t>
              </a:r>
            </a:p>
          </p:txBody>
        </p:sp>
      </p:grpSp>
      <p:grpSp>
        <p:nvGrpSpPr>
          <p:cNvPr id="554" name="b.fake"/>
          <p:cNvGrpSpPr/>
          <p:nvPr/>
        </p:nvGrpSpPr>
        <p:grpSpPr>
          <a:xfrm>
            <a:off x="11595100" y="3683000"/>
            <a:ext cx="1701800" cy="685800"/>
            <a:chOff x="11595100" y="3683000"/>
            <a:chExt cx="1701800" cy="685800"/>
          </a:xfrm>
        </p:grpSpPr>
        <p:sp>
          <p:nvSpPr>
            <p:cNvPr id="555" name="b.fake/box"/>
            <p:cNvSpPr/>
            <p:nvPr/>
          </p:nvSpPr>
          <p:spPr>
            <a:xfrm>
              <a:off x="11595100" y="3683000"/>
              <a:ext cx="1701800" cy="685800"/>
            </a:xfrm>
            <a:custGeom>
              <a:avLst/>
              <a:gdLst/>
              <a:ahLst/>
              <a:cxnLst/>
              <a:rect l="0" t="0" r="r" b="b"/>
              <a:pathLst>
                <a:path w="134000" h="54000">
                  <a:moveTo>
                    <a:pt x="8000" y="0"/>
                  </a:moveTo>
                  <a:lnTo>
                    <a:pt x="126000" y="0"/>
                  </a:lnTo>
                  <a:cubicBezTo>
                    <a:pt x="130418" y="0"/>
                    <a:pt x="134000" y="3582"/>
                    <a:pt x="134000" y="8000"/>
                  </a:cubicBezTo>
                  <a:lnTo>
                    <a:pt x="134000" y="46000"/>
                  </a:lnTo>
                  <a:cubicBezTo>
                    <a:pt x="134000" y="50418"/>
                    <a:pt x="130418" y="54000"/>
                    <a:pt x="126000" y="54000"/>
                  </a:cubicBezTo>
                  <a:lnTo>
                    <a:pt x="8000" y="54000"/>
                  </a:lnTo>
                  <a:cubicBezTo>
                    <a:pt x="3582" y="54000"/>
                    <a:pt x="0" y="50418"/>
                    <a:pt x="0" y="46000"/>
                  </a:cubicBezTo>
                  <a:lnTo>
                    <a:pt x="0" y="8000"/>
                  </a:lnTo>
                  <a:cubicBezTo>
                    <a:pt x="0" y="3582"/>
                    <a:pt x="3582" y="0"/>
                    <a:pt x="8000" y="0"/>
                  </a:cubicBezTo>
                  <a:close/>
                </a:path>
              </a:pathLst>
            </a:custGeom>
            <a:solidFill>
              <a:srgbClr val="FFFFFF"/>
            </a:solidFill>
            <a:ln w="19050">
              <a:solidFill>
                <a:srgbClr val="E5E7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6" name="b.fake/sample 0"/>
            <p:cNvSpPr/>
            <p:nvPr/>
          </p:nvSpPr>
          <p:spPr>
            <a:xfrm>
              <a:off x="11760200" y="3822700"/>
              <a:ext cx="152400" cy="152400"/>
            </a:xfrm>
            <a:prstGeom prst="ellipse">
              <a:avLst/>
            </a:prstGeom>
            <a:solidFill>
              <a:srgbClr val="E1B8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7" name="b.fake/sample 1"/>
            <p:cNvSpPr/>
            <p:nvPr/>
          </p:nvSpPr>
          <p:spPr>
            <a:xfrm>
              <a:off x="12065000" y="3822700"/>
              <a:ext cx="152400" cy="152400"/>
            </a:xfrm>
            <a:prstGeom prst="ellipse">
              <a:avLst/>
            </a:prstGeom>
            <a:solidFill>
              <a:srgbClr val="B7C2D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8" name="b.fake/sample 2"/>
            <p:cNvSpPr/>
            <p:nvPr/>
          </p:nvSpPr>
          <p:spPr>
            <a:xfrm>
              <a:off x="12369800" y="3822700"/>
              <a:ext cx="152400" cy="152400"/>
            </a:xfrm>
            <a:prstGeom prst="ellipse">
              <a:avLst/>
            </a:prstGeom>
            <a:solidFill>
              <a:srgbClr val="B7C2D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9" name="b.fake/sample 3"/>
            <p:cNvSpPr/>
            <p:nvPr/>
          </p:nvSpPr>
          <p:spPr>
            <a:xfrm>
              <a:off x="12674600" y="3822700"/>
              <a:ext cx="152400" cy="152400"/>
            </a:xfrm>
            <a:prstGeom prst="ellipse">
              <a:avLst/>
            </a:prstGeom>
            <a:solidFill>
              <a:srgbClr val="B7C2D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0" name="b.fake/sample 4"/>
            <p:cNvSpPr/>
            <p:nvPr/>
          </p:nvSpPr>
          <p:spPr>
            <a:xfrm>
              <a:off x="12979400" y="3822700"/>
              <a:ext cx="152400" cy="152400"/>
            </a:xfrm>
            <a:prstGeom prst="ellipse">
              <a:avLst/>
            </a:prstGeom>
            <a:solidFill>
              <a:srgbClr val="B7C2D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1" name="b.fake/label"/>
            <p:cNvSpPr txBox="1"/>
            <p:nvPr/>
          </p:nvSpPr>
          <p:spPr>
            <a:xfrm>
              <a:off x="11620500" y="4064000"/>
              <a:ext cx="16510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430" b="0" i="0">
                  <a:solidFill>
                    <a:srgbClr val="CB9558"/>
                  </a:solidFill>
                  <a:latin typeface="Comic Sans MS"/>
                  <a:ea typeface="Comic Sans MS"/>
                  <a:cs typeface="Comic Sans MS"/>
                </a:rPr>
                <a:t>Fake Batch </a:t>
              </a:r>
              <a:r>
                <a:rPr sz="1430" b="0" i="0">
                  <a:solidFill>
                    <a:srgbClr val="CB9558"/>
                  </a:solidFill>
                  <a:latin typeface="Comic Sans MS"/>
                  <a:ea typeface="Comic Sans MS"/>
                  <a:cs typeface="Comic Sans MS"/>
                </a:rPr>
                <a:t>x</a:t>
              </a:r>
              <a:r>
                <a:rPr sz="1430" b="0" i="0" baseline="-25000">
                  <a:solidFill>
                    <a:srgbClr val="CB9558"/>
                  </a:solidFill>
                  <a:latin typeface="Comic Sans MS"/>
                  <a:ea typeface="Comic Sans MS"/>
                  <a:cs typeface="Comic Sans MS"/>
                </a:rPr>
                <a:t>f</a:t>
              </a:r>
            </a:p>
          </p:txBody>
        </p:sp>
      </p:grpSp>
      <p:grpSp>
        <p:nvGrpSpPr>
          <p:cNvPr id="562" name="b.inputs"/>
          <p:cNvGrpSpPr/>
          <p:nvPr/>
        </p:nvGrpSpPr>
        <p:grpSpPr>
          <a:xfrm>
            <a:off x="8839200" y="4368800"/>
            <a:ext cx="3606800" cy="406400"/>
            <a:chOff x="8839200" y="4368800"/>
            <a:chExt cx="3606800" cy="406400"/>
          </a:xfrm>
        </p:grpSpPr>
        <p:sp>
          <p:nvSpPr>
            <p:cNvPr id="563" name="b.inputs/real"/>
            <p:cNvSpPr/>
            <p:nvPr/>
          </p:nvSpPr>
          <p:spPr>
            <a:xfrm>
              <a:off x="8839200" y="4368800"/>
              <a:ext cx="2959100" cy="215900"/>
            </a:xfrm>
            <a:custGeom>
              <a:avLst/>
              <a:gdLst/>
              <a:ahLst/>
              <a:cxnLst/>
              <a:rect l="0" t="0" r="r" b="b"/>
              <a:pathLst>
                <a:path w="233000" h="17000">
                  <a:moveTo>
                    <a:pt x="0" y="0"/>
                  </a:moveTo>
                  <a:lnTo>
                    <a:pt x="0" y="17000"/>
                  </a:lnTo>
                  <a:lnTo>
                    <a:pt x="233000" y="17000"/>
                  </a:lnTo>
                </a:path>
              </a:pathLst>
            </a:custGeom>
            <a:noFill/>
            <a:ln w="1778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4" name="b.inputs/fake"/>
            <p:cNvSpPr/>
            <p:nvPr/>
          </p:nvSpPr>
          <p:spPr>
            <a:xfrm>
              <a:off x="11798300" y="4368800"/>
              <a:ext cx="647700" cy="406400"/>
            </a:xfrm>
            <a:custGeom>
              <a:avLst/>
              <a:gdLst/>
              <a:ahLst/>
              <a:cxnLst/>
              <a:rect l="0" t="0" r="r" b="b"/>
              <a:pathLst>
                <a:path w="51000" h="32000">
                  <a:moveTo>
                    <a:pt x="51000" y="0"/>
                  </a:moveTo>
                  <a:lnTo>
                    <a:pt x="51000" y="17000"/>
                  </a:lnTo>
                  <a:lnTo>
                    <a:pt x="0" y="17000"/>
                  </a:lnTo>
                  <a:lnTo>
                    <a:pt x="0" y="32000"/>
                  </a:lnTo>
                </a:path>
              </a:pathLst>
            </a:custGeom>
            <a:noFill/>
            <a:ln w="1778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5" name="b.inputs/fake head"/>
            <p:cNvSpPr/>
            <p:nvPr/>
          </p:nvSpPr>
          <p:spPr>
            <a:xfrm>
              <a:off x="11764010" y="4699000"/>
              <a:ext cx="68580"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66" name="b.detach"/>
          <p:cNvGrpSpPr/>
          <p:nvPr/>
        </p:nvGrpSpPr>
        <p:grpSpPr>
          <a:xfrm>
            <a:off x="12369800" y="4330700"/>
            <a:ext cx="990600" cy="279400"/>
            <a:chOff x="12369800" y="4330700"/>
            <a:chExt cx="990600" cy="279400"/>
          </a:xfrm>
        </p:grpSpPr>
        <p:sp>
          <p:nvSpPr>
            <p:cNvPr id="567" name="b.detach/gate"/>
            <p:cNvSpPr/>
            <p:nvPr/>
          </p:nvSpPr>
          <p:spPr>
            <a:xfrm>
              <a:off x="12369800" y="4483100"/>
              <a:ext cx="152400" cy="127"/>
            </a:xfrm>
            <a:custGeom>
              <a:avLst/>
              <a:gdLst/>
              <a:ahLst/>
              <a:cxnLst/>
              <a:rect l="0" t="0" r="r" b="b"/>
              <a:pathLst>
                <a:path w="12000" h="10">
                  <a:moveTo>
                    <a:pt x="0" y="0"/>
                  </a:moveTo>
                  <a:lnTo>
                    <a:pt x="12000" y="0"/>
                  </a:lnTo>
                </a:path>
              </a:pathLst>
            </a:custGeom>
            <a:noFill/>
            <a:ln w="29209">
              <a:solidFill>
                <a:srgbClr val="C45B2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8" name="b.detach/label"/>
            <p:cNvSpPr txBox="1"/>
            <p:nvPr/>
          </p:nvSpPr>
          <p:spPr>
            <a:xfrm>
              <a:off x="12560300" y="4330700"/>
              <a:ext cx="800100" cy="2794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150" b="0" i="0">
                  <a:solidFill>
                    <a:srgbClr val="C45B25"/>
                  </a:solidFill>
                  <a:latin typeface="Comic Sans MS"/>
                  <a:ea typeface="Comic Sans MS"/>
                  <a:cs typeface="Comic Sans MS"/>
                </a:rPr>
                <a:t>stop grad.</a:t>
              </a:r>
            </a:p>
          </p:txBody>
        </p:sp>
      </p:grpSp>
      <p:grpSp>
        <p:nvGrpSpPr>
          <p:cNvPr id="569" name="b.features"/>
          <p:cNvGrpSpPr/>
          <p:nvPr/>
        </p:nvGrpSpPr>
        <p:grpSpPr>
          <a:xfrm>
            <a:off x="10299700" y="4699911"/>
            <a:ext cx="2933700" cy="938889"/>
            <a:chOff x="10299700" y="4699911"/>
            <a:chExt cx="2933700" cy="938889"/>
          </a:xfrm>
        </p:grpSpPr>
        <p:sp>
          <p:nvSpPr>
            <p:cNvPr id="570" name="b.features/box"/>
            <p:cNvSpPr/>
            <p:nvPr/>
          </p:nvSpPr>
          <p:spPr>
            <a:xfrm>
              <a:off x="10363200" y="4775200"/>
              <a:ext cx="2870200" cy="571500"/>
            </a:xfrm>
            <a:custGeom>
              <a:avLst/>
              <a:gdLst/>
              <a:ahLst/>
              <a:cxnLst/>
              <a:rect l="0" t="0" r="r" b="b"/>
              <a:pathLst>
                <a:path w="226000" h="45000">
                  <a:moveTo>
                    <a:pt x="8000" y="0"/>
                  </a:moveTo>
                  <a:lnTo>
                    <a:pt x="218000" y="0"/>
                  </a:lnTo>
                  <a:cubicBezTo>
                    <a:pt x="222418" y="0"/>
                    <a:pt x="226000" y="3582"/>
                    <a:pt x="226000" y="8000"/>
                  </a:cubicBezTo>
                  <a:lnTo>
                    <a:pt x="226000" y="37000"/>
                  </a:lnTo>
                  <a:cubicBezTo>
                    <a:pt x="226000" y="41418"/>
                    <a:pt x="222418" y="45000"/>
                    <a:pt x="218000" y="45000"/>
                  </a:cubicBezTo>
                  <a:lnTo>
                    <a:pt x="8000" y="45000"/>
                  </a:lnTo>
                  <a:cubicBezTo>
                    <a:pt x="3582" y="45000"/>
                    <a:pt x="0" y="41418"/>
                    <a:pt x="0" y="37000"/>
                  </a:cubicBezTo>
                  <a:lnTo>
                    <a:pt x="0" y="8000"/>
                  </a:lnTo>
                  <a:cubicBezTo>
                    <a:pt x="0" y="3582"/>
                    <a:pt x="3582" y="0"/>
                    <a:pt x="8000" y="0"/>
                  </a:cubicBezTo>
                  <a:close/>
                </a:path>
              </a:pathLst>
            </a:custGeom>
            <a:solidFill>
              <a:srgbClr val="D0DD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1" name="b.features/label"/>
            <p:cNvSpPr txBox="1"/>
            <p:nvPr/>
          </p:nvSpPr>
          <p:spPr>
            <a:xfrm>
              <a:off x="10414000" y="4800600"/>
              <a:ext cx="2768600" cy="520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730" b="0" i="0">
                  <a:solidFill>
                    <a:srgbClr val="0E2841"/>
                  </a:solidFill>
                  <a:latin typeface="Comic Sans MS"/>
                  <a:ea typeface="Comic Sans MS"/>
                  <a:cs typeface="Comic Sans MS"/>
                </a:rPr>
                <a:t/>
              </a:r>
            </a:p>
          </p:txBody>
        </p:sp>
        <p:sp>
          <p:nvSpPr>
            <p:cNvPr id="572" name="b.features/frozen/white outline"/>
            <p:cNvSpPr/>
            <p:nvPr/>
          </p:nvSpPr>
          <p:spPr>
            <a:xfrm>
              <a:off x="10299700" y="46999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3" name="b.features/frozen/blue crystal"/>
            <p:cNvSpPr/>
            <p:nvPr/>
          </p:nvSpPr>
          <p:spPr>
            <a:xfrm>
              <a:off x="10299700" y="4699911"/>
              <a:ext cx="203200" cy="175976"/>
            </a:xfrm>
            <a:custGeom>
              <a:avLst/>
              <a:gdLst/>
              <a:ahLst/>
              <a:cxnLst/>
              <a:rect l="0" t="0" r="r" b="b"/>
              <a:pathLst>
                <a:path w="16000" h="13856">
                  <a:moveTo>
                    <a:pt x="8000" y="6928"/>
                  </a:moveTo>
                  <a:lnTo>
                    <a:pt x="16000" y="6928"/>
                  </a:lnTo>
                  <a:moveTo>
                    <a:pt x="12240" y="6928"/>
                  </a:moveTo>
                  <a:lnTo>
                    <a:pt x="10400" y="5088"/>
                  </a:lnTo>
                  <a:moveTo>
                    <a:pt x="12240" y="6928"/>
                  </a:moveTo>
                  <a:lnTo>
                    <a:pt x="10400" y="8768"/>
                  </a:lnTo>
                  <a:moveTo>
                    <a:pt x="14080" y="6928"/>
                  </a:moveTo>
                  <a:lnTo>
                    <a:pt x="12240" y="5088"/>
                  </a:lnTo>
                  <a:moveTo>
                    <a:pt x="14080" y="6928"/>
                  </a:moveTo>
                  <a:lnTo>
                    <a:pt x="12240" y="8768"/>
                  </a:lnTo>
                  <a:moveTo>
                    <a:pt x="8000" y="6928"/>
                  </a:moveTo>
                  <a:lnTo>
                    <a:pt x="12000" y="13856"/>
                  </a:lnTo>
                  <a:moveTo>
                    <a:pt x="10120" y="10600"/>
                  </a:moveTo>
                  <a:lnTo>
                    <a:pt x="10793" y="8087"/>
                  </a:lnTo>
                  <a:moveTo>
                    <a:pt x="10120" y="10600"/>
                  </a:moveTo>
                  <a:lnTo>
                    <a:pt x="7607" y="9927"/>
                  </a:lnTo>
                  <a:moveTo>
                    <a:pt x="11040" y="12194"/>
                  </a:moveTo>
                  <a:lnTo>
                    <a:pt x="11713" y="9680"/>
                  </a:lnTo>
                  <a:moveTo>
                    <a:pt x="11040" y="12194"/>
                  </a:moveTo>
                  <a:lnTo>
                    <a:pt x="8527" y="11520"/>
                  </a:lnTo>
                  <a:moveTo>
                    <a:pt x="8000" y="6928"/>
                  </a:moveTo>
                  <a:lnTo>
                    <a:pt x="4000" y="13856"/>
                  </a:lnTo>
                  <a:moveTo>
                    <a:pt x="5880" y="10600"/>
                  </a:moveTo>
                  <a:lnTo>
                    <a:pt x="8393" y="9927"/>
                  </a:lnTo>
                  <a:moveTo>
                    <a:pt x="5880" y="10600"/>
                  </a:moveTo>
                  <a:lnTo>
                    <a:pt x="5207" y="8087"/>
                  </a:lnTo>
                  <a:moveTo>
                    <a:pt x="4960" y="12194"/>
                  </a:moveTo>
                  <a:lnTo>
                    <a:pt x="7473" y="11520"/>
                  </a:lnTo>
                  <a:moveTo>
                    <a:pt x="4960" y="12194"/>
                  </a:moveTo>
                  <a:lnTo>
                    <a:pt x="4287" y="9680"/>
                  </a:lnTo>
                  <a:moveTo>
                    <a:pt x="8000" y="6928"/>
                  </a:moveTo>
                  <a:lnTo>
                    <a:pt x="0" y="6928"/>
                  </a:lnTo>
                  <a:moveTo>
                    <a:pt x="3760" y="6928"/>
                  </a:moveTo>
                  <a:lnTo>
                    <a:pt x="5600" y="8768"/>
                  </a:lnTo>
                  <a:moveTo>
                    <a:pt x="3760" y="6928"/>
                  </a:moveTo>
                  <a:lnTo>
                    <a:pt x="5600" y="5088"/>
                  </a:lnTo>
                  <a:moveTo>
                    <a:pt x="1920" y="6928"/>
                  </a:moveTo>
                  <a:lnTo>
                    <a:pt x="3760" y="8768"/>
                  </a:lnTo>
                  <a:moveTo>
                    <a:pt x="1920" y="6928"/>
                  </a:moveTo>
                  <a:lnTo>
                    <a:pt x="3760" y="5088"/>
                  </a:lnTo>
                  <a:moveTo>
                    <a:pt x="8000" y="6928"/>
                  </a:moveTo>
                  <a:lnTo>
                    <a:pt x="4000" y="0"/>
                  </a:lnTo>
                  <a:moveTo>
                    <a:pt x="5880" y="3256"/>
                  </a:moveTo>
                  <a:lnTo>
                    <a:pt x="5207" y="5770"/>
                  </a:lnTo>
                  <a:moveTo>
                    <a:pt x="5880" y="3256"/>
                  </a:moveTo>
                  <a:lnTo>
                    <a:pt x="8393" y="3930"/>
                  </a:lnTo>
                  <a:moveTo>
                    <a:pt x="4960" y="1663"/>
                  </a:moveTo>
                  <a:lnTo>
                    <a:pt x="4287" y="4176"/>
                  </a:lnTo>
                  <a:moveTo>
                    <a:pt x="4960" y="1663"/>
                  </a:moveTo>
                  <a:lnTo>
                    <a:pt x="7473" y="2336"/>
                  </a:lnTo>
                  <a:moveTo>
                    <a:pt x="8000" y="6928"/>
                  </a:moveTo>
                  <a:lnTo>
                    <a:pt x="12000" y="0"/>
                  </a:lnTo>
                  <a:moveTo>
                    <a:pt x="10120" y="3256"/>
                  </a:moveTo>
                  <a:lnTo>
                    <a:pt x="7607" y="3930"/>
                  </a:lnTo>
                  <a:moveTo>
                    <a:pt x="10120" y="3256"/>
                  </a:moveTo>
                  <a:lnTo>
                    <a:pt x="10793" y="5770"/>
                  </a:lnTo>
                  <a:moveTo>
                    <a:pt x="11040" y="1663"/>
                  </a:moveTo>
                  <a:lnTo>
                    <a:pt x="8527" y="2336"/>
                  </a:lnTo>
                  <a:moveTo>
                    <a:pt x="11040" y="1663"/>
                  </a:moveTo>
                  <a:lnTo>
                    <a:pt x="11713" y="4176"/>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4" name="b.features/feature plane 0"/>
            <p:cNvSpPr/>
            <p:nvPr/>
          </p:nvSpPr>
          <p:spPr>
            <a:xfrm>
              <a:off x="10515600" y="4864100"/>
              <a:ext cx="292100" cy="292100"/>
            </a:xfrm>
            <a:custGeom>
              <a:avLst/>
              <a:gdLst/>
              <a:ahLst/>
              <a:cxnLst/>
              <a:rect l="0" t="0" r="r" b="b"/>
              <a:pathLst>
                <a:path w="23000" h="23000">
                  <a:moveTo>
                    <a:pt x="2000" y="0"/>
                  </a:moveTo>
                  <a:lnTo>
                    <a:pt x="21000" y="0"/>
                  </a:lnTo>
                  <a:cubicBezTo>
                    <a:pt x="22105" y="0"/>
                    <a:pt x="23000" y="895"/>
                    <a:pt x="23000" y="2000"/>
                  </a:cubicBezTo>
                  <a:lnTo>
                    <a:pt x="23000" y="21000"/>
                  </a:lnTo>
                  <a:cubicBezTo>
                    <a:pt x="23000" y="22105"/>
                    <a:pt x="22105" y="23000"/>
                    <a:pt x="21000" y="23000"/>
                  </a:cubicBezTo>
                  <a:lnTo>
                    <a:pt x="2000" y="23000"/>
                  </a:lnTo>
                  <a:cubicBezTo>
                    <a:pt x="895" y="23000"/>
                    <a:pt x="0" y="22105"/>
                    <a:pt x="0" y="21000"/>
                  </a:cubicBezTo>
                  <a:lnTo>
                    <a:pt x="0" y="2000"/>
                  </a:lnTo>
                  <a:cubicBezTo>
                    <a:pt x="0" y="895"/>
                    <a:pt x="895" y="0"/>
                    <a:pt x="2000" y="0"/>
                  </a:cubicBezTo>
                  <a:close/>
                </a:path>
              </a:pathLst>
            </a:custGeom>
            <a:solidFill>
              <a:srgbClr val="E8F0F7"/>
            </a:solidFill>
            <a:ln w="10795">
              <a:solidFill>
                <a:srgbClr val="7894B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5" name="b.features/feature plane 1"/>
            <p:cNvSpPr/>
            <p:nvPr/>
          </p:nvSpPr>
          <p:spPr>
            <a:xfrm>
              <a:off x="10617200" y="4914900"/>
              <a:ext cx="292100" cy="292100"/>
            </a:xfrm>
            <a:custGeom>
              <a:avLst/>
              <a:gdLst/>
              <a:ahLst/>
              <a:cxnLst/>
              <a:rect l="0" t="0" r="r" b="b"/>
              <a:pathLst>
                <a:path w="23000" h="23000">
                  <a:moveTo>
                    <a:pt x="2000" y="0"/>
                  </a:moveTo>
                  <a:lnTo>
                    <a:pt x="21000" y="0"/>
                  </a:lnTo>
                  <a:cubicBezTo>
                    <a:pt x="22105" y="0"/>
                    <a:pt x="23000" y="895"/>
                    <a:pt x="23000" y="2000"/>
                  </a:cubicBezTo>
                  <a:lnTo>
                    <a:pt x="23000" y="21000"/>
                  </a:lnTo>
                  <a:cubicBezTo>
                    <a:pt x="23000" y="22105"/>
                    <a:pt x="22105" y="23000"/>
                    <a:pt x="21000" y="23000"/>
                  </a:cubicBezTo>
                  <a:lnTo>
                    <a:pt x="2000" y="23000"/>
                  </a:lnTo>
                  <a:cubicBezTo>
                    <a:pt x="895" y="23000"/>
                    <a:pt x="0" y="22105"/>
                    <a:pt x="0" y="21000"/>
                  </a:cubicBezTo>
                  <a:lnTo>
                    <a:pt x="0" y="2000"/>
                  </a:lnTo>
                  <a:cubicBezTo>
                    <a:pt x="0" y="895"/>
                    <a:pt x="895" y="0"/>
                    <a:pt x="2000" y="0"/>
                  </a:cubicBezTo>
                  <a:close/>
                </a:path>
              </a:pathLst>
            </a:custGeom>
            <a:solidFill>
              <a:srgbClr val="DCE7F1"/>
            </a:solidFill>
            <a:ln w="10795">
              <a:solidFill>
                <a:srgbClr val="7894B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6" name="b.features/feature plane 2"/>
            <p:cNvSpPr/>
            <p:nvPr/>
          </p:nvSpPr>
          <p:spPr>
            <a:xfrm>
              <a:off x="10718800" y="4965700"/>
              <a:ext cx="292100" cy="292100"/>
            </a:xfrm>
            <a:custGeom>
              <a:avLst/>
              <a:gdLst/>
              <a:ahLst/>
              <a:cxnLst/>
              <a:rect l="0" t="0" r="r" b="b"/>
              <a:pathLst>
                <a:path w="23000" h="23000">
                  <a:moveTo>
                    <a:pt x="2000" y="0"/>
                  </a:moveTo>
                  <a:lnTo>
                    <a:pt x="21000" y="0"/>
                  </a:lnTo>
                  <a:cubicBezTo>
                    <a:pt x="22105" y="0"/>
                    <a:pt x="23000" y="895"/>
                    <a:pt x="23000" y="2000"/>
                  </a:cubicBezTo>
                  <a:lnTo>
                    <a:pt x="23000" y="21000"/>
                  </a:lnTo>
                  <a:cubicBezTo>
                    <a:pt x="23000" y="22105"/>
                    <a:pt x="22105" y="23000"/>
                    <a:pt x="21000" y="23000"/>
                  </a:cubicBezTo>
                  <a:lnTo>
                    <a:pt x="2000" y="23000"/>
                  </a:lnTo>
                  <a:cubicBezTo>
                    <a:pt x="895" y="23000"/>
                    <a:pt x="0" y="22105"/>
                    <a:pt x="0" y="21000"/>
                  </a:cubicBezTo>
                  <a:lnTo>
                    <a:pt x="0" y="2000"/>
                  </a:lnTo>
                  <a:cubicBezTo>
                    <a:pt x="0" y="895"/>
                    <a:pt x="895" y="0"/>
                    <a:pt x="2000" y="0"/>
                  </a:cubicBezTo>
                  <a:close/>
                </a:path>
              </a:pathLst>
            </a:custGeom>
            <a:solidFill>
              <a:srgbClr val="F8FBFE"/>
            </a:solidFill>
            <a:ln w="10795">
              <a:solidFill>
                <a:srgbClr val="7894B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7" name="b.features/name"/>
            <p:cNvSpPr txBox="1"/>
            <p:nvPr/>
          </p:nvSpPr>
          <p:spPr>
            <a:xfrm>
              <a:off x="11214100" y="4826000"/>
              <a:ext cx="1917700" cy="469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50" b="0" i="0">
                  <a:solidFill>
                    <a:srgbClr val="0E2841"/>
                  </a:solidFill>
                  <a:latin typeface="Comic Sans MS"/>
                  <a:ea typeface="Comic Sans MS"/>
                  <a:cs typeface="Comic Sans MS"/>
                </a:rPr>
                <a:t>Inception φ</a:t>
              </a:r>
            </a:p>
          </p:txBody>
        </p:sp>
        <p:sp>
          <p:nvSpPr>
            <p:cNvPr id="578" name="b.features/output"/>
            <p:cNvSpPr/>
            <p:nvPr/>
          </p:nvSpPr>
          <p:spPr>
            <a:xfrm>
              <a:off x="11798300" y="5346700"/>
              <a:ext cx="127" cy="292100"/>
            </a:xfrm>
            <a:custGeom>
              <a:avLst/>
              <a:gdLst/>
              <a:ahLst/>
              <a:cxnLst/>
              <a:rect l="0" t="0" r="r" b="b"/>
              <a:pathLst>
                <a:path w="10" h="23000">
                  <a:moveTo>
                    <a:pt x="0" y="0"/>
                  </a:moveTo>
                  <a:lnTo>
                    <a:pt x="0" y="23000"/>
                  </a:lnTo>
                </a:path>
              </a:pathLst>
            </a:custGeom>
            <a:noFill/>
            <a:ln w="1905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9" name="b.features/output head"/>
            <p:cNvSpPr/>
            <p:nvPr/>
          </p:nvSpPr>
          <p:spPr>
            <a:xfrm>
              <a:off x="11764010" y="5562600"/>
              <a:ext cx="68580"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580" name="b.classifier"/>
          <p:cNvGrpSpPr/>
          <p:nvPr/>
        </p:nvGrpSpPr>
        <p:grpSpPr>
          <a:xfrm>
            <a:off x="10312908" y="5541010"/>
            <a:ext cx="2920492" cy="643890"/>
            <a:chOff x="10312908" y="5541010"/>
            <a:chExt cx="2920492" cy="643890"/>
          </a:xfrm>
        </p:grpSpPr>
        <p:sp>
          <p:nvSpPr>
            <p:cNvPr id="581" name="b.classifier/box"/>
            <p:cNvSpPr/>
            <p:nvPr/>
          </p:nvSpPr>
          <p:spPr>
            <a:xfrm>
              <a:off x="10363200" y="5638800"/>
              <a:ext cx="2870200" cy="546100"/>
            </a:xfrm>
            <a:custGeom>
              <a:avLst/>
              <a:gdLst/>
              <a:ahLst/>
              <a:cxnLst/>
              <a:rect l="0" t="0" r="r" b="b"/>
              <a:pathLst>
                <a:path w="226000" h="43000">
                  <a:moveTo>
                    <a:pt x="8000" y="0"/>
                  </a:moveTo>
                  <a:lnTo>
                    <a:pt x="218000" y="0"/>
                  </a:lnTo>
                  <a:cubicBezTo>
                    <a:pt x="222418" y="0"/>
                    <a:pt x="226000" y="3582"/>
                    <a:pt x="226000" y="8000"/>
                  </a:cubicBezTo>
                  <a:lnTo>
                    <a:pt x="226000" y="35000"/>
                  </a:lnTo>
                  <a:cubicBezTo>
                    <a:pt x="226000" y="39418"/>
                    <a:pt x="222418" y="43000"/>
                    <a:pt x="218000" y="43000"/>
                  </a:cubicBezTo>
                  <a:lnTo>
                    <a:pt x="8000" y="43000"/>
                  </a:lnTo>
                  <a:cubicBezTo>
                    <a:pt x="3582" y="43000"/>
                    <a:pt x="0" y="39418"/>
                    <a:pt x="0" y="35000"/>
                  </a:cubicBezTo>
                  <a:lnTo>
                    <a:pt x="0" y="8000"/>
                  </a:lnTo>
                  <a:cubicBezTo>
                    <a:pt x="0" y="3582"/>
                    <a:pt x="3582" y="0"/>
                    <a:pt x="8000" y="0"/>
                  </a:cubicBezTo>
                  <a:close/>
                </a:path>
              </a:pathLst>
            </a:custGeom>
            <a:solidFill>
              <a:srgbClr val="E1B8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2" name="b.classifier/label"/>
            <p:cNvSpPr txBox="1"/>
            <p:nvPr/>
          </p:nvSpPr>
          <p:spPr>
            <a:xfrm>
              <a:off x="10414000" y="5664200"/>
              <a:ext cx="2768600" cy="4953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780" b="0" i="0">
                  <a:solidFill>
                    <a:srgbClr val="0E2841"/>
                  </a:solidFill>
                  <a:latin typeface="Comic Sans MS"/>
                  <a:ea typeface="Comic Sans MS"/>
                  <a:cs typeface="Comic Sans MS"/>
                </a:rPr>
                <a:t/>
              </a:r>
            </a:p>
          </p:txBody>
        </p:sp>
        <p:sp>
          <p:nvSpPr>
            <p:cNvPr id="583" name="b.classifier/trainable/red"/>
            <p:cNvSpPr/>
            <p:nvPr/>
          </p:nvSpPr>
          <p:spPr>
            <a:xfrm>
              <a:off x="10312908" y="5541010"/>
              <a:ext cx="198882" cy="206248"/>
            </a:xfrm>
            <a:custGeom>
              <a:avLst/>
              <a:gdLst/>
              <a:ahLst/>
              <a:cxnLst/>
              <a:rect l="0" t="0" r="r" b="b"/>
              <a:pathLst>
                <a:path w="15660" h="16240">
                  <a:moveTo>
                    <a:pt x="6960" y="15660"/>
                  </a:moveTo>
                  <a:cubicBezTo>
                    <a:pt x="0" y="13340"/>
                    <a:pt x="2320" y="7540"/>
                    <a:pt x="4060" y="5800"/>
                  </a:cubicBezTo>
                  <a:cubicBezTo>
                    <a:pt x="3480" y="9280"/>
                    <a:pt x="6380" y="9860"/>
                    <a:pt x="5800" y="6380"/>
                  </a:cubicBezTo>
                  <a:cubicBezTo>
                    <a:pt x="4640" y="4060"/>
                    <a:pt x="8700" y="2900"/>
                    <a:pt x="6960" y="0"/>
                  </a:cubicBezTo>
                  <a:cubicBezTo>
                    <a:pt x="13340" y="2900"/>
                    <a:pt x="10440" y="6960"/>
                    <a:pt x="12180" y="5220"/>
                  </a:cubicBezTo>
                  <a:cubicBezTo>
                    <a:pt x="15660" y="9280"/>
                    <a:pt x="13920" y="14500"/>
                    <a:pt x="9860" y="15660"/>
                  </a:cubicBezTo>
                  <a:cubicBezTo>
                    <a:pt x="8700" y="16240"/>
                    <a:pt x="7540" y="16240"/>
                    <a:pt x="6960" y="15660"/>
                  </a:cubicBezTo>
                  <a:close/>
                </a:path>
              </a:pathLst>
            </a:custGeom>
            <a:solidFill>
              <a:srgbClr val="FF18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4" name="b.classifier/trainable/gold"/>
            <p:cNvSpPr/>
            <p:nvPr/>
          </p:nvSpPr>
          <p:spPr>
            <a:xfrm>
              <a:off x="10371836" y="5636768"/>
              <a:ext cx="88392" cy="95758"/>
            </a:xfrm>
            <a:custGeom>
              <a:avLst/>
              <a:gdLst/>
              <a:ahLst/>
              <a:cxnLst/>
              <a:rect l="0" t="0" r="r" b="b"/>
              <a:pathLst>
                <a:path w="6960" h="7540">
                  <a:moveTo>
                    <a:pt x="2900" y="7540"/>
                  </a:moveTo>
                  <a:cubicBezTo>
                    <a:pt x="0" y="6380"/>
                    <a:pt x="0" y="2900"/>
                    <a:pt x="1740" y="1160"/>
                  </a:cubicBezTo>
                  <a:cubicBezTo>
                    <a:pt x="1740" y="4060"/>
                    <a:pt x="4060" y="4060"/>
                    <a:pt x="3480" y="0"/>
                  </a:cubicBezTo>
                  <a:cubicBezTo>
                    <a:pt x="6960" y="2320"/>
                    <a:pt x="6960" y="6380"/>
                    <a:pt x="4060" y="7540"/>
                  </a:cubicBezTo>
                  <a:close/>
                </a:path>
              </a:pathLst>
            </a:custGeom>
            <a:solidFill>
              <a:srgbClr val="FFD5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5" name="b.classifier/connection 0-0-0"/>
            <p:cNvSpPr/>
            <p:nvPr/>
          </p:nvSpPr>
          <p:spPr>
            <a:xfrm>
              <a:off x="10541000" y="5765800"/>
              <a:ext cx="273050" cy="127"/>
            </a:xfrm>
            <a:custGeom>
              <a:avLst/>
              <a:gdLst/>
              <a:ahLst/>
              <a:cxnLst/>
              <a:rect l="0" t="0" r="r" b="b"/>
              <a:pathLst>
                <a:path w="21500" h="10">
                  <a:moveTo>
                    <a:pt x="0" y="0"/>
                  </a:moveTo>
                  <a:lnTo>
                    <a:pt x="21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6" name="b.classifier/connection 0-0-1"/>
            <p:cNvSpPr/>
            <p:nvPr/>
          </p:nvSpPr>
          <p:spPr>
            <a:xfrm>
              <a:off x="10541000" y="5765800"/>
              <a:ext cx="273050" cy="139700"/>
            </a:xfrm>
            <a:custGeom>
              <a:avLst/>
              <a:gdLst/>
              <a:ahLst/>
              <a:cxnLst/>
              <a:rect l="0" t="0" r="r" b="b"/>
              <a:pathLst>
                <a:path w="21500" h="11000">
                  <a:moveTo>
                    <a:pt x="0" y="0"/>
                  </a:moveTo>
                  <a:lnTo>
                    <a:pt x="21500" y="1100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7" name="b.classifier/connection 0-0-2"/>
            <p:cNvSpPr/>
            <p:nvPr/>
          </p:nvSpPr>
          <p:spPr>
            <a:xfrm>
              <a:off x="10541000" y="5765800"/>
              <a:ext cx="273050" cy="279400"/>
            </a:xfrm>
            <a:custGeom>
              <a:avLst/>
              <a:gdLst/>
              <a:ahLst/>
              <a:cxnLst/>
              <a:rect l="0" t="0" r="r" b="b"/>
              <a:pathLst>
                <a:path w="21500" h="22000">
                  <a:moveTo>
                    <a:pt x="0" y="0"/>
                  </a:moveTo>
                  <a:lnTo>
                    <a:pt x="21500" y="2200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8" name="b.classifier/connection 0-1-0"/>
            <p:cNvSpPr/>
            <p:nvPr/>
          </p:nvSpPr>
          <p:spPr>
            <a:xfrm>
              <a:off x="10541000" y="5765800"/>
              <a:ext cx="273050" cy="279400"/>
            </a:xfrm>
            <a:custGeom>
              <a:avLst/>
              <a:gdLst/>
              <a:ahLst/>
              <a:cxnLst/>
              <a:rect l="0" t="0" r="r" b="b"/>
              <a:pathLst>
                <a:path w="21500" h="22000">
                  <a:moveTo>
                    <a:pt x="0" y="22000"/>
                  </a:moveTo>
                  <a:lnTo>
                    <a:pt x="21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9" name="b.classifier/connection 0-1-1"/>
            <p:cNvSpPr/>
            <p:nvPr/>
          </p:nvSpPr>
          <p:spPr>
            <a:xfrm>
              <a:off x="10541000" y="5905500"/>
              <a:ext cx="273050" cy="139700"/>
            </a:xfrm>
            <a:custGeom>
              <a:avLst/>
              <a:gdLst/>
              <a:ahLst/>
              <a:cxnLst/>
              <a:rect l="0" t="0" r="r" b="b"/>
              <a:pathLst>
                <a:path w="21500" h="11000">
                  <a:moveTo>
                    <a:pt x="0" y="11000"/>
                  </a:moveTo>
                  <a:lnTo>
                    <a:pt x="21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0" name="b.classifier/connection 0-1-2"/>
            <p:cNvSpPr/>
            <p:nvPr/>
          </p:nvSpPr>
          <p:spPr>
            <a:xfrm>
              <a:off x="10541000" y="6045200"/>
              <a:ext cx="273050" cy="127"/>
            </a:xfrm>
            <a:custGeom>
              <a:avLst/>
              <a:gdLst/>
              <a:ahLst/>
              <a:cxnLst/>
              <a:rect l="0" t="0" r="r" b="b"/>
              <a:pathLst>
                <a:path w="21500" h="10">
                  <a:moveTo>
                    <a:pt x="0" y="0"/>
                  </a:moveTo>
                  <a:lnTo>
                    <a:pt x="21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1" name="b.classifier/connection 1-0-0"/>
            <p:cNvSpPr/>
            <p:nvPr/>
          </p:nvSpPr>
          <p:spPr>
            <a:xfrm>
              <a:off x="10814050" y="5765800"/>
              <a:ext cx="273050" cy="139700"/>
            </a:xfrm>
            <a:custGeom>
              <a:avLst/>
              <a:gdLst/>
              <a:ahLst/>
              <a:cxnLst/>
              <a:rect l="0" t="0" r="r" b="b"/>
              <a:pathLst>
                <a:path w="21500" h="11000">
                  <a:moveTo>
                    <a:pt x="0" y="0"/>
                  </a:moveTo>
                  <a:lnTo>
                    <a:pt x="21500" y="1100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2" name="b.classifier/connection 1-1-0"/>
            <p:cNvSpPr/>
            <p:nvPr/>
          </p:nvSpPr>
          <p:spPr>
            <a:xfrm>
              <a:off x="10814050" y="5905500"/>
              <a:ext cx="273050" cy="127"/>
            </a:xfrm>
            <a:custGeom>
              <a:avLst/>
              <a:gdLst/>
              <a:ahLst/>
              <a:cxnLst/>
              <a:rect l="0" t="0" r="r" b="b"/>
              <a:pathLst>
                <a:path w="21500" h="10">
                  <a:moveTo>
                    <a:pt x="0" y="0"/>
                  </a:moveTo>
                  <a:lnTo>
                    <a:pt x="21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3" name="b.classifier/connection 1-2-0"/>
            <p:cNvSpPr/>
            <p:nvPr/>
          </p:nvSpPr>
          <p:spPr>
            <a:xfrm>
              <a:off x="10814050" y="5905500"/>
              <a:ext cx="273050" cy="139700"/>
            </a:xfrm>
            <a:custGeom>
              <a:avLst/>
              <a:gdLst/>
              <a:ahLst/>
              <a:cxnLst/>
              <a:rect l="0" t="0" r="r" b="b"/>
              <a:pathLst>
                <a:path w="21500" h="11000">
                  <a:moveTo>
                    <a:pt x="0" y="11000"/>
                  </a:moveTo>
                  <a:lnTo>
                    <a:pt x="21500" y="0"/>
                  </a:lnTo>
                </a:path>
              </a:pathLst>
            </a:custGeom>
            <a:noFill/>
            <a:ln w="9144">
              <a:solidFill>
                <a:srgbClr val="AA875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4" name="b.classifier/layer 0 node 0"/>
            <p:cNvSpPr/>
            <p:nvPr/>
          </p:nvSpPr>
          <p:spPr>
            <a:xfrm>
              <a:off x="10502265" y="57270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5" name="b.classifier/layer 0 node 1"/>
            <p:cNvSpPr/>
            <p:nvPr/>
          </p:nvSpPr>
          <p:spPr>
            <a:xfrm>
              <a:off x="10502265" y="60064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6" name="b.classifier/layer 1 node 0"/>
            <p:cNvSpPr/>
            <p:nvPr/>
          </p:nvSpPr>
          <p:spPr>
            <a:xfrm>
              <a:off x="10775315" y="57270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7" name="b.classifier/layer 1 node 1"/>
            <p:cNvSpPr/>
            <p:nvPr/>
          </p:nvSpPr>
          <p:spPr>
            <a:xfrm>
              <a:off x="10775315" y="58667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8" name="b.classifier/layer 1 node 2"/>
            <p:cNvSpPr/>
            <p:nvPr/>
          </p:nvSpPr>
          <p:spPr>
            <a:xfrm>
              <a:off x="10775315" y="60064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9" name="b.classifier/layer 2 node 0"/>
            <p:cNvSpPr/>
            <p:nvPr/>
          </p:nvSpPr>
          <p:spPr>
            <a:xfrm>
              <a:off x="11048365" y="5866765"/>
              <a:ext cx="77470" cy="77470"/>
            </a:xfrm>
            <a:prstGeom prst="ellipse">
              <a:avLst/>
            </a:prstGeom>
            <a:solidFill>
              <a:srgbClr val="FFFEFB"/>
            </a:solidFill>
            <a:ln w="10795">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0" name="b.classifier/name"/>
            <p:cNvSpPr txBox="1"/>
            <p:nvPr/>
          </p:nvSpPr>
          <p:spPr>
            <a:xfrm>
              <a:off x="11214100" y="5689600"/>
              <a:ext cx="1943100" cy="4445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00" b="0" i="0">
                  <a:solidFill>
                    <a:srgbClr val="0E2841"/>
                  </a:solidFill>
                  <a:latin typeface="Comic Sans MS"/>
                  <a:ea typeface="Comic Sans MS"/>
                  <a:cs typeface="Comic Sans MS"/>
                </a:rPr>
                <a:t>Classifier D</a:t>
              </a:r>
              <a:r>
                <a:rPr sz="1600" b="0" i="0" baseline="-25000">
                  <a:solidFill>
                    <a:srgbClr val="0E2841"/>
                  </a:solidFill>
                  <a:latin typeface="Comic Sans MS"/>
                  <a:ea typeface="Comic Sans MS"/>
                  <a:cs typeface="Comic Sans MS"/>
                </a:rPr>
                <a:t>ω</a:t>
              </a:r>
            </a:p>
          </p:txBody>
        </p:sp>
      </p:grpSp>
      <p:grpSp>
        <p:nvGrpSpPr>
          <p:cNvPr id="601" name="b.condition"/>
          <p:cNvGrpSpPr/>
          <p:nvPr/>
        </p:nvGrpSpPr>
        <p:grpSpPr>
          <a:xfrm>
            <a:off x="9893300" y="5626100"/>
            <a:ext cx="469900" cy="326389"/>
            <a:chOff x="9893300" y="5626100"/>
            <a:chExt cx="469900" cy="326389"/>
          </a:xfrm>
        </p:grpSpPr>
        <p:sp>
          <p:nvSpPr>
            <p:cNvPr id="602" name="b.condition/class"/>
            <p:cNvSpPr txBox="1"/>
            <p:nvPr/>
          </p:nvSpPr>
          <p:spPr>
            <a:xfrm>
              <a:off x="9893300" y="5626100"/>
              <a:ext cx="3429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80" b="0" i="0">
                  <a:solidFill>
                    <a:srgbClr val="0E2841"/>
                  </a:solidFill>
                  <a:latin typeface="Comic Sans MS"/>
                  <a:ea typeface="Comic Sans MS"/>
                  <a:cs typeface="Comic Sans MS"/>
                </a:rPr>
                <a:t>c</a:t>
              </a:r>
            </a:p>
          </p:txBody>
        </p:sp>
        <p:sp>
          <p:nvSpPr>
            <p:cNvPr id="603" name="b.condition/edge"/>
            <p:cNvSpPr/>
            <p:nvPr/>
          </p:nvSpPr>
          <p:spPr>
            <a:xfrm>
              <a:off x="9893300" y="5918200"/>
              <a:ext cx="469900" cy="127"/>
            </a:xfrm>
            <a:custGeom>
              <a:avLst/>
              <a:gdLst/>
              <a:ahLst/>
              <a:cxnLst/>
              <a:rect l="0" t="0" r="r" b="b"/>
              <a:pathLst>
                <a:path w="37000" h="10">
                  <a:moveTo>
                    <a:pt x="0" y="0"/>
                  </a:moveTo>
                  <a:lnTo>
                    <a:pt x="37000" y="0"/>
                  </a:lnTo>
                </a:path>
              </a:pathLst>
            </a:custGeom>
            <a:noFill/>
            <a:ln w="1524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4" name="b.condition/edge head"/>
            <p:cNvSpPr/>
            <p:nvPr/>
          </p:nvSpPr>
          <p:spPr>
            <a:xfrm>
              <a:off x="10287000" y="5883910"/>
              <a:ext cx="76200" cy="68579"/>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605" name="b.loss"/>
          <p:cNvGrpSpPr/>
          <p:nvPr/>
        </p:nvGrpSpPr>
        <p:grpSpPr>
          <a:xfrm>
            <a:off x="10494010" y="6184900"/>
            <a:ext cx="1304290" cy="381000"/>
            <a:chOff x="10494010" y="6184900"/>
            <a:chExt cx="1304290" cy="381000"/>
          </a:xfrm>
        </p:grpSpPr>
        <p:sp>
          <p:nvSpPr>
            <p:cNvPr id="606" name="b.loss/classifier edge"/>
            <p:cNvSpPr/>
            <p:nvPr/>
          </p:nvSpPr>
          <p:spPr>
            <a:xfrm>
              <a:off x="10528300" y="6184900"/>
              <a:ext cx="1270000" cy="381000"/>
            </a:xfrm>
            <a:custGeom>
              <a:avLst/>
              <a:gdLst/>
              <a:ahLst/>
              <a:cxnLst/>
              <a:rect l="0" t="0" r="r" b="b"/>
              <a:pathLst>
                <a:path w="100000" h="30000">
                  <a:moveTo>
                    <a:pt x="100000" y="0"/>
                  </a:moveTo>
                  <a:lnTo>
                    <a:pt x="100000" y="15000"/>
                  </a:lnTo>
                  <a:lnTo>
                    <a:pt x="0" y="15000"/>
                  </a:lnTo>
                  <a:lnTo>
                    <a:pt x="0" y="30000"/>
                  </a:lnTo>
                </a:path>
              </a:pathLst>
            </a:custGeom>
            <a:noFill/>
            <a:ln w="1778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7" name="b.loss/classifier edge head"/>
            <p:cNvSpPr/>
            <p:nvPr/>
          </p:nvSpPr>
          <p:spPr>
            <a:xfrm>
              <a:off x="10494010" y="6489700"/>
              <a:ext cx="68580" cy="76200"/>
            </a:xfrm>
            <a:custGeom>
              <a:avLst/>
              <a:gdLst/>
              <a:ahLst/>
              <a:cxnLst/>
              <a:rect l="0" t="0" r="r" b="b"/>
              <a:pathLst>
                <a:path w="5400" h="6000">
                  <a:moveTo>
                    <a:pt x="2700" y="6000"/>
                  </a:moveTo>
                  <a:lnTo>
                    <a:pt x="5400" y="0"/>
                  </a:lnTo>
                  <a:lnTo>
                    <a:pt x="0" y="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608" name="b.objective"/>
          <p:cNvGrpSpPr/>
          <p:nvPr/>
        </p:nvGrpSpPr>
        <p:grpSpPr>
          <a:xfrm>
            <a:off x="7797800" y="6565900"/>
            <a:ext cx="5588000" cy="990600"/>
            <a:chOff x="7797800" y="6565900"/>
            <a:chExt cx="5588000" cy="990600"/>
          </a:xfrm>
        </p:grpSpPr>
        <p:sp>
          <p:nvSpPr>
            <p:cNvPr id="609" name="b.objective/box"/>
            <p:cNvSpPr/>
            <p:nvPr/>
          </p:nvSpPr>
          <p:spPr>
            <a:xfrm>
              <a:off x="7835900" y="6565900"/>
              <a:ext cx="5435600" cy="685800"/>
            </a:xfrm>
            <a:custGeom>
              <a:avLst/>
              <a:gdLst/>
              <a:ahLst/>
              <a:cxnLst/>
              <a:rect l="0" t="0" r="r" b="b"/>
              <a:pathLst>
                <a:path w="428000" h="54000">
                  <a:moveTo>
                    <a:pt x="7000" y="0"/>
                  </a:moveTo>
                  <a:lnTo>
                    <a:pt x="421000" y="0"/>
                  </a:lnTo>
                  <a:cubicBezTo>
                    <a:pt x="424866" y="0"/>
                    <a:pt x="428000" y="3134"/>
                    <a:pt x="428000" y="7000"/>
                  </a:cubicBezTo>
                  <a:lnTo>
                    <a:pt x="428000" y="47000"/>
                  </a:lnTo>
                  <a:cubicBezTo>
                    <a:pt x="428000" y="50866"/>
                    <a:pt x="424866" y="54000"/>
                    <a:pt x="421000" y="54000"/>
                  </a:cubicBezTo>
                  <a:lnTo>
                    <a:pt x="7000" y="54000"/>
                  </a:lnTo>
                  <a:cubicBezTo>
                    <a:pt x="3134" y="54000"/>
                    <a:pt x="0" y="50866"/>
                    <a:pt x="0" y="47000"/>
                  </a:cubicBezTo>
                  <a:lnTo>
                    <a:pt x="0" y="7000"/>
                  </a:lnTo>
                  <a:cubicBezTo>
                    <a:pt x="0" y="3134"/>
                    <a:pt x="3134" y="0"/>
                    <a:pt x="7000" y="0"/>
                  </a:cubicBezTo>
                  <a:close/>
                </a:path>
              </a:pathLst>
            </a:custGeom>
            <a:solidFill>
              <a:srgbClr val="FAEA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0" name="b.objective/formula"/>
            <p:cNvSpPr txBox="1"/>
            <p:nvPr/>
          </p:nvSpPr>
          <p:spPr>
            <a:xfrm>
              <a:off x="7912100" y="6565900"/>
              <a:ext cx="5283200" cy="342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20" b="1" i="0">
                  <a:solidFill>
                    <a:srgbClr val="C45B25"/>
                  </a:solidFill>
                  <a:latin typeface="Comic Sans MS"/>
                  <a:ea typeface="Comic Sans MS"/>
                  <a:cs typeface="Comic Sans MS"/>
                </a:rPr>
                <a:t>min</a:t>
              </a:r>
              <a:r>
                <a:rPr sz="1620" b="1" i="0" baseline="-25000">
                  <a:solidFill>
                    <a:srgbClr val="C45B25"/>
                  </a:solidFill>
                  <a:latin typeface="Comic Sans MS"/>
                  <a:ea typeface="Comic Sans MS"/>
                  <a:cs typeface="Comic Sans MS"/>
                </a:rPr>
                <a:t>ω</a:t>
              </a:r>
              <a:r>
                <a:rPr sz="1620" b="1" i="0">
                  <a:solidFill>
                    <a:srgbClr val="C45B25"/>
                  </a:solidFill>
                  <a:latin typeface="Comic Sans MS"/>
                  <a:ea typeface="Comic Sans MS"/>
                  <a:cs typeface="Comic Sans MS"/>
                </a:rPr>
                <a:t>  E[softplus(−d</a:t>
              </a:r>
              <a:r>
                <a:rPr sz="1620" b="1" i="0" baseline="-25000">
                  <a:solidFill>
                    <a:srgbClr val="C45B25"/>
                  </a:solidFill>
                  <a:latin typeface="Comic Sans MS"/>
                  <a:ea typeface="Comic Sans MS"/>
                  <a:cs typeface="Comic Sans MS"/>
                </a:rPr>
                <a:t>r</a:t>
              </a:r>
              <a:r>
                <a:rPr sz="1620" b="1" i="0">
                  <a:solidFill>
                    <a:srgbClr val="C45B25"/>
                  </a:solidFill>
                  <a:latin typeface="Comic Sans MS"/>
                  <a:ea typeface="Comic Sans MS"/>
                  <a:cs typeface="Comic Sans MS"/>
                </a:rPr>
                <a:t>)]</a:t>
              </a:r>
            </a:p>
          </p:txBody>
        </p:sp>
        <p:sp>
          <p:nvSpPr>
            <p:cNvPr id="611" name="b.objective/formula continuation"/>
            <p:cNvSpPr txBox="1"/>
            <p:nvPr/>
          </p:nvSpPr>
          <p:spPr>
            <a:xfrm>
              <a:off x="7912100" y="6896100"/>
              <a:ext cx="5283200" cy="342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20" b="1" i="0">
                  <a:solidFill>
                    <a:srgbClr val="C45B25"/>
                  </a:solidFill>
                  <a:latin typeface="Comic Sans MS"/>
                  <a:ea typeface="Comic Sans MS"/>
                  <a:cs typeface="Comic Sans MS"/>
                </a:rPr>
                <a:t>+ E[softplus(d</a:t>
              </a:r>
              <a:r>
                <a:rPr sz="1620" b="1" i="0" baseline="-25000">
                  <a:solidFill>
                    <a:srgbClr val="C45B25"/>
                  </a:solidFill>
                  <a:latin typeface="Comic Sans MS"/>
                  <a:ea typeface="Comic Sans MS"/>
                  <a:cs typeface="Comic Sans MS"/>
                </a:rPr>
                <a:t>f</a:t>
              </a:r>
              <a:r>
                <a:rPr sz="1620" b="1" i="0">
                  <a:solidFill>
                    <a:srgbClr val="C45B25"/>
                  </a:solidFill>
                  <a:latin typeface="Comic Sans MS"/>
                  <a:ea typeface="Comic Sans MS"/>
                  <a:cs typeface="Comic Sans MS"/>
                </a:rPr>
                <a:t>)] + (γ/2) R</a:t>
              </a:r>
              <a:r>
                <a:rPr sz="1620" b="1" i="0" baseline="-25000">
                  <a:solidFill>
                    <a:srgbClr val="C45B25"/>
                  </a:solidFill>
                  <a:latin typeface="Comic Sans MS"/>
                  <a:ea typeface="Comic Sans MS"/>
                  <a:cs typeface="Comic Sans MS"/>
                </a:rPr>
                <a:t>1</a:t>
              </a:r>
            </a:p>
          </p:txBody>
        </p:sp>
        <p:sp>
          <p:nvSpPr>
            <p:cNvPr id="612" name="b.objective/note"/>
            <p:cNvSpPr txBox="1"/>
            <p:nvPr/>
          </p:nvSpPr>
          <p:spPr>
            <a:xfrm>
              <a:off x="7797800" y="7289800"/>
              <a:ext cx="5588000" cy="266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360" b="0" i="0">
                  <a:solidFill>
                    <a:srgbClr val="697A8B"/>
                  </a:solidFill>
                  <a:latin typeface="Comic Sans MS"/>
                  <a:ea typeface="Comic Sans MS"/>
                  <a:cs typeface="Comic Sans MS"/>
                </a:rPr>
                <a:t>R</a:t>
              </a:r>
              <a:r>
                <a:rPr sz="1360" b="0" i="0" baseline="-25000">
                  <a:solidFill>
                    <a:srgbClr val="697A8B"/>
                  </a:solidFill>
                  <a:latin typeface="Comic Sans MS"/>
                  <a:ea typeface="Comic Sans MS"/>
                  <a:cs typeface="Comic Sans MS"/>
                </a:rPr>
                <a:t>1</a:t>
              </a:r>
              <a:r>
                <a:rPr sz="1360" b="0" i="0">
                  <a:solidFill>
                    <a:srgbClr val="697A8B"/>
                  </a:solidFill>
                  <a:latin typeface="Comic Sans MS"/>
                  <a:ea typeface="Comic Sans MS"/>
                  <a:cs typeface="Comic Sans MS"/>
                </a:rPr>
                <a:t>: gradient penalty on real features</a:t>
              </a:r>
            </a:p>
          </p:txBody>
        </p:sp>
      </p:grpSp>
      <p:grpSp>
        <p:nvGrpSpPr>
          <p:cNvPr id="613" name="b.before-real"/>
          <p:cNvGrpSpPr/>
          <p:nvPr/>
        </p:nvGrpSpPr>
        <p:grpSpPr>
          <a:xfrm>
            <a:off x="7924165" y="7734934"/>
            <a:ext cx="788670" cy="582930"/>
            <a:chOff x="7924165" y="7734934"/>
            <a:chExt cx="788670" cy="582930"/>
          </a:xfrm>
        </p:grpSpPr>
        <p:sp>
          <p:nvSpPr>
            <p:cNvPr id="614" name="b.before-real/contour 1.35"/>
            <p:cNvSpPr/>
            <p:nvPr/>
          </p:nvSpPr>
          <p:spPr>
            <a:xfrm>
              <a:off x="7924165" y="7734934"/>
              <a:ext cx="788670" cy="582930"/>
            </a:xfrm>
            <a:prstGeom prst="ellipse">
              <a:avLst/>
            </a:prstGeom>
            <a:solidFill>
              <a:srgbClr val="D74732">
                <a:alpha val="4500"/>
              </a:srgbClr>
            </a:solidFill>
            <a:ln w="4445">
              <a:solidFill>
                <a:srgbClr val="D74732">
                  <a:alpha val="45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5" name="b.before-real/contour 1.05"/>
            <p:cNvSpPr/>
            <p:nvPr/>
          </p:nvSpPr>
          <p:spPr>
            <a:xfrm>
              <a:off x="8011795" y="7799705"/>
              <a:ext cx="613410" cy="453390"/>
            </a:xfrm>
            <a:prstGeom prst="ellipse">
              <a:avLst/>
            </a:prstGeom>
            <a:solidFill>
              <a:srgbClr val="D74732">
                <a:alpha val="7000"/>
              </a:srgbClr>
            </a:solidFill>
            <a:ln w="4445">
              <a:solidFill>
                <a:srgbClr val="D74732">
                  <a:alpha val="7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6" name="b.before-real/contour 0.75"/>
            <p:cNvSpPr/>
            <p:nvPr/>
          </p:nvSpPr>
          <p:spPr>
            <a:xfrm>
              <a:off x="8099425" y="7864475"/>
              <a:ext cx="438150" cy="323850"/>
            </a:xfrm>
            <a:prstGeom prst="ellipse">
              <a:avLst/>
            </a:prstGeom>
            <a:solidFill>
              <a:srgbClr val="D74732">
                <a:alpha val="10000"/>
              </a:srgbClr>
            </a:solidFill>
            <a:ln w="4445">
              <a:solidFill>
                <a:srgbClr val="D74732">
                  <a:alpha val="1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7" name="b.before-real/point 000"/>
            <p:cNvSpPr/>
            <p:nvPr/>
          </p:nvSpPr>
          <p:spPr>
            <a:xfrm>
              <a:off x="8229004" y="7975827"/>
              <a:ext cx="16532" cy="16532"/>
            </a:xfrm>
            <a:prstGeom prst="ellipse">
              <a:avLst/>
            </a:prstGeom>
            <a:solidFill>
              <a:srgbClr val="D74732">
                <a:alpha val="6316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8" name="b.before-real/point 001"/>
            <p:cNvSpPr/>
            <p:nvPr/>
          </p:nvSpPr>
          <p:spPr>
            <a:xfrm>
              <a:off x="8356147" y="7938594"/>
              <a:ext cx="25346" cy="25346"/>
            </a:xfrm>
            <a:prstGeom prst="ellipse">
              <a:avLst/>
            </a:prstGeom>
            <a:solidFill>
              <a:srgbClr val="D74732">
                <a:alpha val="5614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9" name="b.before-real/point 002"/>
            <p:cNvSpPr/>
            <p:nvPr/>
          </p:nvSpPr>
          <p:spPr>
            <a:xfrm>
              <a:off x="8216134" y="8050699"/>
              <a:ext cx="18621" cy="18621"/>
            </a:xfrm>
            <a:prstGeom prst="ellipse">
              <a:avLst/>
            </a:prstGeom>
            <a:solidFill>
              <a:srgbClr val="D74732">
                <a:alpha val="5936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0" name="b.before-real/point 003"/>
            <p:cNvSpPr/>
            <p:nvPr/>
          </p:nvSpPr>
          <p:spPr>
            <a:xfrm>
              <a:off x="8487030" y="8104204"/>
              <a:ext cx="24172" cy="24172"/>
            </a:xfrm>
            <a:prstGeom prst="ellipse">
              <a:avLst/>
            </a:prstGeom>
            <a:solidFill>
              <a:srgbClr val="D74732">
                <a:alpha val="695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1" name="b.before-real/point 004"/>
            <p:cNvSpPr/>
            <p:nvPr/>
          </p:nvSpPr>
          <p:spPr>
            <a:xfrm>
              <a:off x="8330830" y="7894736"/>
              <a:ext cx="21033" cy="21033"/>
            </a:xfrm>
            <a:prstGeom prst="ellipse">
              <a:avLst/>
            </a:prstGeom>
            <a:solidFill>
              <a:srgbClr val="D74732">
                <a:alpha val="8368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2" name="b.before-real/point 005"/>
            <p:cNvSpPr/>
            <p:nvPr/>
          </p:nvSpPr>
          <p:spPr>
            <a:xfrm>
              <a:off x="8054038" y="7946102"/>
              <a:ext cx="20694" cy="20694"/>
            </a:xfrm>
            <a:prstGeom prst="ellipse">
              <a:avLst/>
            </a:prstGeom>
            <a:solidFill>
              <a:srgbClr val="D74732">
                <a:alpha val="633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3" name="b.before-real/point 006"/>
            <p:cNvSpPr/>
            <p:nvPr/>
          </p:nvSpPr>
          <p:spPr>
            <a:xfrm>
              <a:off x="8483990" y="8071815"/>
              <a:ext cx="26023" cy="26023"/>
            </a:xfrm>
            <a:prstGeom prst="ellipse">
              <a:avLst/>
            </a:prstGeom>
            <a:solidFill>
              <a:srgbClr val="D74732">
                <a:alpha val="8074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4" name="b.before-real/point 007"/>
            <p:cNvSpPr/>
            <p:nvPr/>
          </p:nvSpPr>
          <p:spPr>
            <a:xfrm>
              <a:off x="8131971" y="8138191"/>
              <a:ext cx="27962" cy="27962"/>
            </a:xfrm>
            <a:prstGeom prst="ellipse">
              <a:avLst/>
            </a:prstGeom>
            <a:solidFill>
              <a:srgbClr val="D74732">
                <a:alpha val="8094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5" name="b.before-real/point 008"/>
            <p:cNvSpPr/>
            <p:nvPr/>
          </p:nvSpPr>
          <p:spPr>
            <a:xfrm>
              <a:off x="8499397" y="8042894"/>
              <a:ext cx="31053" cy="31053"/>
            </a:xfrm>
            <a:prstGeom prst="ellipse">
              <a:avLst/>
            </a:prstGeom>
            <a:solidFill>
              <a:srgbClr val="D74732">
                <a:alpha val="7781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6" name="b.before-real/point 009"/>
            <p:cNvSpPr/>
            <p:nvPr/>
          </p:nvSpPr>
          <p:spPr>
            <a:xfrm>
              <a:off x="8167316" y="8054114"/>
              <a:ext cx="20642" cy="20642"/>
            </a:xfrm>
            <a:prstGeom prst="ellipse">
              <a:avLst/>
            </a:prstGeom>
            <a:solidFill>
              <a:srgbClr val="D74732">
                <a:alpha val="574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7" name="b.before-real/point 010"/>
            <p:cNvSpPr/>
            <p:nvPr/>
          </p:nvSpPr>
          <p:spPr>
            <a:xfrm>
              <a:off x="8424406" y="7939991"/>
              <a:ext cx="29860" cy="29860"/>
            </a:xfrm>
            <a:prstGeom prst="ellipse">
              <a:avLst/>
            </a:prstGeom>
            <a:solidFill>
              <a:srgbClr val="D74732">
                <a:alpha val="5904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8" name="b.before-real/point 011"/>
            <p:cNvSpPr/>
            <p:nvPr/>
          </p:nvSpPr>
          <p:spPr>
            <a:xfrm>
              <a:off x="8140600" y="8097215"/>
              <a:ext cx="18653" cy="18653"/>
            </a:xfrm>
            <a:prstGeom prst="ellipse">
              <a:avLst/>
            </a:prstGeom>
            <a:solidFill>
              <a:srgbClr val="D74732">
                <a:alpha val="6979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9" name="b.before-real/point 012"/>
            <p:cNvSpPr/>
            <p:nvPr/>
          </p:nvSpPr>
          <p:spPr>
            <a:xfrm>
              <a:off x="8227787" y="8029148"/>
              <a:ext cx="27983" cy="27983"/>
            </a:xfrm>
            <a:prstGeom prst="ellipse">
              <a:avLst/>
            </a:prstGeom>
            <a:solidFill>
              <a:srgbClr val="D74732">
                <a:alpha val="7501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0" name="b.before-real/point 013"/>
            <p:cNvSpPr/>
            <p:nvPr/>
          </p:nvSpPr>
          <p:spPr>
            <a:xfrm>
              <a:off x="8153150" y="8089153"/>
              <a:ext cx="31404" cy="31404"/>
            </a:xfrm>
            <a:prstGeom prst="ellipse">
              <a:avLst/>
            </a:prstGeom>
            <a:solidFill>
              <a:srgbClr val="D74732">
                <a:alpha val="5341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1" name="b.before-real/point 014"/>
            <p:cNvSpPr/>
            <p:nvPr/>
          </p:nvSpPr>
          <p:spPr>
            <a:xfrm>
              <a:off x="8392304" y="8013453"/>
              <a:ext cx="23081" cy="23081"/>
            </a:xfrm>
            <a:prstGeom prst="ellipse">
              <a:avLst/>
            </a:prstGeom>
            <a:solidFill>
              <a:srgbClr val="D74732">
                <a:alpha val="5793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2" name="b.before-real/point 015"/>
            <p:cNvSpPr/>
            <p:nvPr/>
          </p:nvSpPr>
          <p:spPr>
            <a:xfrm>
              <a:off x="8441358" y="8050586"/>
              <a:ext cx="18319" cy="18319"/>
            </a:xfrm>
            <a:prstGeom prst="ellipse">
              <a:avLst/>
            </a:prstGeom>
            <a:solidFill>
              <a:srgbClr val="D74732">
                <a:alpha val="7270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3" name="b.before-real/point 016"/>
            <p:cNvSpPr/>
            <p:nvPr/>
          </p:nvSpPr>
          <p:spPr>
            <a:xfrm>
              <a:off x="8491203" y="7959084"/>
              <a:ext cx="19195" cy="19195"/>
            </a:xfrm>
            <a:prstGeom prst="ellipse">
              <a:avLst/>
            </a:prstGeom>
            <a:solidFill>
              <a:srgbClr val="D74732">
                <a:alpha val="5739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4" name="b.before-real/point 017"/>
            <p:cNvSpPr/>
            <p:nvPr/>
          </p:nvSpPr>
          <p:spPr>
            <a:xfrm>
              <a:off x="8385832" y="7936308"/>
              <a:ext cx="31659" cy="31659"/>
            </a:xfrm>
            <a:prstGeom prst="ellipse">
              <a:avLst/>
            </a:prstGeom>
            <a:solidFill>
              <a:srgbClr val="D74732">
                <a:alpha val="6377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5" name="b.before-real/point 018"/>
            <p:cNvSpPr/>
            <p:nvPr/>
          </p:nvSpPr>
          <p:spPr>
            <a:xfrm>
              <a:off x="8212205" y="7980448"/>
              <a:ext cx="17849" cy="17849"/>
            </a:xfrm>
            <a:prstGeom prst="ellipse">
              <a:avLst/>
            </a:prstGeom>
            <a:solidFill>
              <a:srgbClr val="D74732">
                <a:alpha val="6874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6" name="b.before-real/point 019"/>
            <p:cNvSpPr/>
            <p:nvPr/>
          </p:nvSpPr>
          <p:spPr>
            <a:xfrm>
              <a:off x="8197382" y="8004066"/>
              <a:ext cx="31637" cy="31637"/>
            </a:xfrm>
            <a:prstGeom prst="ellipse">
              <a:avLst/>
            </a:prstGeom>
            <a:solidFill>
              <a:srgbClr val="D74732">
                <a:alpha val="769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7" name="b.before-real/point 020"/>
            <p:cNvSpPr/>
            <p:nvPr/>
          </p:nvSpPr>
          <p:spPr>
            <a:xfrm>
              <a:off x="8313820" y="8024905"/>
              <a:ext cx="17883" cy="17883"/>
            </a:xfrm>
            <a:prstGeom prst="ellipse">
              <a:avLst/>
            </a:prstGeom>
            <a:solidFill>
              <a:srgbClr val="D74732">
                <a:alpha val="5575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8" name="b.before-real/point 021"/>
            <p:cNvSpPr/>
            <p:nvPr/>
          </p:nvSpPr>
          <p:spPr>
            <a:xfrm>
              <a:off x="8331583" y="8031550"/>
              <a:ext cx="28393" cy="28393"/>
            </a:xfrm>
            <a:prstGeom prst="ellipse">
              <a:avLst/>
            </a:prstGeom>
            <a:solidFill>
              <a:srgbClr val="D74732">
                <a:alpha val="6173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9" name="b.before-real/point 022"/>
            <p:cNvSpPr/>
            <p:nvPr/>
          </p:nvSpPr>
          <p:spPr>
            <a:xfrm>
              <a:off x="8237198" y="8076135"/>
              <a:ext cx="23328" cy="23328"/>
            </a:xfrm>
            <a:prstGeom prst="ellipse">
              <a:avLst/>
            </a:prstGeom>
            <a:solidFill>
              <a:srgbClr val="D74732">
                <a:alpha val="6298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0" name="b.before-real/point 023"/>
            <p:cNvSpPr/>
            <p:nvPr/>
          </p:nvSpPr>
          <p:spPr>
            <a:xfrm>
              <a:off x="8168060" y="8002788"/>
              <a:ext cx="20974" cy="20974"/>
            </a:xfrm>
            <a:prstGeom prst="ellipse">
              <a:avLst/>
            </a:prstGeom>
            <a:solidFill>
              <a:srgbClr val="D74732">
                <a:alpha val="6914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1" name="b.before-real/point 024"/>
            <p:cNvSpPr/>
            <p:nvPr/>
          </p:nvSpPr>
          <p:spPr>
            <a:xfrm>
              <a:off x="8349151" y="8060457"/>
              <a:ext cx="21525" cy="21525"/>
            </a:xfrm>
            <a:prstGeom prst="ellipse">
              <a:avLst/>
            </a:prstGeom>
            <a:solidFill>
              <a:srgbClr val="D74732">
                <a:alpha val="628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2" name="b.before-real/point 025"/>
            <p:cNvSpPr/>
            <p:nvPr/>
          </p:nvSpPr>
          <p:spPr>
            <a:xfrm>
              <a:off x="8258218" y="8102074"/>
              <a:ext cx="27054" cy="27054"/>
            </a:xfrm>
            <a:prstGeom prst="ellipse">
              <a:avLst/>
            </a:prstGeom>
            <a:solidFill>
              <a:srgbClr val="D74732">
                <a:alpha val="7201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3" name="b.before-real/point 026"/>
            <p:cNvSpPr/>
            <p:nvPr/>
          </p:nvSpPr>
          <p:spPr>
            <a:xfrm>
              <a:off x="8318484" y="8023608"/>
              <a:ext cx="19387" cy="19387"/>
            </a:xfrm>
            <a:prstGeom prst="ellipse">
              <a:avLst/>
            </a:prstGeom>
            <a:solidFill>
              <a:srgbClr val="D74732">
                <a:alpha val="5689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4" name="b.before-real/point 027"/>
            <p:cNvSpPr/>
            <p:nvPr/>
          </p:nvSpPr>
          <p:spPr>
            <a:xfrm>
              <a:off x="8366175" y="7873709"/>
              <a:ext cx="19381" cy="19381"/>
            </a:xfrm>
            <a:prstGeom prst="ellipse">
              <a:avLst/>
            </a:prstGeom>
            <a:solidFill>
              <a:srgbClr val="D74732">
                <a:alpha val="8054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5" name="b.before-real/point 028"/>
            <p:cNvSpPr/>
            <p:nvPr/>
          </p:nvSpPr>
          <p:spPr>
            <a:xfrm>
              <a:off x="8410872" y="7928047"/>
              <a:ext cx="25147" cy="25147"/>
            </a:xfrm>
            <a:prstGeom prst="ellipse">
              <a:avLst/>
            </a:prstGeom>
            <a:solidFill>
              <a:srgbClr val="D74732">
                <a:alpha val="628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6" name="b.before-real/point 029"/>
            <p:cNvSpPr/>
            <p:nvPr/>
          </p:nvSpPr>
          <p:spPr>
            <a:xfrm>
              <a:off x="8244665" y="7973768"/>
              <a:ext cx="21845" cy="21845"/>
            </a:xfrm>
            <a:prstGeom prst="ellipse">
              <a:avLst/>
            </a:prstGeom>
            <a:solidFill>
              <a:srgbClr val="D74732">
                <a:alpha val="7574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7" name="b.before-real/point 030"/>
            <p:cNvSpPr/>
            <p:nvPr/>
          </p:nvSpPr>
          <p:spPr>
            <a:xfrm>
              <a:off x="8308569" y="8195578"/>
              <a:ext cx="21352" cy="21352"/>
            </a:xfrm>
            <a:prstGeom prst="ellipse">
              <a:avLst/>
            </a:prstGeom>
            <a:solidFill>
              <a:srgbClr val="D74732">
                <a:alpha val="5408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8" name="b.before-real/point 031"/>
            <p:cNvSpPr/>
            <p:nvPr/>
          </p:nvSpPr>
          <p:spPr>
            <a:xfrm>
              <a:off x="8240301" y="7974919"/>
              <a:ext cx="22880" cy="22880"/>
            </a:xfrm>
            <a:prstGeom prst="ellipse">
              <a:avLst/>
            </a:prstGeom>
            <a:solidFill>
              <a:srgbClr val="D74732">
                <a:alpha val="7098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9" name="b.before-real/point 032"/>
            <p:cNvSpPr/>
            <p:nvPr/>
          </p:nvSpPr>
          <p:spPr>
            <a:xfrm>
              <a:off x="8328471" y="8062507"/>
              <a:ext cx="26771" cy="26771"/>
            </a:xfrm>
            <a:prstGeom prst="ellipse">
              <a:avLst/>
            </a:prstGeom>
            <a:solidFill>
              <a:srgbClr val="D74732">
                <a:alpha val="8479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0" name="b.before-real/point 033"/>
            <p:cNvSpPr/>
            <p:nvPr/>
          </p:nvSpPr>
          <p:spPr>
            <a:xfrm>
              <a:off x="8351640" y="8037628"/>
              <a:ext cx="18364" cy="18364"/>
            </a:xfrm>
            <a:prstGeom prst="ellipse">
              <a:avLst/>
            </a:prstGeom>
            <a:solidFill>
              <a:srgbClr val="D74732">
                <a:alpha val="5391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1" name="b.before-real/point 034"/>
            <p:cNvSpPr/>
            <p:nvPr/>
          </p:nvSpPr>
          <p:spPr>
            <a:xfrm>
              <a:off x="8450186" y="8049152"/>
              <a:ext cx="24257" cy="24257"/>
            </a:xfrm>
            <a:prstGeom prst="ellipse">
              <a:avLst/>
            </a:prstGeom>
            <a:solidFill>
              <a:srgbClr val="D74732">
                <a:alpha val="604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2" name="b.before-real/point 035"/>
            <p:cNvSpPr/>
            <p:nvPr/>
          </p:nvSpPr>
          <p:spPr>
            <a:xfrm>
              <a:off x="8231253" y="8076230"/>
              <a:ext cx="21628" cy="21628"/>
            </a:xfrm>
            <a:prstGeom prst="ellipse">
              <a:avLst/>
            </a:prstGeom>
            <a:solidFill>
              <a:srgbClr val="D74732">
                <a:alpha val="7860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3" name="b.before-real/point 036"/>
            <p:cNvSpPr/>
            <p:nvPr/>
          </p:nvSpPr>
          <p:spPr>
            <a:xfrm>
              <a:off x="8388265" y="8061507"/>
              <a:ext cx="23528" cy="23528"/>
            </a:xfrm>
            <a:prstGeom prst="ellipse">
              <a:avLst/>
            </a:prstGeom>
            <a:solidFill>
              <a:srgbClr val="D74732">
                <a:alpha val="5437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4" name="b.before-real/point 037"/>
            <p:cNvSpPr/>
            <p:nvPr/>
          </p:nvSpPr>
          <p:spPr>
            <a:xfrm>
              <a:off x="8239503" y="8035237"/>
              <a:ext cx="27096" cy="27096"/>
            </a:xfrm>
            <a:prstGeom prst="ellipse">
              <a:avLst/>
            </a:prstGeom>
            <a:solidFill>
              <a:srgbClr val="D74732">
                <a:alpha val="5366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5" name="b.before-real/point 038"/>
            <p:cNvSpPr/>
            <p:nvPr/>
          </p:nvSpPr>
          <p:spPr>
            <a:xfrm>
              <a:off x="8326988" y="8058847"/>
              <a:ext cx="17681" cy="17681"/>
            </a:xfrm>
            <a:prstGeom prst="ellipse">
              <a:avLst/>
            </a:prstGeom>
            <a:solidFill>
              <a:srgbClr val="D74732">
                <a:alpha val="7222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6" name="b.before-real/point 039"/>
            <p:cNvSpPr/>
            <p:nvPr/>
          </p:nvSpPr>
          <p:spPr>
            <a:xfrm>
              <a:off x="8352837" y="8162018"/>
              <a:ext cx="24053" cy="24053"/>
            </a:xfrm>
            <a:prstGeom prst="ellipse">
              <a:avLst/>
            </a:prstGeom>
            <a:solidFill>
              <a:srgbClr val="D74732">
                <a:alpha val="5059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7" name="b.before-real/point 040"/>
            <p:cNvSpPr/>
            <p:nvPr/>
          </p:nvSpPr>
          <p:spPr>
            <a:xfrm>
              <a:off x="8160123" y="8198978"/>
              <a:ext cx="28539" cy="28539"/>
            </a:xfrm>
            <a:prstGeom prst="ellipse">
              <a:avLst/>
            </a:prstGeom>
            <a:solidFill>
              <a:srgbClr val="D74732">
                <a:alpha val="849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8" name="b.before-real/point 041"/>
            <p:cNvSpPr/>
            <p:nvPr/>
          </p:nvSpPr>
          <p:spPr>
            <a:xfrm>
              <a:off x="8342563" y="8049353"/>
              <a:ext cx="18487" cy="18487"/>
            </a:xfrm>
            <a:prstGeom prst="ellipse">
              <a:avLst/>
            </a:prstGeom>
            <a:solidFill>
              <a:srgbClr val="D74732">
                <a:alpha val="7657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9" name="b.before-real/point 042"/>
            <p:cNvSpPr/>
            <p:nvPr/>
          </p:nvSpPr>
          <p:spPr>
            <a:xfrm>
              <a:off x="8344447" y="7992994"/>
              <a:ext cx="17793" cy="17793"/>
            </a:xfrm>
            <a:prstGeom prst="ellipse">
              <a:avLst/>
            </a:prstGeom>
            <a:solidFill>
              <a:srgbClr val="D74732">
                <a:alpha val="6922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0" name="b.before-real/point 043"/>
            <p:cNvSpPr/>
            <p:nvPr/>
          </p:nvSpPr>
          <p:spPr>
            <a:xfrm>
              <a:off x="8286265" y="8093046"/>
              <a:ext cx="22917" cy="22917"/>
            </a:xfrm>
            <a:prstGeom prst="ellipse">
              <a:avLst/>
            </a:prstGeom>
            <a:solidFill>
              <a:srgbClr val="D74732">
                <a:alpha val="8665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1" name="b.before-real/point 044"/>
            <p:cNvSpPr/>
            <p:nvPr/>
          </p:nvSpPr>
          <p:spPr>
            <a:xfrm>
              <a:off x="8316827" y="8147347"/>
              <a:ext cx="19513" cy="19513"/>
            </a:xfrm>
            <a:prstGeom prst="ellipse">
              <a:avLst/>
            </a:prstGeom>
            <a:solidFill>
              <a:srgbClr val="D74732">
                <a:alpha val="7091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2" name="b.before-real/point 045"/>
            <p:cNvSpPr/>
            <p:nvPr/>
          </p:nvSpPr>
          <p:spPr>
            <a:xfrm>
              <a:off x="8271991" y="8014057"/>
              <a:ext cx="30910" cy="30910"/>
            </a:xfrm>
            <a:prstGeom prst="ellipse">
              <a:avLst/>
            </a:prstGeom>
            <a:solidFill>
              <a:srgbClr val="D74732">
                <a:alpha val="756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3" name="b.before-real/point 046"/>
            <p:cNvSpPr/>
            <p:nvPr/>
          </p:nvSpPr>
          <p:spPr>
            <a:xfrm>
              <a:off x="8068998" y="7923471"/>
              <a:ext cx="26099" cy="26099"/>
            </a:xfrm>
            <a:prstGeom prst="ellipse">
              <a:avLst/>
            </a:prstGeom>
            <a:solidFill>
              <a:srgbClr val="D74732">
                <a:alpha val="533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4" name="b.before-real/point 047"/>
            <p:cNvSpPr/>
            <p:nvPr/>
          </p:nvSpPr>
          <p:spPr>
            <a:xfrm>
              <a:off x="8262573" y="8058473"/>
              <a:ext cx="31582" cy="31582"/>
            </a:xfrm>
            <a:prstGeom prst="ellipse">
              <a:avLst/>
            </a:prstGeom>
            <a:solidFill>
              <a:srgbClr val="D74732">
                <a:alpha val="8498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665" name="b.before-fake"/>
          <p:cNvGrpSpPr/>
          <p:nvPr/>
        </p:nvGrpSpPr>
        <p:grpSpPr>
          <a:xfrm>
            <a:off x="8508365" y="8090534"/>
            <a:ext cx="788670" cy="582930"/>
            <a:chOff x="8508365" y="8090534"/>
            <a:chExt cx="788670" cy="582930"/>
          </a:xfrm>
        </p:grpSpPr>
        <p:sp>
          <p:nvSpPr>
            <p:cNvPr id="666" name="b.before-fake/contour 1.35"/>
            <p:cNvSpPr/>
            <p:nvPr/>
          </p:nvSpPr>
          <p:spPr>
            <a:xfrm>
              <a:off x="8508365" y="8090534"/>
              <a:ext cx="788670" cy="582930"/>
            </a:xfrm>
            <a:prstGeom prst="ellipse">
              <a:avLst/>
            </a:prstGeom>
            <a:solidFill>
              <a:srgbClr val="3072D5">
                <a:alpha val="4500"/>
              </a:srgbClr>
            </a:solidFill>
            <a:ln w="4445">
              <a:solidFill>
                <a:srgbClr val="3072D5">
                  <a:alpha val="45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7" name="b.before-fake/contour 1.05"/>
            <p:cNvSpPr/>
            <p:nvPr/>
          </p:nvSpPr>
          <p:spPr>
            <a:xfrm>
              <a:off x="8595995" y="8155305"/>
              <a:ext cx="613410" cy="453390"/>
            </a:xfrm>
            <a:prstGeom prst="ellipse">
              <a:avLst/>
            </a:prstGeom>
            <a:solidFill>
              <a:srgbClr val="3072D5">
                <a:alpha val="7000"/>
              </a:srgbClr>
            </a:solidFill>
            <a:ln w="4445">
              <a:solidFill>
                <a:srgbClr val="3072D5">
                  <a:alpha val="7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8" name="b.before-fake/contour 0.75"/>
            <p:cNvSpPr/>
            <p:nvPr/>
          </p:nvSpPr>
          <p:spPr>
            <a:xfrm>
              <a:off x="8683625" y="8220075"/>
              <a:ext cx="438150" cy="323850"/>
            </a:xfrm>
            <a:prstGeom prst="ellipse">
              <a:avLst/>
            </a:prstGeom>
            <a:solidFill>
              <a:srgbClr val="3072D5">
                <a:alpha val="10000"/>
              </a:srgbClr>
            </a:solidFill>
            <a:ln w="4445">
              <a:solidFill>
                <a:srgbClr val="3072D5">
                  <a:alpha val="1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9" name="b.before-fake/point 000"/>
            <p:cNvSpPr/>
            <p:nvPr/>
          </p:nvSpPr>
          <p:spPr>
            <a:xfrm>
              <a:off x="8858927" y="8424704"/>
              <a:ext cx="28898" cy="28898"/>
            </a:xfrm>
            <a:prstGeom prst="ellipse">
              <a:avLst/>
            </a:prstGeom>
            <a:solidFill>
              <a:srgbClr val="3072D5">
                <a:alpha val="7150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0" name="b.before-fake/point 001"/>
            <p:cNvSpPr/>
            <p:nvPr/>
          </p:nvSpPr>
          <p:spPr>
            <a:xfrm>
              <a:off x="8909394" y="8279668"/>
              <a:ext cx="30770" cy="30770"/>
            </a:xfrm>
            <a:prstGeom prst="ellipse">
              <a:avLst/>
            </a:prstGeom>
            <a:solidFill>
              <a:srgbClr val="3072D5">
                <a:alpha val="8232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1" name="b.before-fake/point 002"/>
            <p:cNvSpPr/>
            <p:nvPr/>
          </p:nvSpPr>
          <p:spPr>
            <a:xfrm>
              <a:off x="8644819" y="8315802"/>
              <a:ext cx="20851" cy="20851"/>
            </a:xfrm>
            <a:prstGeom prst="ellipse">
              <a:avLst/>
            </a:prstGeom>
            <a:solidFill>
              <a:srgbClr val="3072D5">
                <a:alpha val="5806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2" name="b.before-fake/point 003"/>
            <p:cNvSpPr/>
            <p:nvPr/>
          </p:nvSpPr>
          <p:spPr>
            <a:xfrm>
              <a:off x="9106118" y="8255067"/>
              <a:ext cx="28556" cy="28556"/>
            </a:xfrm>
            <a:prstGeom prst="ellipse">
              <a:avLst/>
            </a:prstGeom>
            <a:solidFill>
              <a:srgbClr val="3072D5">
                <a:alpha val="7756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3" name="b.before-fake/point 004"/>
            <p:cNvSpPr/>
            <p:nvPr/>
          </p:nvSpPr>
          <p:spPr>
            <a:xfrm>
              <a:off x="8967236" y="8384638"/>
              <a:ext cx="28294" cy="28294"/>
            </a:xfrm>
            <a:prstGeom prst="ellipse">
              <a:avLst/>
            </a:prstGeom>
            <a:solidFill>
              <a:srgbClr val="3072D5">
                <a:alpha val="5023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4" name="b.before-fake/point 005"/>
            <p:cNvSpPr/>
            <p:nvPr/>
          </p:nvSpPr>
          <p:spPr>
            <a:xfrm>
              <a:off x="8859921" y="8420536"/>
              <a:ext cx="30735" cy="30735"/>
            </a:xfrm>
            <a:prstGeom prst="ellipse">
              <a:avLst/>
            </a:prstGeom>
            <a:solidFill>
              <a:srgbClr val="3072D5">
                <a:alpha val="5831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5" name="b.before-fake/point 006"/>
            <p:cNvSpPr/>
            <p:nvPr/>
          </p:nvSpPr>
          <p:spPr>
            <a:xfrm>
              <a:off x="8965553" y="8407920"/>
              <a:ext cx="30577" cy="30577"/>
            </a:xfrm>
            <a:prstGeom prst="ellipse">
              <a:avLst/>
            </a:prstGeom>
            <a:solidFill>
              <a:srgbClr val="3072D5">
                <a:alpha val="7266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6" name="b.before-fake/point 007"/>
            <p:cNvSpPr/>
            <p:nvPr/>
          </p:nvSpPr>
          <p:spPr>
            <a:xfrm>
              <a:off x="9014458" y="8266196"/>
              <a:ext cx="29713" cy="29713"/>
            </a:xfrm>
            <a:prstGeom prst="ellipse">
              <a:avLst/>
            </a:prstGeom>
            <a:solidFill>
              <a:srgbClr val="3072D5">
                <a:alpha val="8785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7" name="b.before-fake/point 008"/>
            <p:cNvSpPr/>
            <p:nvPr/>
          </p:nvSpPr>
          <p:spPr>
            <a:xfrm>
              <a:off x="8868892" y="8351548"/>
              <a:ext cx="17961" cy="17961"/>
            </a:xfrm>
            <a:prstGeom prst="ellipse">
              <a:avLst/>
            </a:prstGeom>
            <a:solidFill>
              <a:srgbClr val="3072D5">
                <a:alpha val="8416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8" name="b.before-fake/point 009"/>
            <p:cNvSpPr/>
            <p:nvPr/>
          </p:nvSpPr>
          <p:spPr>
            <a:xfrm>
              <a:off x="8700644" y="8463234"/>
              <a:ext cx="29642" cy="29642"/>
            </a:xfrm>
            <a:prstGeom prst="ellipse">
              <a:avLst/>
            </a:prstGeom>
            <a:solidFill>
              <a:srgbClr val="3072D5">
                <a:alpha val="8419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9" name="b.before-fake/point 010"/>
            <p:cNvSpPr/>
            <p:nvPr/>
          </p:nvSpPr>
          <p:spPr>
            <a:xfrm>
              <a:off x="8811279" y="8399131"/>
              <a:ext cx="27052" cy="27052"/>
            </a:xfrm>
            <a:prstGeom prst="ellipse">
              <a:avLst/>
            </a:prstGeom>
            <a:solidFill>
              <a:srgbClr val="3072D5">
                <a:alpha val="7564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0" name="b.before-fake/point 011"/>
            <p:cNvSpPr/>
            <p:nvPr/>
          </p:nvSpPr>
          <p:spPr>
            <a:xfrm>
              <a:off x="8857867" y="8495048"/>
              <a:ext cx="29858" cy="29858"/>
            </a:xfrm>
            <a:prstGeom prst="ellipse">
              <a:avLst/>
            </a:prstGeom>
            <a:solidFill>
              <a:srgbClr val="3072D5">
                <a:alpha val="8191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1" name="b.before-fake/point 012"/>
            <p:cNvSpPr/>
            <p:nvPr/>
          </p:nvSpPr>
          <p:spPr>
            <a:xfrm>
              <a:off x="8955565" y="8454211"/>
              <a:ext cx="27199" cy="27199"/>
            </a:xfrm>
            <a:prstGeom prst="ellipse">
              <a:avLst/>
            </a:prstGeom>
            <a:solidFill>
              <a:srgbClr val="3072D5">
                <a:alpha val="7328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2" name="b.before-fake/point 013"/>
            <p:cNvSpPr/>
            <p:nvPr/>
          </p:nvSpPr>
          <p:spPr>
            <a:xfrm>
              <a:off x="8895368" y="8414725"/>
              <a:ext cx="25818" cy="25818"/>
            </a:xfrm>
            <a:prstGeom prst="ellipse">
              <a:avLst/>
            </a:prstGeom>
            <a:solidFill>
              <a:srgbClr val="3072D5">
                <a:alpha val="849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3" name="b.before-fake/point 014"/>
            <p:cNvSpPr/>
            <p:nvPr/>
          </p:nvSpPr>
          <p:spPr>
            <a:xfrm>
              <a:off x="9062970" y="8436892"/>
              <a:ext cx="20770" cy="20770"/>
            </a:xfrm>
            <a:prstGeom prst="ellipse">
              <a:avLst/>
            </a:prstGeom>
            <a:solidFill>
              <a:srgbClr val="3072D5">
                <a:alpha val="6499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4" name="b.before-fake/point 015"/>
            <p:cNvSpPr/>
            <p:nvPr/>
          </p:nvSpPr>
          <p:spPr>
            <a:xfrm>
              <a:off x="9061722" y="8327974"/>
              <a:ext cx="18388" cy="18388"/>
            </a:xfrm>
            <a:prstGeom prst="ellipse">
              <a:avLst/>
            </a:prstGeom>
            <a:solidFill>
              <a:srgbClr val="3072D5">
                <a:alpha val="6498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5" name="b.before-fake/point 016"/>
            <p:cNvSpPr/>
            <p:nvPr/>
          </p:nvSpPr>
          <p:spPr>
            <a:xfrm>
              <a:off x="8739421" y="8412254"/>
              <a:ext cx="27574" cy="27574"/>
            </a:xfrm>
            <a:prstGeom prst="ellipse">
              <a:avLst/>
            </a:prstGeom>
            <a:solidFill>
              <a:srgbClr val="3072D5">
                <a:alpha val="8041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6" name="b.before-fake/point 017"/>
            <p:cNvSpPr/>
            <p:nvPr/>
          </p:nvSpPr>
          <p:spPr>
            <a:xfrm>
              <a:off x="8820924" y="8478849"/>
              <a:ext cx="24836" cy="24836"/>
            </a:xfrm>
            <a:prstGeom prst="ellipse">
              <a:avLst/>
            </a:prstGeom>
            <a:solidFill>
              <a:srgbClr val="3072D5">
                <a:alpha val="6374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7" name="b.before-fake/point 018"/>
            <p:cNvSpPr/>
            <p:nvPr/>
          </p:nvSpPr>
          <p:spPr>
            <a:xfrm>
              <a:off x="8758548" y="8392141"/>
              <a:ext cx="29474" cy="29474"/>
            </a:xfrm>
            <a:prstGeom prst="ellipse">
              <a:avLst/>
            </a:prstGeom>
            <a:solidFill>
              <a:srgbClr val="3072D5">
                <a:alpha val="8297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8" name="b.before-fake/point 019"/>
            <p:cNvSpPr/>
            <p:nvPr/>
          </p:nvSpPr>
          <p:spPr>
            <a:xfrm>
              <a:off x="8845150" y="8453039"/>
              <a:ext cx="27547" cy="27547"/>
            </a:xfrm>
            <a:prstGeom prst="ellipse">
              <a:avLst/>
            </a:prstGeom>
            <a:solidFill>
              <a:srgbClr val="3072D5">
                <a:alpha val="6523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9" name="b.before-fake/point 020"/>
            <p:cNvSpPr/>
            <p:nvPr/>
          </p:nvSpPr>
          <p:spPr>
            <a:xfrm>
              <a:off x="9074452" y="8395734"/>
              <a:ext cx="17040" cy="17040"/>
            </a:xfrm>
            <a:prstGeom prst="ellipse">
              <a:avLst/>
            </a:prstGeom>
            <a:solidFill>
              <a:srgbClr val="3072D5">
                <a:alpha val="7900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0" name="b.before-fake/point 021"/>
            <p:cNvSpPr/>
            <p:nvPr/>
          </p:nvSpPr>
          <p:spPr>
            <a:xfrm>
              <a:off x="8919597" y="8390571"/>
              <a:ext cx="21438" cy="21438"/>
            </a:xfrm>
            <a:prstGeom prst="ellipse">
              <a:avLst/>
            </a:prstGeom>
            <a:solidFill>
              <a:srgbClr val="3072D5">
                <a:alpha val="6307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1" name="b.before-fake/point 022"/>
            <p:cNvSpPr/>
            <p:nvPr/>
          </p:nvSpPr>
          <p:spPr>
            <a:xfrm>
              <a:off x="8890877" y="8501642"/>
              <a:ext cx="28497" cy="28497"/>
            </a:xfrm>
            <a:prstGeom prst="ellipse">
              <a:avLst/>
            </a:prstGeom>
            <a:solidFill>
              <a:srgbClr val="3072D5">
                <a:alpha val="578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2" name="b.before-fake/point 023"/>
            <p:cNvSpPr/>
            <p:nvPr/>
          </p:nvSpPr>
          <p:spPr>
            <a:xfrm>
              <a:off x="8933910" y="8253581"/>
              <a:ext cx="25343" cy="25343"/>
            </a:xfrm>
            <a:prstGeom prst="ellipse">
              <a:avLst/>
            </a:prstGeom>
            <a:solidFill>
              <a:srgbClr val="3072D5">
                <a:alpha val="7765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3" name="b.before-fake/point 024"/>
            <p:cNvSpPr/>
            <p:nvPr/>
          </p:nvSpPr>
          <p:spPr>
            <a:xfrm>
              <a:off x="8952941" y="8278301"/>
              <a:ext cx="17343" cy="17343"/>
            </a:xfrm>
            <a:prstGeom prst="ellipse">
              <a:avLst/>
            </a:prstGeom>
            <a:solidFill>
              <a:srgbClr val="3072D5">
                <a:alpha val="7241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4" name="b.before-fake/point 025"/>
            <p:cNvSpPr/>
            <p:nvPr/>
          </p:nvSpPr>
          <p:spPr>
            <a:xfrm>
              <a:off x="8744309" y="8363360"/>
              <a:ext cx="26119" cy="26119"/>
            </a:xfrm>
            <a:prstGeom prst="ellipse">
              <a:avLst/>
            </a:prstGeom>
            <a:solidFill>
              <a:srgbClr val="3072D5">
                <a:alpha val="6778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5" name="b.before-fake/point 026"/>
            <p:cNvSpPr/>
            <p:nvPr/>
          </p:nvSpPr>
          <p:spPr>
            <a:xfrm>
              <a:off x="8806500" y="8332907"/>
              <a:ext cx="19872" cy="19872"/>
            </a:xfrm>
            <a:prstGeom prst="ellipse">
              <a:avLst/>
            </a:prstGeom>
            <a:solidFill>
              <a:srgbClr val="3072D5">
                <a:alpha val="6339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6" name="b.before-fake/point 027"/>
            <p:cNvSpPr/>
            <p:nvPr/>
          </p:nvSpPr>
          <p:spPr>
            <a:xfrm>
              <a:off x="8844259" y="8301447"/>
              <a:ext cx="24866" cy="24866"/>
            </a:xfrm>
            <a:prstGeom prst="ellipse">
              <a:avLst/>
            </a:prstGeom>
            <a:solidFill>
              <a:srgbClr val="3072D5">
                <a:alpha val="8378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7" name="b.before-fake/point 028"/>
            <p:cNvSpPr/>
            <p:nvPr/>
          </p:nvSpPr>
          <p:spPr>
            <a:xfrm>
              <a:off x="8836510" y="8390314"/>
              <a:ext cx="20306" cy="20306"/>
            </a:xfrm>
            <a:prstGeom prst="ellipse">
              <a:avLst/>
            </a:prstGeom>
            <a:solidFill>
              <a:srgbClr val="3072D5">
                <a:alpha val="7105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8" name="b.before-fake/point 029"/>
            <p:cNvSpPr/>
            <p:nvPr/>
          </p:nvSpPr>
          <p:spPr>
            <a:xfrm>
              <a:off x="9109582" y="8227597"/>
              <a:ext cx="17214" cy="17214"/>
            </a:xfrm>
            <a:prstGeom prst="ellipse">
              <a:avLst/>
            </a:prstGeom>
            <a:solidFill>
              <a:srgbClr val="3072D5">
                <a:alpha val="7909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9" name="b.before-fake/point 030"/>
            <p:cNvSpPr/>
            <p:nvPr/>
          </p:nvSpPr>
          <p:spPr>
            <a:xfrm>
              <a:off x="8906645" y="8251673"/>
              <a:ext cx="29947" cy="29947"/>
            </a:xfrm>
            <a:prstGeom prst="ellipse">
              <a:avLst/>
            </a:prstGeom>
            <a:solidFill>
              <a:srgbClr val="3072D5">
                <a:alpha val="5395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0" name="b.before-fake/point 031"/>
            <p:cNvSpPr/>
            <p:nvPr/>
          </p:nvSpPr>
          <p:spPr>
            <a:xfrm>
              <a:off x="8844958" y="8276379"/>
              <a:ext cx="17706" cy="17706"/>
            </a:xfrm>
            <a:prstGeom prst="ellipse">
              <a:avLst/>
            </a:prstGeom>
            <a:solidFill>
              <a:srgbClr val="3072D5">
                <a:alpha val="8222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1" name="b.before-fake/point 032"/>
            <p:cNvSpPr/>
            <p:nvPr/>
          </p:nvSpPr>
          <p:spPr>
            <a:xfrm>
              <a:off x="8973605" y="8453221"/>
              <a:ext cx="20158" cy="20158"/>
            </a:xfrm>
            <a:prstGeom prst="ellipse">
              <a:avLst/>
            </a:prstGeom>
            <a:solidFill>
              <a:srgbClr val="3072D5">
                <a:alpha val="6782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2" name="b.before-fake/point 033"/>
            <p:cNvSpPr/>
            <p:nvPr/>
          </p:nvSpPr>
          <p:spPr>
            <a:xfrm>
              <a:off x="8971188" y="8352321"/>
              <a:ext cx="28534" cy="28534"/>
            </a:xfrm>
            <a:prstGeom prst="ellipse">
              <a:avLst/>
            </a:prstGeom>
            <a:solidFill>
              <a:srgbClr val="3072D5">
                <a:alpha val="8547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3" name="b.before-fake/point 034"/>
            <p:cNvSpPr/>
            <p:nvPr/>
          </p:nvSpPr>
          <p:spPr>
            <a:xfrm>
              <a:off x="8910311" y="8305218"/>
              <a:ext cx="23537" cy="23537"/>
            </a:xfrm>
            <a:prstGeom prst="ellipse">
              <a:avLst/>
            </a:prstGeom>
            <a:solidFill>
              <a:srgbClr val="3072D5">
                <a:alpha val="6109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4" name="b.before-fake/point 035"/>
            <p:cNvSpPr/>
            <p:nvPr/>
          </p:nvSpPr>
          <p:spPr>
            <a:xfrm>
              <a:off x="9063780" y="8521442"/>
              <a:ext cx="26813" cy="26813"/>
            </a:xfrm>
            <a:prstGeom prst="ellipse">
              <a:avLst/>
            </a:prstGeom>
            <a:solidFill>
              <a:srgbClr val="3072D5">
                <a:alpha val="8010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5" name="b.before-fake/point 036"/>
            <p:cNvSpPr/>
            <p:nvPr/>
          </p:nvSpPr>
          <p:spPr>
            <a:xfrm>
              <a:off x="8845816" y="8488538"/>
              <a:ext cx="22988" cy="22988"/>
            </a:xfrm>
            <a:prstGeom prst="ellipse">
              <a:avLst/>
            </a:prstGeom>
            <a:solidFill>
              <a:srgbClr val="3072D5">
                <a:alpha val="743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6" name="b.before-fake/point 037"/>
            <p:cNvSpPr/>
            <p:nvPr/>
          </p:nvSpPr>
          <p:spPr>
            <a:xfrm>
              <a:off x="9109788" y="8331048"/>
              <a:ext cx="29063" cy="29063"/>
            </a:xfrm>
            <a:prstGeom prst="ellipse">
              <a:avLst/>
            </a:prstGeom>
            <a:solidFill>
              <a:srgbClr val="3072D5">
                <a:alpha val="5199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7" name="b.before-fake/point 038"/>
            <p:cNvSpPr/>
            <p:nvPr/>
          </p:nvSpPr>
          <p:spPr>
            <a:xfrm>
              <a:off x="8813702" y="8400162"/>
              <a:ext cx="19381" cy="19381"/>
            </a:xfrm>
            <a:prstGeom prst="ellipse">
              <a:avLst/>
            </a:prstGeom>
            <a:solidFill>
              <a:srgbClr val="3072D5">
                <a:alpha val="829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8" name="b.before-fake/point 039"/>
            <p:cNvSpPr/>
            <p:nvPr/>
          </p:nvSpPr>
          <p:spPr>
            <a:xfrm>
              <a:off x="8759852" y="8273498"/>
              <a:ext cx="30368" cy="30368"/>
            </a:xfrm>
            <a:prstGeom prst="ellipse">
              <a:avLst/>
            </a:prstGeom>
            <a:solidFill>
              <a:srgbClr val="3072D5">
                <a:alpha val="5550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9" name="b.before-fake/point 040"/>
            <p:cNvSpPr/>
            <p:nvPr/>
          </p:nvSpPr>
          <p:spPr>
            <a:xfrm>
              <a:off x="8894613" y="8345529"/>
              <a:ext cx="27923" cy="27923"/>
            </a:xfrm>
            <a:prstGeom prst="ellipse">
              <a:avLst/>
            </a:prstGeom>
            <a:solidFill>
              <a:srgbClr val="3072D5">
                <a:alpha val="6479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0" name="b.before-fake/point 041"/>
            <p:cNvSpPr/>
            <p:nvPr/>
          </p:nvSpPr>
          <p:spPr>
            <a:xfrm>
              <a:off x="8914186" y="8381401"/>
              <a:ext cx="20174" cy="20174"/>
            </a:xfrm>
            <a:prstGeom prst="ellipse">
              <a:avLst/>
            </a:prstGeom>
            <a:solidFill>
              <a:srgbClr val="3072D5">
                <a:alpha val="5026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1" name="b.before-fake/point 042"/>
            <p:cNvSpPr/>
            <p:nvPr/>
          </p:nvSpPr>
          <p:spPr>
            <a:xfrm>
              <a:off x="8939816" y="8422027"/>
              <a:ext cx="31183" cy="31183"/>
            </a:xfrm>
            <a:prstGeom prst="ellipse">
              <a:avLst/>
            </a:prstGeom>
            <a:solidFill>
              <a:srgbClr val="3072D5">
                <a:alpha val="7859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2" name="b.before-fake/point 043"/>
            <p:cNvSpPr/>
            <p:nvPr/>
          </p:nvSpPr>
          <p:spPr>
            <a:xfrm>
              <a:off x="8815966" y="8382452"/>
              <a:ext cx="31388" cy="31388"/>
            </a:xfrm>
            <a:prstGeom prst="ellipse">
              <a:avLst/>
            </a:prstGeom>
            <a:solidFill>
              <a:srgbClr val="3072D5">
                <a:alpha val="8389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3" name="b.before-fake/point 044"/>
            <p:cNvSpPr/>
            <p:nvPr/>
          </p:nvSpPr>
          <p:spPr>
            <a:xfrm>
              <a:off x="8943632" y="8289277"/>
              <a:ext cx="22721" cy="22721"/>
            </a:xfrm>
            <a:prstGeom prst="ellipse">
              <a:avLst/>
            </a:prstGeom>
            <a:solidFill>
              <a:srgbClr val="3072D5">
                <a:alpha val="5701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4" name="b.before-fake/point 045"/>
            <p:cNvSpPr/>
            <p:nvPr/>
          </p:nvSpPr>
          <p:spPr>
            <a:xfrm>
              <a:off x="8687788" y="8468051"/>
              <a:ext cx="24980" cy="24980"/>
            </a:xfrm>
            <a:prstGeom prst="ellipse">
              <a:avLst/>
            </a:prstGeom>
            <a:solidFill>
              <a:srgbClr val="3072D5">
                <a:alpha val="6566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5" name="b.before-fake/point 046"/>
            <p:cNvSpPr/>
            <p:nvPr/>
          </p:nvSpPr>
          <p:spPr>
            <a:xfrm>
              <a:off x="8856443" y="8455121"/>
              <a:ext cx="18185" cy="18185"/>
            </a:xfrm>
            <a:prstGeom prst="ellipse">
              <a:avLst/>
            </a:prstGeom>
            <a:solidFill>
              <a:srgbClr val="3072D5">
                <a:alpha val="7758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6" name="b.before-fake/point 047"/>
            <p:cNvSpPr/>
            <p:nvPr/>
          </p:nvSpPr>
          <p:spPr>
            <a:xfrm>
              <a:off x="8811954" y="8356063"/>
              <a:ext cx="19447" cy="19447"/>
            </a:xfrm>
            <a:prstGeom prst="ellipse">
              <a:avLst/>
            </a:prstGeom>
            <a:solidFill>
              <a:srgbClr val="3072D5">
                <a:alpha val="6747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717" name="b.after-real"/>
          <p:cNvGrpSpPr/>
          <p:nvPr/>
        </p:nvGrpSpPr>
        <p:grpSpPr>
          <a:xfrm>
            <a:off x="11632565" y="7734934"/>
            <a:ext cx="788670" cy="582930"/>
            <a:chOff x="11632565" y="7734934"/>
            <a:chExt cx="788670" cy="582930"/>
          </a:xfrm>
        </p:grpSpPr>
        <p:sp>
          <p:nvSpPr>
            <p:cNvPr id="718" name="b.after-real/contour 1.35"/>
            <p:cNvSpPr/>
            <p:nvPr/>
          </p:nvSpPr>
          <p:spPr>
            <a:xfrm>
              <a:off x="11632565" y="7734934"/>
              <a:ext cx="788670" cy="582930"/>
            </a:xfrm>
            <a:prstGeom prst="ellipse">
              <a:avLst/>
            </a:prstGeom>
            <a:solidFill>
              <a:srgbClr val="D74732">
                <a:alpha val="4500"/>
              </a:srgbClr>
            </a:solidFill>
            <a:ln w="4445">
              <a:solidFill>
                <a:srgbClr val="D74732">
                  <a:alpha val="45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9" name="b.after-real/contour 1.05"/>
            <p:cNvSpPr/>
            <p:nvPr/>
          </p:nvSpPr>
          <p:spPr>
            <a:xfrm>
              <a:off x="11720195" y="7799705"/>
              <a:ext cx="613410" cy="453390"/>
            </a:xfrm>
            <a:prstGeom prst="ellipse">
              <a:avLst/>
            </a:prstGeom>
            <a:solidFill>
              <a:srgbClr val="D74732">
                <a:alpha val="7000"/>
              </a:srgbClr>
            </a:solidFill>
            <a:ln w="4445">
              <a:solidFill>
                <a:srgbClr val="D74732">
                  <a:alpha val="7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0" name="b.after-real/contour 0.75"/>
            <p:cNvSpPr/>
            <p:nvPr/>
          </p:nvSpPr>
          <p:spPr>
            <a:xfrm>
              <a:off x="11807825" y="7864475"/>
              <a:ext cx="438150" cy="323850"/>
            </a:xfrm>
            <a:prstGeom prst="ellipse">
              <a:avLst/>
            </a:prstGeom>
            <a:solidFill>
              <a:srgbClr val="D74732">
                <a:alpha val="10000"/>
              </a:srgbClr>
            </a:solidFill>
            <a:ln w="4445">
              <a:solidFill>
                <a:srgbClr val="D74732">
                  <a:alpha val="1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1" name="b.after-real/point 000"/>
            <p:cNvSpPr/>
            <p:nvPr/>
          </p:nvSpPr>
          <p:spPr>
            <a:xfrm>
              <a:off x="11937404" y="7975827"/>
              <a:ext cx="16532" cy="16532"/>
            </a:xfrm>
            <a:prstGeom prst="ellipse">
              <a:avLst/>
            </a:prstGeom>
            <a:solidFill>
              <a:srgbClr val="D74732">
                <a:alpha val="6316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2" name="b.after-real/point 001"/>
            <p:cNvSpPr/>
            <p:nvPr/>
          </p:nvSpPr>
          <p:spPr>
            <a:xfrm>
              <a:off x="12064547" y="7938594"/>
              <a:ext cx="25346" cy="25346"/>
            </a:xfrm>
            <a:prstGeom prst="ellipse">
              <a:avLst/>
            </a:prstGeom>
            <a:solidFill>
              <a:srgbClr val="D74732">
                <a:alpha val="5614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3" name="b.after-real/point 002"/>
            <p:cNvSpPr/>
            <p:nvPr/>
          </p:nvSpPr>
          <p:spPr>
            <a:xfrm>
              <a:off x="11924534" y="8050699"/>
              <a:ext cx="18621" cy="18621"/>
            </a:xfrm>
            <a:prstGeom prst="ellipse">
              <a:avLst/>
            </a:prstGeom>
            <a:solidFill>
              <a:srgbClr val="D74732">
                <a:alpha val="5936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4" name="b.after-real/point 003"/>
            <p:cNvSpPr/>
            <p:nvPr/>
          </p:nvSpPr>
          <p:spPr>
            <a:xfrm>
              <a:off x="12195430" y="8104204"/>
              <a:ext cx="24172" cy="24172"/>
            </a:xfrm>
            <a:prstGeom prst="ellipse">
              <a:avLst/>
            </a:prstGeom>
            <a:solidFill>
              <a:srgbClr val="D74732">
                <a:alpha val="695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5" name="b.after-real/point 004"/>
            <p:cNvSpPr/>
            <p:nvPr/>
          </p:nvSpPr>
          <p:spPr>
            <a:xfrm>
              <a:off x="12039230" y="7894736"/>
              <a:ext cx="21033" cy="21033"/>
            </a:xfrm>
            <a:prstGeom prst="ellipse">
              <a:avLst/>
            </a:prstGeom>
            <a:solidFill>
              <a:srgbClr val="D74732">
                <a:alpha val="8368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6" name="b.after-real/point 005"/>
            <p:cNvSpPr/>
            <p:nvPr/>
          </p:nvSpPr>
          <p:spPr>
            <a:xfrm>
              <a:off x="11762438" y="7946102"/>
              <a:ext cx="20694" cy="20694"/>
            </a:xfrm>
            <a:prstGeom prst="ellipse">
              <a:avLst/>
            </a:prstGeom>
            <a:solidFill>
              <a:srgbClr val="D74732">
                <a:alpha val="633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7" name="b.after-real/point 006"/>
            <p:cNvSpPr/>
            <p:nvPr/>
          </p:nvSpPr>
          <p:spPr>
            <a:xfrm>
              <a:off x="12192390" y="8071815"/>
              <a:ext cx="26023" cy="26023"/>
            </a:xfrm>
            <a:prstGeom prst="ellipse">
              <a:avLst/>
            </a:prstGeom>
            <a:solidFill>
              <a:srgbClr val="D74732">
                <a:alpha val="8074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8" name="b.after-real/point 007"/>
            <p:cNvSpPr/>
            <p:nvPr/>
          </p:nvSpPr>
          <p:spPr>
            <a:xfrm>
              <a:off x="11840371" y="8138191"/>
              <a:ext cx="27962" cy="27962"/>
            </a:xfrm>
            <a:prstGeom prst="ellipse">
              <a:avLst/>
            </a:prstGeom>
            <a:solidFill>
              <a:srgbClr val="D74732">
                <a:alpha val="8094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9" name="b.after-real/point 008"/>
            <p:cNvSpPr/>
            <p:nvPr/>
          </p:nvSpPr>
          <p:spPr>
            <a:xfrm>
              <a:off x="12207797" y="8042894"/>
              <a:ext cx="31053" cy="31053"/>
            </a:xfrm>
            <a:prstGeom prst="ellipse">
              <a:avLst/>
            </a:prstGeom>
            <a:solidFill>
              <a:srgbClr val="D74732">
                <a:alpha val="7781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0" name="b.after-real/point 009"/>
            <p:cNvSpPr/>
            <p:nvPr/>
          </p:nvSpPr>
          <p:spPr>
            <a:xfrm>
              <a:off x="11875716" y="8054114"/>
              <a:ext cx="20642" cy="20642"/>
            </a:xfrm>
            <a:prstGeom prst="ellipse">
              <a:avLst/>
            </a:prstGeom>
            <a:solidFill>
              <a:srgbClr val="D74732">
                <a:alpha val="574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1" name="b.after-real/point 010"/>
            <p:cNvSpPr/>
            <p:nvPr/>
          </p:nvSpPr>
          <p:spPr>
            <a:xfrm>
              <a:off x="12132806" y="7939991"/>
              <a:ext cx="29860" cy="29860"/>
            </a:xfrm>
            <a:prstGeom prst="ellipse">
              <a:avLst/>
            </a:prstGeom>
            <a:solidFill>
              <a:srgbClr val="D74732">
                <a:alpha val="5904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2" name="b.after-real/point 011"/>
            <p:cNvSpPr/>
            <p:nvPr/>
          </p:nvSpPr>
          <p:spPr>
            <a:xfrm>
              <a:off x="11849000" y="8097215"/>
              <a:ext cx="18653" cy="18653"/>
            </a:xfrm>
            <a:prstGeom prst="ellipse">
              <a:avLst/>
            </a:prstGeom>
            <a:solidFill>
              <a:srgbClr val="D74732">
                <a:alpha val="6979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3" name="b.after-real/point 012"/>
            <p:cNvSpPr/>
            <p:nvPr/>
          </p:nvSpPr>
          <p:spPr>
            <a:xfrm>
              <a:off x="11936187" y="8029148"/>
              <a:ext cx="27983" cy="27983"/>
            </a:xfrm>
            <a:prstGeom prst="ellipse">
              <a:avLst/>
            </a:prstGeom>
            <a:solidFill>
              <a:srgbClr val="D74732">
                <a:alpha val="7501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4" name="b.after-real/point 013"/>
            <p:cNvSpPr/>
            <p:nvPr/>
          </p:nvSpPr>
          <p:spPr>
            <a:xfrm>
              <a:off x="11861550" y="8089153"/>
              <a:ext cx="31404" cy="31404"/>
            </a:xfrm>
            <a:prstGeom prst="ellipse">
              <a:avLst/>
            </a:prstGeom>
            <a:solidFill>
              <a:srgbClr val="D74732">
                <a:alpha val="5341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5" name="b.after-real/point 014"/>
            <p:cNvSpPr/>
            <p:nvPr/>
          </p:nvSpPr>
          <p:spPr>
            <a:xfrm>
              <a:off x="12100704" y="8013453"/>
              <a:ext cx="23081" cy="23081"/>
            </a:xfrm>
            <a:prstGeom prst="ellipse">
              <a:avLst/>
            </a:prstGeom>
            <a:solidFill>
              <a:srgbClr val="D74732">
                <a:alpha val="5793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6" name="b.after-real/point 015"/>
            <p:cNvSpPr/>
            <p:nvPr/>
          </p:nvSpPr>
          <p:spPr>
            <a:xfrm>
              <a:off x="12149758" y="8050586"/>
              <a:ext cx="18319" cy="18319"/>
            </a:xfrm>
            <a:prstGeom prst="ellipse">
              <a:avLst/>
            </a:prstGeom>
            <a:solidFill>
              <a:srgbClr val="D74732">
                <a:alpha val="7270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7" name="b.after-real/point 016"/>
            <p:cNvSpPr/>
            <p:nvPr/>
          </p:nvSpPr>
          <p:spPr>
            <a:xfrm>
              <a:off x="12199603" y="7959084"/>
              <a:ext cx="19195" cy="19195"/>
            </a:xfrm>
            <a:prstGeom prst="ellipse">
              <a:avLst/>
            </a:prstGeom>
            <a:solidFill>
              <a:srgbClr val="D74732">
                <a:alpha val="5739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8" name="b.after-real/point 017"/>
            <p:cNvSpPr/>
            <p:nvPr/>
          </p:nvSpPr>
          <p:spPr>
            <a:xfrm>
              <a:off x="12094232" y="7936308"/>
              <a:ext cx="31659" cy="31659"/>
            </a:xfrm>
            <a:prstGeom prst="ellipse">
              <a:avLst/>
            </a:prstGeom>
            <a:solidFill>
              <a:srgbClr val="D74732">
                <a:alpha val="6377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9" name="b.after-real/point 018"/>
            <p:cNvSpPr/>
            <p:nvPr/>
          </p:nvSpPr>
          <p:spPr>
            <a:xfrm>
              <a:off x="11920605" y="7980448"/>
              <a:ext cx="17849" cy="17849"/>
            </a:xfrm>
            <a:prstGeom prst="ellipse">
              <a:avLst/>
            </a:prstGeom>
            <a:solidFill>
              <a:srgbClr val="D74732">
                <a:alpha val="6874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0" name="b.after-real/point 019"/>
            <p:cNvSpPr/>
            <p:nvPr/>
          </p:nvSpPr>
          <p:spPr>
            <a:xfrm>
              <a:off x="11905782" y="8004066"/>
              <a:ext cx="31637" cy="31637"/>
            </a:xfrm>
            <a:prstGeom prst="ellipse">
              <a:avLst/>
            </a:prstGeom>
            <a:solidFill>
              <a:srgbClr val="D74732">
                <a:alpha val="7690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1" name="b.after-real/point 020"/>
            <p:cNvSpPr/>
            <p:nvPr/>
          </p:nvSpPr>
          <p:spPr>
            <a:xfrm>
              <a:off x="12022220" y="8024905"/>
              <a:ext cx="17883" cy="17883"/>
            </a:xfrm>
            <a:prstGeom prst="ellipse">
              <a:avLst/>
            </a:prstGeom>
            <a:solidFill>
              <a:srgbClr val="D74732">
                <a:alpha val="5575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2" name="b.after-real/point 021"/>
            <p:cNvSpPr/>
            <p:nvPr/>
          </p:nvSpPr>
          <p:spPr>
            <a:xfrm>
              <a:off x="12039983" y="8031550"/>
              <a:ext cx="28393" cy="28393"/>
            </a:xfrm>
            <a:prstGeom prst="ellipse">
              <a:avLst/>
            </a:prstGeom>
            <a:solidFill>
              <a:srgbClr val="D74732">
                <a:alpha val="6173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3" name="b.after-real/point 022"/>
            <p:cNvSpPr/>
            <p:nvPr/>
          </p:nvSpPr>
          <p:spPr>
            <a:xfrm>
              <a:off x="11945598" y="8076135"/>
              <a:ext cx="23328" cy="23328"/>
            </a:xfrm>
            <a:prstGeom prst="ellipse">
              <a:avLst/>
            </a:prstGeom>
            <a:solidFill>
              <a:srgbClr val="D74732">
                <a:alpha val="6298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4" name="b.after-real/point 023"/>
            <p:cNvSpPr/>
            <p:nvPr/>
          </p:nvSpPr>
          <p:spPr>
            <a:xfrm>
              <a:off x="11876460" y="8002788"/>
              <a:ext cx="20974" cy="20974"/>
            </a:xfrm>
            <a:prstGeom prst="ellipse">
              <a:avLst/>
            </a:prstGeom>
            <a:solidFill>
              <a:srgbClr val="D74732">
                <a:alpha val="6914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5" name="b.after-real/point 024"/>
            <p:cNvSpPr/>
            <p:nvPr/>
          </p:nvSpPr>
          <p:spPr>
            <a:xfrm>
              <a:off x="12057551" y="8060457"/>
              <a:ext cx="21525" cy="21525"/>
            </a:xfrm>
            <a:prstGeom prst="ellipse">
              <a:avLst/>
            </a:prstGeom>
            <a:solidFill>
              <a:srgbClr val="D74732">
                <a:alpha val="6286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6" name="b.after-real/point 025"/>
            <p:cNvSpPr/>
            <p:nvPr/>
          </p:nvSpPr>
          <p:spPr>
            <a:xfrm>
              <a:off x="11966618" y="8102074"/>
              <a:ext cx="27054" cy="27054"/>
            </a:xfrm>
            <a:prstGeom prst="ellipse">
              <a:avLst/>
            </a:prstGeom>
            <a:solidFill>
              <a:srgbClr val="D74732">
                <a:alpha val="7201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7" name="b.after-real/point 026"/>
            <p:cNvSpPr/>
            <p:nvPr/>
          </p:nvSpPr>
          <p:spPr>
            <a:xfrm>
              <a:off x="12026884" y="8023608"/>
              <a:ext cx="19387" cy="19387"/>
            </a:xfrm>
            <a:prstGeom prst="ellipse">
              <a:avLst/>
            </a:prstGeom>
            <a:solidFill>
              <a:srgbClr val="D74732">
                <a:alpha val="5689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8" name="b.after-real/point 027"/>
            <p:cNvSpPr/>
            <p:nvPr/>
          </p:nvSpPr>
          <p:spPr>
            <a:xfrm>
              <a:off x="12074575" y="7873709"/>
              <a:ext cx="19381" cy="19381"/>
            </a:xfrm>
            <a:prstGeom prst="ellipse">
              <a:avLst/>
            </a:prstGeom>
            <a:solidFill>
              <a:srgbClr val="D74732">
                <a:alpha val="8054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9" name="b.after-real/point 028"/>
            <p:cNvSpPr/>
            <p:nvPr/>
          </p:nvSpPr>
          <p:spPr>
            <a:xfrm>
              <a:off x="12119272" y="7928047"/>
              <a:ext cx="25147" cy="25147"/>
            </a:xfrm>
            <a:prstGeom prst="ellipse">
              <a:avLst/>
            </a:prstGeom>
            <a:solidFill>
              <a:srgbClr val="D74732">
                <a:alpha val="628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0" name="b.after-real/point 029"/>
            <p:cNvSpPr/>
            <p:nvPr/>
          </p:nvSpPr>
          <p:spPr>
            <a:xfrm>
              <a:off x="11953065" y="7973768"/>
              <a:ext cx="21845" cy="21845"/>
            </a:xfrm>
            <a:prstGeom prst="ellipse">
              <a:avLst/>
            </a:prstGeom>
            <a:solidFill>
              <a:srgbClr val="D74732">
                <a:alpha val="7574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1" name="b.after-real/point 030"/>
            <p:cNvSpPr/>
            <p:nvPr/>
          </p:nvSpPr>
          <p:spPr>
            <a:xfrm>
              <a:off x="12016969" y="8195578"/>
              <a:ext cx="21352" cy="21352"/>
            </a:xfrm>
            <a:prstGeom prst="ellipse">
              <a:avLst/>
            </a:prstGeom>
            <a:solidFill>
              <a:srgbClr val="D74732">
                <a:alpha val="5408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2" name="b.after-real/point 031"/>
            <p:cNvSpPr/>
            <p:nvPr/>
          </p:nvSpPr>
          <p:spPr>
            <a:xfrm>
              <a:off x="11948701" y="7974919"/>
              <a:ext cx="22880" cy="22880"/>
            </a:xfrm>
            <a:prstGeom prst="ellipse">
              <a:avLst/>
            </a:prstGeom>
            <a:solidFill>
              <a:srgbClr val="D74732">
                <a:alpha val="7098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3" name="b.after-real/point 032"/>
            <p:cNvSpPr/>
            <p:nvPr/>
          </p:nvSpPr>
          <p:spPr>
            <a:xfrm>
              <a:off x="12036871" y="8062507"/>
              <a:ext cx="26771" cy="26771"/>
            </a:xfrm>
            <a:prstGeom prst="ellipse">
              <a:avLst/>
            </a:prstGeom>
            <a:solidFill>
              <a:srgbClr val="D74732">
                <a:alpha val="8479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4" name="b.after-real/point 033"/>
            <p:cNvSpPr/>
            <p:nvPr/>
          </p:nvSpPr>
          <p:spPr>
            <a:xfrm>
              <a:off x="12060040" y="8037628"/>
              <a:ext cx="18364" cy="18364"/>
            </a:xfrm>
            <a:prstGeom prst="ellipse">
              <a:avLst/>
            </a:prstGeom>
            <a:solidFill>
              <a:srgbClr val="D74732">
                <a:alpha val="5391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5" name="b.after-real/point 034"/>
            <p:cNvSpPr/>
            <p:nvPr/>
          </p:nvSpPr>
          <p:spPr>
            <a:xfrm>
              <a:off x="12158586" y="8049152"/>
              <a:ext cx="24257" cy="24257"/>
            </a:xfrm>
            <a:prstGeom prst="ellipse">
              <a:avLst/>
            </a:prstGeom>
            <a:solidFill>
              <a:srgbClr val="D74732">
                <a:alpha val="604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6" name="b.after-real/point 035"/>
            <p:cNvSpPr/>
            <p:nvPr/>
          </p:nvSpPr>
          <p:spPr>
            <a:xfrm>
              <a:off x="11939653" y="8076230"/>
              <a:ext cx="21628" cy="21628"/>
            </a:xfrm>
            <a:prstGeom prst="ellipse">
              <a:avLst/>
            </a:prstGeom>
            <a:solidFill>
              <a:srgbClr val="D74732">
                <a:alpha val="7860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7" name="b.after-real/point 036"/>
            <p:cNvSpPr/>
            <p:nvPr/>
          </p:nvSpPr>
          <p:spPr>
            <a:xfrm>
              <a:off x="12096665" y="8061507"/>
              <a:ext cx="23528" cy="23528"/>
            </a:xfrm>
            <a:prstGeom prst="ellipse">
              <a:avLst/>
            </a:prstGeom>
            <a:solidFill>
              <a:srgbClr val="D74732">
                <a:alpha val="5437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8" name="b.after-real/point 037"/>
            <p:cNvSpPr/>
            <p:nvPr/>
          </p:nvSpPr>
          <p:spPr>
            <a:xfrm>
              <a:off x="11947903" y="8035237"/>
              <a:ext cx="27096" cy="27096"/>
            </a:xfrm>
            <a:prstGeom prst="ellipse">
              <a:avLst/>
            </a:prstGeom>
            <a:solidFill>
              <a:srgbClr val="D74732">
                <a:alpha val="5366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9" name="b.after-real/point 038"/>
            <p:cNvSpPr/>
            <p:nvPr/>
          </p:nvSpPr>
          <p:spPr>
            <a:xfrm>
              <a:off x="12035388" y="8058847"/>
              <a:ext cx="17681" cy="17681"/>
            </a:xfrm>
            <a:prstGeom prst="ellipse">
              <a:avLst/>
            </a:prstGeom>
            <a:solidFill>
              <a:srgbClr val="D74732">
                <a:alpha val="7222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0" name="b.after-real/point 039"/>
            <p:cNvSpPr/>
            <p:nvPr/>
          </p:nvSpPr>
          <p:spPr>
            <a:xfrm>
              <a:off x="12061237" y="8162018"/>
              <a:ext cx="24053" cy="24053"/>
            </a:xfrm>
            <a:prstGeom prst="ellipse">
              <a:avLst/>
            </a:prstGeom>
            <a:solidFill>
              <a:srgbClr val="D74732">
                <a:alpha val="5059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1" name="b.after-real/point 040"/>
            <p:cNvSpPr/>
            <p:nvPr/>
          </p:nvSpPr>
          <p:spPr>
            <a:xfrm>
              <a:off x="11868523" y="8198978"/>
              <a:ext cx="28539" cy="28539"/>
            </a:xfrm>
            <a:prstGeom prst="ellipse">
              <a:avLst/>
            </a:prstGeom>
            <a:solidFill>
              <a:srgbClr val="D74732">
                <a:alpha val="8491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2" name="b.after-real/point 041"/>
            <p:cNvSpPr/>
            <p:nvPr/>
          </p:nvSpPr>
          <p:spPr>
            <a:xfrm>
              <a:off x="12050963" y="8049353"/>
              <a:ext cx="18487" cy="18487"/>
            </a:xfrm>
            <a:prstGeom prst="ellipse">
              <a:avLst/>
            </a:prstGeom>
            <a:solidFill>
              <a:srgbClr val="D74732">
                <a:alpha val="7657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3" name="b.after-real/point 042"/>
            <p:cNvSpPr/>
            <p:nvPr/>
          </p:nvSpPr>
          <p:spPr>
            <a:xfrm>
              <a:off x="12052847" y="7992994"/>
              <a:ext cx="17793" cy="17793"/>
            </a:xfrm>
            <a:prstGeom prst="ellipse">
              <a:avLst/>
            </a:prstGeom>
            <a:solidFill>
              <a:srgbClr val="D74732">
                <a:alpha val="6922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4" name="b.after-real/point 043"/>
            <p:cNvSpPr/>
            <p:nvPr/>
          </p:nvSpPr>
          <p:spPr>
            <a:xfrm>
              <a:off x="11994665" y="8093046"/>
              <a:ext cx="22917" cy="22917"/>
            </a:xfrm>
            <a:prstGeom prst="ellipse">
              <a:avLst/>
            </a:prstGeom>
            <a:solidFill>
              <a:srgbClr val="D74732">
                <a:alpha val="8665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5" name="b.after-real/point 044"/>
            <p:cNvSpPr/>
            <p:nvPr/>
          </p:nvSpPr>
          <p:spPr>
            <a:xfrm>
              <a:off x="12025227" y="8147347"/>
              <a:ext cx="19513" cy="19513"/>
            </a:xfrm>
            <a:prstGeom prst="ellipse">
              <a:avLst/>
            </a:prstGeom>
            <a:solidFill>
              <a:srgbClr val="D74732">
                <a:alpha val="7091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6" name="b.after-real/point 045"/>
            <p:cNvSpPr/>
            <p:nvPr/>
          </p:nvSpPr>
          <p:spPr>
            <a:xfrm>
              <a:off x="11980391" y="8014057"/>
              <a:ext cx="30910" cy="30910"/>
            </a:xfrm>
            <a:prstGeom prst="ellipse">
              <a:avLst/>
            </a:prstGeom>
            <a:solidFill>
              <a:srgbClr val="D74732">
                <a:alpha val="756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7" name="b.after-real/point 046"/>
            <p:cNvSpPr/>
            <p:nvPr/>
          </p:nvSpPr>
          <p:spPr>
            <a:xfrm>
              <a:off x="11777398" y="7923471"/>
              <a:ext cx="26099" cy="26099"/>
            </a:xfrm>
            <a:prstGeom prst="ellipse">
              <a:avLst/>
            </a:prstGeom>
            <a:solidFill>
              <a:srgbClr val="D74732">
                <a:alpha val="533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8" name="b.after-real/point 047"/>
            <p:cNvSpPr/>
            <p:nvPr/>
          </p:nvSpPr>
          <p:spPr>
            <a:xfrm>
              <a:off x="11970973" y="8058473"/>
              <a:ext cx="31582" cy="31582"/>
            </a:xfrm>
            <a:prstGeom prst="ellipse">
              <a:avLst/>
            </a:prstGeom>
            <a:solidFill>
              <a:srgbClr val="D74732">
                <a:alpha val="8498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769" name="b.after-fake"/>
          <p:cNvGrpSpPr/>
          <p:nvPr/>
        </p:nvGrpSpPr>
        <p:grpSpPr>
          <a:xfrm>
            <a:off x="12216765" y="8090534"/>
            <a:ext cx="788670" cy="582930"/>
            <a:chOff x="12216765" y="8090534"/>
            <a:chExt cx="788670" cy="582930"/>
          </a:xfrm>
        </p:grpSpPr>
        <p:sp>
          <p:nvSpPr>
            <p:cNvPr id="770" name="b.after-fake/contour 1.35"/>
            <p:cNvSpPr/>
            <p:nvPr/>
          </p:nvSpPr>
          <p:spPr>
            <a:xfrm>
              <a:off x="12216765" y="8090534"/>
              <a:ext cx="788670" cy="582930"/>
            </a:xfrm>
            <a:prstGeom prst="ellipse">
              <a:avLst/>
            </a:prstGeom>
            <a:solidFill>
              <a:srgbClr val="3072D5">
                <a:alpha val="4500"/>
              </a:srgbClr>
            </a:solidFill>
            <a:ln w="4445">
              <a:solidFill>
                <a:srgbClr val="3072D5">
                  <a:alpha val="45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1" name="b.after-fake/contour 1.05"/>
            <p:cNvSpPr/>
            <p:nvPr/>
          </p:nvSpPr>
          <p:spPr>
            <a:xfrm>
              <a:off x="12304395" y="8155305"/>
              <a:ext cx="613410" cy="453390"/>
            </a:xfrm>
            <a:prstGeom prst="ellipse">
              <a:avLst/>
            </a:prstGeom>
            <a:solidFill>
              <a:srgbClr val="3072D5">
                <a:alpha val="7000"/>
              </a:srgbClr>
            </a:solidFill>
            <a:ln w="4445">
              <a:solidFill>
                <a:srgbClr val="3072D5">
                  <a:alpha val="7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2" name="b.after-fake/contour 0.75"/>
            <p:cNvSpPr/>
            <p:nvPr/>
          </p:nvSpPr>
          <p:spPr>
            <a:xfrm>
              <a:off x="12392025" y="8220075"/>
              <a:ext cx="438150" cy="323850"/>
            </a:xfrm>
            <a:prstGeom prst="ellipse">
              <a:avLst/>
            </a:prstGeom>
            <a:solidFill>
              <a:srgbClr val="3072D5">
                <a:alpha val="10000"/>
              </a:srgbClr>
            </a:solidFill>
            <a:ln w="4445">
              <a:solidFill>
                <a:srgbClr val="3072D5">
                  <a:alpha val="1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3" name="b.after-fake/point 000"/>
            <p:cNvSpPr/>
            <p:nvPr/>
          </p:nvSpPr>
          <p:spPr>
            <a:xfrm>
              <a:off x="12567327" y="8424704"/>
              <a:ext cx="28898" cy="28898"/>
            </a:xfrm>
            <a:prstGeom prst="ellipse">
              <a:avLst/>
            </a:prstGeom>
            <a:solidFill>
              <a:srgbClr val="3072D5">
                <a:alpha val="7150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4" name="b.after-fake/point 001"/>
            <p:cNvSpPr/>
            <p:nvPr/>
          </p:nvSpPr>
          <p:spPr>
            <a:xfrm>
              <a:off x="12617794" y="8279668"/>
              <a:ext cx="30770" cy="30770"/>
            </a:xfrm>
            <a:prstGeom prst="ellipse">
              <a:avLst/>
            </a:prstGeom>
            <a:solidFill>
              <a:srgbClr val="3072D5">
                <a:alpha val="8232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5" name="b.after-fake/point 002"/>
            <p:cNvSpPr/>
            <p:nvPr/>
          </p:nvSpPr>
          <p:spPr>
            <a:xfrm>
              <a:off x="12353219" y="8315802"/>
              <a:ext cx="20851" cy="20851"/>
            </a:xfrm>
            <a:prstGeom prst="ellipse">
              <a:avLst/>
            </a:prstGeom>
            <a:solidFill>
              <a:srgbClr val="3072D5">
                <a:alpha val="5806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6" name="b.after-fake/point 003"/>
            <p:cNvSpPr/>
            <p:nvPr/>
          </p:nvSpPr>
          <p:spPr>
            <a:xfrm>
              <a:off x="12814518" y="8255067"/>
              <a:ext cx="28556" cy="28556"/>
            </a:xfrm>
            <a:prstGeom prst="ellipse">
              <a:avLst/>
            </a:prstGeom>
            <a:solidFill>
              <a:srgbClr val="3072D5">
                <a:alpha val="7756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7" name="b.after-fake/point 004"/>
            <p:cNvSpPr/>
            <p:nvPr/>
          </p:nvSpPr>
          <p:spPr>
            <a:xfrm>
              <a:off x="12675636" y="8384638"/>
              <a:ext cx="28294" cy="28294"/>
            </a:xfrm>
            <a:prstGeom prst="ellipse">
              <a:avLst/>
            </a:prstGeom>
            <a:solidFill>
              <a:srgbClr val="3072D5">
                <a:alpha val="5023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8" name="b.after-fake/point 005"/>
            <p:cNvSpPr/>
            <p:nvPr/>
          </p:nvSpPr>
          <p:spPr>
            <a:xfrm>
              <a:off x="12568321" y="8420536"/>
              <a:ext cx="30735" cy="30735"/>
            </a:xfrm>
            <a:prstGeom prst="ellipse">
              <a:avLst/>
            </a:prstGeom>
            <a:solidFill>
              <a:srgbClr val="3072D5">
                <a:alpha val="5831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9" name="b.after-fake/point 006"/>
            <p:cNvSpPr/>
            <p:nvPr/>
          </p:nvSpPr>
          <p:spPr>
            <a:xfrm>
              <a:off x="12673953" y="8407920"/>
              <a:ext cx="30577" cy="30577"/>
            </a:xfrm>
            <a:prstGeom prst="ellipse">
              <a:avLst/>
            </a:prstGeom>
            <a:solidFill>
              <a:srgbClr val="3072D5">
                <a:alpha val="7266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0" name="b.after-fake/point 007"/>
            <p:cNvSpPr/>
            <p:nvPr/>
          </p:nvSpPr>
          <p:spPr>
            <a:xfrm>
              <a:off x="12722858" y="8266196"/>
              <a:ext cx="29713" cy="29713"/>
            </a:xfrm>
            <a:prstGeom prst="ellipse">
              <a:avLst/>
            </a:prstGeom>
            <a:solidFill>
              <a:srgbClr val="3072D5">
                <a:alpha val="8785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1" name="b.after-fake/point 008"/>
            <p:cNvSpPr/>
            <p:nvPr/>
          </p:nvSpPr>
          <p:spPr>
            <a:xfrm>
              <a:off x="12577292" y="8351548"/>
              <a:ext cx="17961" cy="17961"/>
            </a:xfrm>
            <a:prstGeom prst="ellipse">
              <a:avLst/>
            </a:prstGeom>
            <a:solidFill>
              <a:srgbClr val="3072D5">
                <a:alpha val="8416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2" name="b.after-fake/point 009"/>
            <p:cNvSpPr/>
            <p:nvPr/>
          </p:nvSpPr>
          <p:spPr>
            <a:xfrm>
              <a:off x="12409044" y="8463234"/>
              <a:ext cx="29642" cy="29642"/>
            </a:xfrm>
            <a:prstGeom prst="ellipse">
              <a:avLst/>
            </a:prstGeom>
            <a:solidFill>
              <a:srgbClr val="3072D5">
                <a:alpha val="8419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3" name="b.after-fake/point 010"/>
            <p:cNvSpPr/>
            <p:nvPr/>
          </p:nvSpPr>
          <p:spPr>
            <a:xfrm>
              <a:off x="12519679" y="8399131"/>
              <a:ext cx="27052" cy="27052"/>
            </a:xfrm>
            <a:prstGeom prst="ellipse">
              <a:avLst/>
            </a:prstGeom>
            <a:solidFill>
              <a:srgbClr val="3072D5">
                <a:alpha val="7564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4" name="b.after-fake/point 011"/>
            <p:cNvSpPr/>
            <p:nvPr/>
          </p:nvSpPr>
          <p:spPr>
            <a:xfrm>
              <a:off x="12566267" y="8495048"/>
              <a:ext cx="29858" cy="29858"/>
            </a:xfrm>
            <a:prstGeom prst="ellipse">
              <a:avLst/>
            </a:prstGeom>
            <a:solidFill>
              <a:srgbClr val="3072D5">
                <a:alpha val="8191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5" name="b.after-fake/point 012"/>
            <p:cNvSpPr/>
            <p:nvPr/>
          </p:nvSpPr>
          <p:spPr>
            <a:xfrm>
              <a:off x="12663965" y="8454211"/>
              <a:ext cx="27199" cy="27199"/>
            </a:xfrm>
            <a:prstGeom prst="ellipse">
              <a:avLst/>
            </a:prstGeom>
            <a:solidFill>
              <a:srgbClr val="3072D5">
                <a:alpha val="7328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6" name="b.after-fake/point 013"/>
            <p:cNvSpPr/>
            <p:nvPr/>
          </p:nvSpPr>
          <p:spPr>
            <a:xfrm>
              <a:off x="12603768" y="8414725"/>
              <a:ext cx="25818" cy="25818"/>
            </a:xfrm>
            <a:prstGeom prst="ellipse">
              <a:avLst/>
            </a:prstGeom>
            <a:solidFill>
              <a:srgbClr val="3072D5">
                <a:alpha val="849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7" name="b.after-fake/point 014"/>
            <p:cNvSpPr/>
            <p:nvPr/>
          </p:nvSpPr>
          <p:spPr>
            <a:xfrm>
              <a:off x="12771370" y="8436892"/>
              <a:ext cx="20770" cy="20770"/>
            </a:xfrm>
            <a:prstGeom prst="ellipse">
              <a:avLst/>
            </a:prstGeom>
            <a:solidFill>
              <a:srgbClr val="3072D5">
                <a:alpha val="6499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8" name="b.after-fake/point 015"/>
            <p:cNvSpPr/>
            <p:nvPr/>
          </p:nvSpPr>
          <p:spPr>
            <a:xfrm>
              <a:off x="12770122" y="8327974"/>
              <a:ext cx="18388" cy="18388"/>
            </a:xfrm>
            <a:prstGeom prst="ellipse">
              <a:avLst/>
            </a:prstGeom>
            <a:solidFill>
              <a:srgbClr val="3072D5">
                <a:alpha val="6498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9" name="b.after-fake/point 016"/>
            <p:cNvSpPr/>
            <p:nvPr/>
          </p:nvSpPr>
          <p:spPr>
            <a:xfrm>
              <a:off x="12447821" y="8412254"/>
              <a:ext cx="27574" cy="27574"/>
            </a:xfrm>
            <a:prstGeom prst="ellipse">
              <a:avLst/>
            </a:prstGeom>
            <a:solidFill>
              <a:srgbClr val="3072D5">
                <a:alpha val="8041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0" name="b.after-fake/point 017"/>
            <p:cNvSpPr/>
            <p:nvPr/>
          </p:nvSpPr>
          <p:spPr>
            <a:xfrm>
              <a:off x="12529324" y="8478849"/>
              <a:ext cx="24836" cy="24836"/>
            </a:xfrm>
            <a:prstGeom prst="ellipse">
              <a:avLst/>
            </a:prstGeom>
            <a:solidFill>
              <a:srgbClr val="3072D5">
                <a:alpha val="63740"/>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1" name="b.after-fake/point 018"/>
            <p:cNvSpPr/>
            <p:nvPr/>
          </p:nvSpPr>
          <p:spPr>
            <a:xfrm>
              <a:off x="12466948" y="8392141"/>
              <a:ext cx="29474" cy="29474"/>
            </a:xfrm>
            <a:prstGeom prst="ellipse">
              <a:avLst/>
            </a:prstGeom>
            <a:solidFill>
              <a:srgbClr val="3072D5">
                <a:alpha val="8297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2" name="b.after-fake/point 019"/>
            <p:cNvSpPr/>
            <p:nvPr/>
          </p:nvSpPr>
          <p:spPr>
            <a:xfrm>
              <a:off x="12553550" y="8453039"/>
              <a:ext cx="27547" cy="27547"/>
            </a:xfrm>
            <a:prstGeom prst="ellipse">
              <a:avLst/>
            </a:prstGeom>
            <a:solidFill>
              <a:srgbClr val="3072D5">
                <a:alpha val="6523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3" name="b.after-fake/point 020"/>
            <p:cNvSpPr/>
            <p:nvPr/>
          </p:nvSpPr>
          <p:spPr>
            <a:xfrm>
              <a:off x="12782852" y="8395734"/>
              <a:ext cx="17040" cy="17040"/>
            </a:xfrm>
            <a:prstGeom prst="ellipse">
              <a:avLst/>
            </a:prstGeom>
            <a:solidFill>
              <a:srgbClr val="3072D5">
                <a:alpha val="7900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4" name="b.after-fake/point 021"/>
            <p:cNvSpPr/>
            <p:nvPr/>
          </p:nvSpPr>
          <p:spPr>
            <a:xfrm>
              <a:off x="12627997" y="8390571"/>
              <a:ext cx="21438" cy="21438"/>
            </a:xfrm>
            <a:prstGeom prst="ellipse">
              <a:avLst/>
            </a:prstGeom>
            <a:solidFill>
              <a:srgbClr val="3072D5">
                <a:alpha val="6307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5" name="b.after-fake/point 022"/>
            <p:cNvSpPr/>
            <p:nvPr/>
          </p:nvSpPr>
          <p:spPr>
            <a:xfrm>
              <a:off x="12599277" y="8501642"/>
              <a:ext cx="28497" cy="28497"/>
            </a:xfrm>
            <a:prstGeom prst="ellipse">
              <a:avLst/>
            </a:prstGeom>
            <a:solidFill>
              <a:srgbClr val="3072D5">
                <a:alpha val="578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6" name="b.after-fake/point 023"/>
            <p:cNvSpPr/>
            <p:nvPr/>
          </p:nvSpPr>
          <p:spPr>
            <a:xfrm>
              <a:off x="12642310" y="8253581"/>
              <a:ext cx="25343" cy="25343"/>
            </a:xfrm>
            <a:prstGeom prst="ellipse">
              <a:avLst/>
            </a:prstGeom>
            <a:solidFill>
              <a:srgbClr val="3072D5">
                <a:alpha val="7765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7" name="b.after-fake/point 024"/>
            <p:cNvSpPr/>
            <p:nvPr/>
          </p:nvSpPr>
          <p:spPr>
            <a:xfrm>
              <a:off x="12661341" y="8278301"/>
              <a:ext cx="17343" cy="17343"/>
            </a:xfrm>
            <a:prstGeom prst="ellipse">
              <a:avLst/>
            </a:prstGeom>
            <a:solidFill>
              <a:srgbClr val="3072D5">
                <a:alpha val="7241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8" name="b.after-fake/point 025"/>
            <p:cNvSpPr/>
            <p:nvPr/>
          </p:nvSpPr>
          <p:spPr>
            <a:xfrm>
              <a:off x="12452709" y="8363360"/>
              <a:ext cx="26119" cy="26119"/>
            </a:xfrm>
            <a:prstGeom prst="ellipse">
              <a:avLst/>
            </a:prstGeom>
            <a:solidFill>
              <a:srgbClr val="3072D5">
                <a:alpha val="6778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9" name="b.after-fake/point 026"/>
            <p:cNvSpPr/>
            <p:nvPr/>
          </p:nvSpPr>
          <p:spPr>
            <a:xfrm>
              <a:off x="12514900" y="8332907"/>
              <a:ext cx="19872" cy="19872"/>
            </a:xfrm>
            <a:prstGeom prst="ellipse">
              <a:avLst/>
            </a:prstGeom>
            <a:solidFill>
              <a:srgbClr val="3072D5">
                <a:alpha val="6339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0" name="b.after-fake/point 027"/>
            <p:cNvSpPr/>
            <p:nvPr/>
          </p:nvSpPr>
          <p:spPr>
            <a:xfrm>
              <a:off x="12552659" y="8301447"/>
              <a:ext cx="24866" cy="24866"/>
            </a:xfrm>
            <a:prstGeom prst="ellipse">
              <a:avLst/>
            </a:prstGeom>
            <a:solidFill>
              <a:srgbClr val="3072D5">
                <a:alpha val="8378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1" name="b.after-fake/point 028"/>
            <p:cNvSpPr/>
            <p:nvPr/>
          </p:nvSpPr>
          <p:spPr>
            <a:xfrm>
              <a:off x="12544910" y="8390314"/>
              <a:ext cx="20306" cy="20306"/>
            </a:xfrm>
            <a:prstGeom prst="ellipse">
              <a:avLst/>
            </a:prstGeom>
            <a:solidFill>
              <a:srgbClr val="3072D5">
                <a:alpha val="71056"/>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2" name="b.after-fake/point 029"/>
            <p:cNvSpPr/>
            <p:nvPr/>
          </p:nvSpPr>
          <p:spPr>
            <a:xfrm>
              <a:off x="12817982" y="8227597"/>
              <a:ext cx="17214" cy="17214"/>
            </a:xfrm>
            <a:prstGeom prst="ellipse">
              <a:avLst/>
            </a:prstGeom>
            <a:solidFill>
              <a:srgbClr val="3072D5">
                <a:alpha val="7909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3" name="b.after-fake/point 030"/>
            <p:cNvSpPr/>
            <p:nvPr/>
          </p:nvSpPr>
          <p:spPr>
            <a:xfrm>
              <a:off x="12615045" y="8251673"/>
              <a:ext cx="29947" cy="29947"/>
            </a:xfrm>
            <a:prstGeom prst="ellipse">
              <a:avLst/>
            </a:prstGeom>
            <a:solidFill>
              <a:srgbClr val="3072D5">
                <a:alpha val="5395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4" name="b.after-fake/point 031"/>
            <p:cNvSpPr/>
            <p:nvPr/>
          </p:nvSpPr>
          <p:spPr>
            <a:xfrm>
              <a:off x="12553358" y="8276379"/>
              <a:ext cx="17706" cy="17706"/>
            </a:xfrm>
            <a:prstGeom prst="ellipse">
              <a:avLst/>
            </a:prstGeom>
            <a:solidFill>
              <a:srgbClr val="3072D5">
                <a:alpha val="8222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5" name="b.after-fake/point 032"/>
            <p:cNvSpPr/>
            <p:nvPr/>
          </p:nvSpPr>
          <p:spPr>
            <a:xfrm>
              <a:off x="12682005" y="8453221"/>
              <a:ext cx="20158" cy="20158"/>
            </a:xfrm>
            <a:prstGeom prst="ellipse">
              <a:avLst/>
            </a:prstGeom>
            <a:solidFill>
              <a:srgbClr val="3072D5">
                <a:alpha val="6782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6" name="b.after-fake/point 033"/>
            <p:cNvSpPr/>
            <p:nvPr/>
          </p:nvSpPr>
          <p:spPr>
            <a:xfrm>
              <a:off x="12679588" y="8352321"/>
              <a:ext cx="28534" cy="28534"/>
            </a:xfrm>
            <a:prstGeom prst="ellipse">
              <a:avLst/>
            </a:prstGeom>
            <a:solidFill>
              <a:srgbClr val="3072D5">
                <a:alpha val="8547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7" name="b.after-fake/point 034"/>
            <p:cNvSpPr/>
            <p:nvPr/>
          </p:nvSpPr>
          <p:spPr>
            <a:xfrm>
              <a:off x="12618711" y="8305218"/>
              <a:ext cx="23537" cy="23537"/>
            </a:xfrm>
            <a:prstGeom prst="ellipse">
              <a:avLst/>
            </a:prstGeom>
            <a:solidFill>
              <a:srgbClr val="3072D5">
                <a:alpha val="61091"/>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8" name="b.after-fake/point 035"/>
            <p:cNvSpPr/>
            <p:nvPr/>
          </p:nvSpPr>
          <p:spPr>
            <a:xfrm>
              <a:off x="12772180" y="8521442"/>
              <a:ext cx="26813" cy="26813"/>
            </a:xfrm>
            <a:prstGeom prst="ellipse">
              <a:avLst/>
            </a:prstGeom>
            <a:solidFill>
              <a:srgbClr val="3072D5">
                <a:alpha val="8010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9" name="b.after-fake/point 036"/>
            <p:cNvSpPr/>
            <p:nvPr/>
          </p:nvSpPr>
          <p:spPr>
            <a:xfrm>
              <a:off x="12554216" y="8488538"/>
              <a:ext cx="22988" cy="22988"/>
            </a:xfrm>
            <a:prstGeom prst="ellipse">
              <a:avLst/>
            </a:prstGeom>
            <a:solidFill>
              <a:srgbClr val="3072D5">
                <a:alpha val="7437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0" name="b.after-fake/point 037"/>
            <p:cNvSpPr/>
            <p:nvPr/>
          </p:nvSpPr>
          <p:spPr>
            <a:xfrm>
              <a:off x="12818188" y="8331048"/>
              <a:ext cx="29063" cy="29063"/>
            </a:xfrm>
            <a:prstGeom prst="ellipse">
              <a:avLst/>
            </a:prstGeom>
            <a:solidFill>
              <a:srgbClr val="3072D5">
                <a:alpha val="5199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1" name="b.after-fake/point 038"/>
            <p:cNvSpPr/>
            <p:nvPr/>
          </p:nvSpPr>
          <p:spPr>
            <a:xfrm>
              <a:off x="12522102" y="8400162"/>
              <a:ext cx="19381" cy="19381"/>
            </a:xfrm>
            <a:prstGeom prst="ellipse">
              <a:avLst/>
            </a:prstGeom>
            <a:solidFill>
              <a:srgbClr val="3072D5">
                <a:alpha val="8297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2" name="b.after-fake/point 039"/>
            <p:cNvSpPr/>
            <p:nvPr/>
          </p:nvSpPr>
          <p:spPr>
            <a:xfrm>
              <a:off x="12468252" y="8273498"/>
              <a:ext cx="30368" cy="30368"/>
            </a:xfrm>
            <a:prstGeom prst="ellipse">
              <a:avLst/>
            </a:prstGeom>
            <a:solidFill>
              <a:srgbClr val="3072D5">
                <a:alpha val="55503"/>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3" name="b.after-fake/point 040"/>
            <p:cNvSpPr/>
            <p:nvPr/>
          </p:nvSpPr>
          <p:spPr>
            <a:xfrm>
              <a:off x="12603013" y="8345529"/>
              <a:ext cx="27923" cy="27923"/>
            </a:xfrm>
            <a:prstGeom prst="ellipse">
              <a:avLst/>
            </a:prstGeom>
            <a:solidFill>
              <a:srgbClr val="3072D5">
                <a:alpha val="6479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4" name="b.after-fake/point 041"/>
            <p:cNvSpPr/>
            <p:nvPr/>
          </p:nvSpPr>
          <p:spPr>
            <a:xfrm>
              <a:off x="12622586" y="8381401"/>
              <a:ext cx="20174" cy="20174"/>
            </a:xfrm>
            <a:prstGeom prst="ellipse">
              <a:avLst/>
            </a:prstGeom>
            <a:solidFill>
              <a:srgbClr val="3072D5">
                <a:alpha val="50269"/>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5" name="b.after-fake/point 042"/>
            <p:cNvSpPr/>
            <p:nvPr/>
          </p:nvSpPr>
          <p:spPr>
            <a:xfrm>
              <a:off x="12648216" y="8422027"/>
              <a:ext cx="31183" cy="31183"/>
            </a:xfrm>
            <a:prstGeom prst="ellipse">
              <a:avLst/>
            </a:prstGeom>
            <a:solidFill>
              <a:srgbClr val="3072D5">
                <a:alpha val="7859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6" name="b.after-fake/point 043"/>
            <p:cNvSpPr/>
            <p:nvPr/>
          </p:nvSpPr>
          <p:spPr>
            <a:xfrm>
              <a:off x="12524366" y="8382452"/>
              <a:ext cx="31388" cy="31388"/>
            </a:xfrm>
            <a:prstGeom prst="ellipse">
              <a:avLst/>
            </a:prstGeom>
            <a:solidFill>
              <a:srgbClr val="3072D5">
                <a:alpha val="83894"/>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7" name="b.after-fake/point 044"/>
            <p:cNvSpPr/>
            <p:nvPr/>
          </p:nvSpPr>
          <p:spPr>
            <a:xfrm>
              <a:off x="12652032" y="8289277"/>
              <a:ext cx="22721" cy="22721"/>
            </a:xfrm>
            <a:prstGeom prst="ellipse">
              <a:avLst/>
            </a:prstGeom>
            <a:solidFill>
              <a:srgbClr val="3072D5">
                <a:alpha val="57012"/>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8" name="b.after-fake/point 045"/>
            <p:cNvSpPr/>
            <p:nvPr/>
          </p:nvSpPr>
          <p:spPr>
            <a:xfrm>
              <a:off x="12396188" y="8468051"/>
              <a:ext cx="24980" cy="24980"/>
            </a:xfrm>
            <a:prstGeom prst="ellipse">
              <a:avLst/>
            </a:prstGeom>
            <a:solidFill>
              <a:srgbClr val="3072D5">
                <a:alpha val="65668"/>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9" name="b.after-fake/point 046"/>
            <p:cNvSpPr/>
            <p:nvPr/>
          </p:nvSpPr>
          <p:spPr>
            <a:xfrm>
              <a:off x="12564843" y="8455121"/>
              <a:ext cx="18185" cy="18185"/>
            </a:xfrm>
            <a:prstGeom prst="ellipse">
              <a:avLst/>
            </a:prstGeom>
            <a:solidFill>
              <a:srgbClr val="3072D5">
                <a:alpha val="77587"/>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0" name="b.after-fake/point 047"/>
            <p:cNvSpPr/>
            <p:nvPr/>
          </p:nvSpPr>
          <p:spPr>
            <a:xfrm>
              <a:off x="12520354" y="8356063"/>
              <a:ext cx="19447" cy="19447"/>
            </a:xfrm>
            <a:prstGeom prst="ellipse">
              <a:avLst/>
            </a:prstGeom>
            <a:solidFill>
              <a:srgbClr val="3072D5">
                <a:alpha val="67475"/>
              </a:srgbClr>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821" name="b.before-boundary"/>
          <p:cNvGrpSpPr/>
          <p:nvPr/>
        </p:nvGrpSpPr>
        <p:grpSpPr>
          <a:xfrm>
            <a:off x="7962900" y="7785100"/>
            <a:ext cx="1257300" cy="38100"/>
            <a:chOff x="7962900" y="7785100"/>
            <a:chExt cx="1257300" cy="38100"/>
          </a:xfrm>
        </p:grpSpPr>
        <p:sp>
          <p:nvSpPr>
            <p:cNvPr id="822" name="b.before-boundary/line"/>
            <p:cNvSpPr/>
            <p:nvPr/>
          </p:nvSpPr>
          <p:spPr>
            <a:xfrm>
              <a:off x="7962900" y="7785100"/>
              <a:ext cx="1257300" cy="38100"/>
            </a:xfrm>
            <a:custGeom>
              <a:avLst/>
              <a:gdLst/>
              <a:ahLst/>
              <a:cxnLst/>
              <a:rect l="0" t="0" r="r" b="b"/>
              <a:pathLst>
                <a:path w="99000" h="3000">
                  <a:moveTo>
                    <a:pt x="0" y="3000"/>
                  </a:moveTo>
                  <a:lnTo>
                    <a:pt x="99000" y="0"/>
                  </a:lnTo>
                </a:path>
              </a:pathLst>
            </a:custGeom>
            <a:noFill/>
            <a:ln w="21590">
              <a:solidFill>
                <a:srgbClr val="0E2841"/>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823" name="b.after-boundary"/>
          <p:cNvGrpSpPr/>
          <p:nvPr/>
        </p:nvGrpSpPr>
        <p:grpSpPr>
          <a:xfrm>
            <a:off x="11658600" y="7772400"/>
            <a:ext cx="1231900" cy="876300"/>
            <a:chOff x="11658600" y="7772400"/>
            <a:chExt cx="1231900" cy="876300"/>
          </a:xfrm>
        </p:grpSpPr>
        <p:sp>
          <p:nvSpPr>
            <p:cNvPr id="824" name="b.after-boundary/line"/>
            <p:cNvSpPr/>
            <p:nvPr/>
          </p:nvSpPr>
          <p:spPr>
            <a:xfrm>
              <a:off x="11658600" y="7772400"/>
              <a:ext cx="1231900" cy="876300"/>
            </a:xfrm>
            <a:custGeom>
              <a:avLst/>
              <a:gdLst/>
              <a:ahLst/>
              <a:cxnLst/>
              <a:rect l="0" t="0" r="r" b="b"/>
              <a:pathLst>
                <a:path w="97000" h="69000">
                  <a:moveTo>
                    <a:pt x="0" y="69000"/>
                  </a:moveTo>
                  <a:lnTo>
                    <a:pt x="97000" y="0"/>
                  </a:lnTo>
                </a:path>
              </a:pathLst>
            </a:custGeom>
            <a:noFill/>
            <a:ln w="21590">
              <a:solidFill>
                <a:srgbClr val="0E2841"/>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825" name="b.change"/>
          <p:cNvGrpSpPr/>
          <p:nvPr/>
        </p:nvGrpSpPr>
        <p:grpSpPr>
          <a:xfrm>
            <a:off x="9728200" y="7772400"/>
            <a:ext cx="1587500" cy="876300"/>
            <a:chOff x="9728200" y="7772400"/>
            <a:chExt cx="1587500" cy="876300"/>
          </a:xfrm>
        </p:grpSpPr>
        <p:sp>
          <p:nvSpPr>
            <p:cNvPr id="826" name="b.change/title"/>
            <p:cNvSpPr txBox="1"/>
            <p:nvPr/>
          </p:nvSpPr>
          <p:spPr>
            <a:xfrm>
              <a:off x="9804400" y="7772400"/>
              <a:ext cx="1422400" cy="342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650" b="0" i="0">
                  <a:solidFill>
                    <a:srgbClr val="0E2841"/>
                  </a:solidFill>
                  <a:latin typeface="Comic Sans MS"/>
                  <a:ea typeface="Comic Sans MS"/>
                  <a:cs typeface="Comic Sans MS"/>
                </a:rPr>
                <a:t>Update </a:t>
              </a:r>
              <a:r>
                <a:rPr sz="1650" b="0" i="0">
                  <a:solidFill>
                    <a:srgbClr val="0E2841"/>
                  </a:solidFill>
                  <a:latin typeface="Comic Sans MS"/>
                  <a:ea typeface="Comic Sans MS"/>
                  <a:cs typeface="Comic Sans MS"/>
                </a:rPr>
                <a:t>ω</a:t>
              </a:r>
            </a:p>
          </p:txBody>
        </p:sp>
        <p:sp>
          <p:nvSpPr>
            <p:cNvPr id="827" name="b.change/arrow"/>
            <p:cNvSpPr/>
            <p:nvPr/>
          </p:nvSpPr>
          <p:spPr>
            <a:xfrm>
              <a:off x="9880600" y="8242300"/>
              <a:ext cx="1206500" cy="127"/>
            </a:xfrm>
            <a:custGeom>
              <a:avLst/>
              <a:gdLst/>
              <a:ahLst/>
              <a:cxnLst/>
              <a:rect l="0" t="0" r="r" b="b"/>
              <a:pathLst>
                <a:path w="95000" h="10">
                  <a:moveTo>
                    <a:pt x="0" y="0"/>
                  </a:moveTo>
                  <a:lnTo>
                    <a:pt x="95000" y="0"/>
                  </a:lnTo>
                </a:path>
              </a:pathLst>
            </a:custGeom>
            <a:noFill/>
            <a:ln w="21590">
              <a:solidFill>
                <a:srgbClr val="0E284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8" name="b.change/arrow head"/>
            <p:cNvSpPr/>
            <p:nvPr/>
          </p:nvSpPr>
          <p:spPr>
            <a:xfrm>
              <a:off x="11010900" y="8208009"/>
              <a:ext cx="76200" cy="68580"/>
            </a:xfrm>
            <a:custGeom>
              <a:avLst/>
              <a:gdLst/>
              <a:ahLst/>
              <a:cxnLst/>
              <a:rect l="0" t="0" r="r" b="b"/>
              <a:pathLst>
                <a:path w="6000" h="5400">
                  <a:moveTo>
                    <a:pt x="6000" y="2700"/>
                  </a:moveTo>
                  <a:lnTo>
                    <a:pt x="0" y="0"/>
                  </a:lnTo>
                  <a:lnTo>
                    <a:pt x="0" y="5400"/>
                  </a:lnTo>
                  <a:close/>
                </a:path>
              </a:pathLst>
            </a:custGeom>
            <a:solidFill>
              <a:srgbClr val="0E28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9" name="b.change/action"/>
            <p:cNvSpPr txBox="1"/>
            <p:nvPr/>
          </p:nvSpPr>
          <p:spPr>
            <a:xfrm>
              <a:off x="9728200" y="8305800"/>
              <a:ext cx="1587500" cy="3429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520" b="0" i="0">
                  <a:solidFill>
                    <a:srgbClr val="0E2841"/>
                  </a:solidFill>
                  <a:latin typeface="Comic Sans MS"/>
                  <a:ea typeface="Comic Sans MS"/>
                  <a:cs typeface="Comic Sans MS"/>
                </a:rPr>
                <a:t>Fit boundary</a:t>
              </a:r>
            </a:p>
          </p:txBody>
        </p:sp>
      </p:grpSp>
      <p:grpSp>
        <p:nvGrpSpPr>
          <p:cNvPr id="830" name="b.caption"/>
          <p:cNvGrpSpPr/>
          <p:nvPr/>
        </p:nvGrpSpPr>
        <p:grpSpPr>
          <a:xfrm>
            <a:off x="7188200" y="8928100"/>
            <a:ext cx="6477000" cy="393700"/>
            <a:chOff x="7188200" y="8928100"/>
            <a:chExt cx="6477000" cy="393700"/>
          </a:xfrm>
        </p:grpSpPr>
        <p:sp>
          <p:nvSpPr>
            <p:cNvPr id="831" name="b.caption/title"/>
            <p:cNvSpPr txBox="1"/>
            <p:nvPr/>
          </p:nvSpPr>
          <p:spPr>
            <a:xfrm>
              <a:off x="7188200" y="8928100"/>
              <a:ext cx="6477000" cy="3937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2050" b="1" i="0">
                  <a:solidFill>
                    <a:srgbClr val="000000"/>
                  </a:solidFill>
                  <a:latin typeface="Comic Sans MS"/>
                  <a:ea typeface="Comic Sans MS"/>
                  <a:cs typeface="Comic Sans MS"/>
                </a:rPr>
                <a:t>(b) Discriminator-step Training</a:t>
              </a:r>
            </a:p>
          </p:txBody>
        </p:sp>
      </p:grpSp>
      <p:grpSp>
        <p:nvGrpSpPr>
          <p:cNvPr id="832" name="legend.real"/>
          <p:cNvGrpSpPr/>
          <p:nvPr/>
        </p:nvGrpSpPr>
        <p:grpSpPr>
          <a:xfrm>
            <a:off x="2355850" y="9474200"/>
            <a:ext cx="1149350" cy="279400"/>
            <a:chOff x="2355850" y="9474200"/>
            <a:chExt cx="1149350" cy="279400"/>
          </a:xfrm>
        </p:grpSpPr>
        <p:sp>
          <p:nvSpPr>
            <p:cNvPr id="833" name="legend.real/dot"/>
            <p:cNvSpPr/>
            <p:nvPr/>
          </p:nvSpPr>
          <p:spPr>
            <a:xfrm>
              <a:off x="2355850" y="9556750"/>
              <a:ext cx="114300" cy="114300"/>
            </a:xfrm>
            <a:prstGeom prst="ellipse">
              <a:avLst/>
            </a:prstGeom>
            <a:solidFill>
              <a:srgbClr val="D747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4" name="legend.real/text"/>
            <p:cNvSpPr txBox="1"/>
            <p:nvPr/>
          </p:nvSpPr>
          <p:spPr>
            <a:xfrm>
              <a:off x="2565400" y="9474200"/>
              <a:ext cx="939800" cy="279400"/>
            </a:xfrm>
            <a:prstGeom prst="rect">
              <a:avLst/>
            </a:prstGeom>
            <a:noFill/>
          </p:spPr>
          <p:txBody>
            <a:bodyPr wrap="none" lIns="0" rIns="0" tIns="0" bIns="0" anchor="ctr">
              <a:spAutoFit/>
            </a:bodyPr>
            <a:lstStyle/>
            <a:p>
              <a:pPr algn="l">
                <a:spcBef>
                  <a:spcPts val="0"/>
                </a:spcBef>
                <a:spcAft>
                  <a:spcPts val="0"/>
                </a:spcAft>
                <a:defRPr>
                  <a:latin typeface="Comic Sans MS"/>
                </a:defRPr>
              </a:pPr>
              <a:r>
                <a:rPr sz="1350" b="0" i="0">
                  <a:solidFill>
                    <a:srgbClr val="0E2841"/>
                  </a:solidFill>
                  <a:latin typeface="Comic Sans MS"/>
                  <a:ea typeface="Comic Sans MS"/>
                  <a:cs typeface="Comic Sans MS"/>
                </a:rPr>
                <a:t>Real</a:t>
              </a:r>
            </a:p>
          </p:txBody>
        </p:sp>
      </p:grpSp>
      <p:grpSp>
        <p:nvGrpSpPr>
          <p:cNvPr id="835" name="legend.fake"/>
          <p:cNvGrpSpPr/>
          <p:nvPr/>
        </p:nvGrpSpPr>
        <p:grpSpPr>
          <a:xfrm>
            <a:off x="3486150" y="9474200"/>
            <a:ext cx="1022350" cy="279400"/>
            <a:chOff x="3486150" y="9474200"/>
            <a:chExt cx="1022350" cy="279400"/>
          </a:xfrm>
        </p:grpSpPr>
        <p:sp>
          <p:nvSpPr>
            <p:cNvPr id="836" name="legend.fake/dot"/>
            <p:cNvSpPr/>
            <p:nvPr/>
          </p:nvSpPr>
          <p:spPr>
            <a:xfrm>
              <a:off x="3486150" y="9556750"/>
              <a:ext cx="114300" cy="114300"/>
            </a:xfrm>
            <a:prstGeom prst="ellipse">
              <a:avLst/>
            </a:prstGeom>
            <a:solidFill>
              <a:srgbClr val="3072D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7" name="legend.fake/text"/>
            <p:cNvSpPr txBox="1"/>
            <p:nvPr/>
          </p:nvSpPr>
          <p:spPr>
            <a:xfrm>
              <a:off x="3695700" y="9474200"/>
              <a:ext cx="812800" cy="279400"/>
            </a:xfrm>
            <a:prstGeom prst="rect">
              <a:avLst/>
            </a:prstGeom>
            <a:noFill/>
          </p:spPr>
          <p:txBody>
            <a:bodyPr wrap="none" lIns="0" rIns="0" tIns="0" bIns="0" anchor="ctr">
              <a:spAutoFit/>
            </a:bodyPr>
            <a:lstStyle/>
            <a:p>
              <a:pPr algn="l">
                <a:spcBef>
                  <a:spcPts val="0"/>
                </a:spcBef>
                <a:spcAft>
                  <a:spcPts val="0"/>
                </a:spcAft>
                <a:defRPr>
                  <a:latin typeface="Comic Sans MS"/>
                </a:defRPr>
              </a:pPr>
              <a:r>
                <a:rPr sz="1350" b="0" i="0">
                  <a:solidFill>
                    <a:srgbClr val="0E2841"/>
                  </a:solidFill>
                  <a:latin typeface="Comic Sans MS"/>
                  <a:ea typeface="Comic Sans MS"/>
                  <a:cs typeface="Comic Sans MS"/>
                </a:rPr>
                <a:t>Fake</a:t>
              </a:r>
            </a:p>
          </p:txBody>
        </p:sp>
      </p:grpSp>
      <p:grpSp>
        <p:nvGrpSpPr>
          <p:cNvPr id="838" name="legend.frozen"/>
          <p:cNvGrpSpPr/>
          <p:nvPr/>
        </p:nvGrpSpPr>
        <p:grpSpPr>
          <a:xfrm>
            <a:off x="4654550" y="9474200"/>
            <a:ext cx="1593850" cy="279400"/>
            <a:chOff x="4654550" y="9474200"/>
            <a:chExt cx="1593850" cy="279400"/>
          </a:xfrm>
        </p:grpSpPr>
        <p:sp>
          <p:nvSpPr>
            <p:cNvPr id="839" name="legend.frozen/icon/white outline"/>
            <p:cNvSpPr/>
            <p:nvPr/>
          </p:nvSpPr>
          <p:spPr>
            <a:xfrm>
              <a:off x="4654550" y="9531411"/>
              <a:ext cx="190500" cy="164977"/>
            </a:xfrm>
            <a:custGeom>
              <a:avLst/>
              <a:gdLst/>
              <a:ahLst/>
              <a:cxnLst/>
              <a:rect l="0" t="0" r="r" b="b"/>
              <a:pathLst>
                <a:path w="15000" h="12990">
                  <a:moveTo>
                    <a:pt x="7500" y="6495"/>
                  </a:moveTo>
                  <a:lnTo>
                    <a:pt x="15000" y="6495"/>
                  </a:lnTo>
                  <a:moveTo>
                    <a:pt x="11475" y="6495"/>
                  </a:moveTo>
                  <a:lnTo>
                    <a:pt x="9750" y="4770"/>
                  </a:lnTo>
                  <a:moveTo>
                    <a:pt x="11475" y="6495"/>
                  </a:moveTo>
                  <a:lnTo>
                    <a:pt x="9750" y="8220"/>
                  </a:lnTo>
                  <a:moveTo>
                    <a:pt x="13200" y="6495"/>
                  </a:moveTo>
                  <a:lnTo>
                    <a:pt x="11475" y="4770"/>
                  </a:lnTo>
                  <a:moveTo>
                    <a:pt x="13200" y="6495"/>
                  </a:moveTo>
                  <a:lnTo>
                    <a:pt x="11475" y="8220"/>
                  </a:lnTo>
                  <a:moveTo>
                    <a:pt x="7500" y="6495"/>
                  </a:moveTo>
                  <a:lnTo>
                    <a:pt x="11250" y="12990"/>
                  </a:lnTo>
                  <a:moveTo>
                    <a:pt x="9488" y="9938"/>
                  </a:moveTo>
                  <a:lnTo>
                    <a:pt x="10119" y="7581"/>
                  </a:lnTo>
                  <a:moveTo>
                    <a:pt x="9488" y="9938"/>
                  </a:moveTo>
                  <a:lnTo>
                    <a:pt x="7131" y="9306"/>
                  </a:lnTo>
                  <a:moveTo>
                    <a:pt x="10350" y="11432"/>
                  </a:moveTo>
                  <a:lnTo>
                    <a:pt x="10981" y="9075"/>
                  </a:lnTo>
                  <a:moveTo>
                    <a:pt x="10350" y="11432"/>
                  </a:moveTo>
                  <a:lnTo>
                    <a:pt x="7994" y="10800"/>
                  </a:lnTo>
                  <a:moveTo>
                    <a:pt x="7500" y="6495"/>
                  </a:moveTo>
                  <a:lnTo>
                    <a:pt x="3750" y="12990"/>
                  </a:lnTo>
                  <a:moveTo>
                    <a:pt x="5512" y="9938"/>
                  </a:moveTo>
                  <a:lnTo>
                    <a:pt x="7869" y="9306"/>
                  </a:lnTo>
                  <a:moveTo>
                    <a:pt x="5512" y="9938"/>
                  </a:moveTo>
                  <a:lnTo>
                    <a:pt x="4881" y="7581"/>
                  </a:lnTo>
                  <a:moveTo>
                    <a:pt x="4650" y="11432"/>
                  </a:moveTo>
                  <a:lnTo>
                    <a:pt x="7006" y="10800"/>
                  </a:lnTo>
                  <a:moveTo>
                    <a:pt x="4650" y="11432"/>
                  </a:moveTo>
                  <a:lnTo>
                    <a:pt x="4019" y="9075"/>
                  </a:lnTo>
                  <a:moveTo>
                    <a:pt x="7500" y="6495"/>
                  </a:moveTo>
                  <a:lnTo>
                    <a:pt x="0" y="6495"/>
                  </a:lnTo>
                  <a:moveTo>
                    <a:pt x="3525" y="6495"/>
                  </a:moveTo>
                  <a:lnTo>
                    <a:pt x="5250" y="8220"/>
                  </a:lnTo>
                  <a:moveTo>
                    <a:pt x="3525" y="6495"/>
                  </a:moveTo>
                  <a:lnTo>
                    <a:pt x="5250" y="4770"/>
                  </a:lnTo>
                  <a:moveTo>
                    <a:pt x="1800" y="6495"/>
                  </a:moveTo>
                  <a:lnTo>
                    <a:pt x="3525" y="8220"/>
                  </a:lnTo>
                  <a:moveTo>
                    <a:pt x="1800" y="6495"/>
                  </a:moveTo>
                  <a:lnTo>
                    <a:pt x="3525" y="4770"/>
                  </a:lnTo>
                  <a:moveTo>
                    <a:pt x="7500" y="6495"/>
                  </a:moveTo>
                  <a:lnTo>
                    <a:pt x="3750" y="0"/>
                  </a:lnTo>
                  <a:moveTo>
                    <a:pt x="5512" y="3053"/>
                  </a:moveTo>
                  <a:lnTo>
                    <a:pt x="4881" y="5409"/>
                  </a:lnTo>
                  <a:moveTo>
                    <a:pt x="5512" y="3053"/>
                  </a:moveTo>
                  <a:lnTo>
                    <a:pt x="7869" y="3684"/>
                  </a:lnTo>
                  <a:moveTo>
                    <a:pt x="4650" y="1559"/>
                  </a:moveTo>
                  <a:lnTo>
                    <a:pt x="4019" y="3915"/>
                  </a:lnTo>
                  <a:moveTo>
                    <a:pt x="4650" y="1559"/>
                  </a:moveTo>
                  <a:lnTo>
                    <a:pt x="7006" y="2190"/>
                  </a:lnTo>
                  <a:moveTo>
                    <a:pt x="7500" y="6495"/>
                  </a:moveTo>
                  <a:lnTo>
                    <a:pt x="11250" y="0"/>
                  </a:lnTo>
                  <a:moveTo>
                    <a:pt x="9488" y="3053"/>
                  </a:moveTo>
                  <a:lnTo>
                    <a:pt x="7131" y="3684"/>
                  </a:lnTo>
                  <a:moveTo>
                    <a:pt x="9488" y="3053"/>
                  </a:moveTo>
                  <a:lnTo>
                    <a:pt x="10119" y="5409"/>
                  </a:lnTo>
                  <a:moveTo>
                    <a:pt x="10350" y="1559"/>
                  </a:moveTo>
                  <a:lnTo>
                    <a:pt x="7994" y="2190"/>
                  </a:lnTo>
                  <a:moveTo>
                    <a:pt x="10350" y="1559"/>
                  </a:moveTo>
                  <a:lnTo>
                    <a:pt x="10981" y="3915"/>
                  </a:lnTo>
                </a:path>
              </a:pathLst>
            </a:custGeom>
            <a:noFill/>
            <a:ln w="317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0" name="legend.frozen/icon/blue crystal"/>
            <p:cNvSpPr/>
            <p:nvPr/>
          </p:nvSpPr>
          <p:spPr>
            <a:xfrm>
              <a:off x="4654550" y="9531411"/>
              <a:ext cx="190500" cy="164977"/>
            </a:xfrm>
            <a:custGeom>
              <a:avLst/>
              <a:gdLst/>
              <a:ahLst/>
              <a:cxnLst/>
              <a:rect l="0" t="0" r="r" b="b"/>
              <a:pathLst>
                <a:path w="15000" h="12990">
                  <a:moveTo>
                    <a:pt x="7500" y="6495"/>
                  </a:moveTo>
                  <a:lnTo>
                    <a:pt x="15000" y="6495"/>
                  </a:lnTo>
                  <a:moveTo>
                    <a:pt x="11475" y="6495"/>
                  </a:moveTo>
                  <a:lnTo>
                    <a:pt x="9750" y="4770"/>
                  </a:lnTo>
                  <a:moveTo>
                    <a:pt x="11475" y="6495"/>
                  </a:moveTo>
                  <a:lnTo>
                    <a:pt x="9750" y="8220"/>
                  </a:lnTo>
                  <a:moveTo>
                    <a:pt x="13200" y="6495"/>
                  </a:moveTo>
                  <a:lnTo>
                    <a:pt x="11475" y="4770"/>
                  </a:lnTo>
                  <a:moveTo>
                    <a:pt x="13200" y="6495"/>
                  </a:moveTo>
                  <a:lnTo>
                    <a:pt x="11475" y="8220"/>
                  </a:lnTo>
                  <a:moveTo>
                    <a:pt x="7500" y="6495"/>
                  </a:moveTo>
                  <a:lnTo>
                    <a:pt x="11250" y="12990"/>
                  </a:lnTo>
                  <a:moveTo>
                    <a:pt x="9488" y="9938"/>
                  </a:moveTo>
                  <a:lnTo>
                    <a:pt x="10119" y="7581"/>
                  </a:lnTo>
                  <a:moveTo>
                    <a:pt x="9488" y="9938"/>
                  </a:moveTo>
                  <a:lnTo>
                    <a:pt x="7131" y="9306"/>
                  </a:lnTo>
                  <a:moveTo>
                    <a:pt x="10350" y="11432"/>
                  </a:moveTo>
                  <a:lnTo>
                    <a:pt x="10981" y="9075"/>
                  </a:lnTo>
                  <a:moveTo>
                    <a:pt x="10350" y="11432"/>
                  </a:moveTo>
                  <a:lnTo>
                    <a:pt x="7994" y="10800"/>
                  </a:lnTo>
                  <a:moveTo>
                    <a:pt x="7500" y="6495"/>
                  </a:moveTo>
                  <a:lnTo>
                    <a:pt x="3750" y="12990"/>
                  </a:lnTo>
                  <a:moveTo>
                    <a:pt x="5512" y="9938"/>
                  </a:moveTo>
                  <a:lnTo>
                    <a:pt x="7869" y="9306"/>
                  </a:lnTo>
                  <a:moveTo>
                    <a:pt x="5512" y="9938"/>
                  </a:moveTo>
                  <a:lnTo>
                    <a:pt x="4881" y="7581"/>
                  </a:lnTo>
                  <a:moveTo>
                    <a:pt x="4650" y="11432"/>
                  </a:moveTo>
                  <a:lnTo>
                    <a:pt x="7006" y="10800"/>
                  </a:lnTo>
                  <a:moveTo>
                    <a:pt x="4650" y="11432"/>
                  </a:moveTo>
                  <a:lnTo>
                    <a:pt x="4019" y="9075"/>
                  </a:lnTo>
                  <a:moveTo>
                    <a:pt x="7500" y="6495"/>
                  </a:moveTo>
                  <a:lnTo>
                    <a:pt x="0" y="6495"/>
                  </a:lnTo>
                  <a:moveTo>
                    <a:pt x="3525" y="6495"/>
                  </a:moveTo>
                  <a:lnTo>
                    <a:pt x="5250" y="8220"/>
                  </a:lnTo>
                  <a:moveTo>
                    <a:pt x="3525" y="6495"/>
                  </a:moveTo>
                  <a:lnTo>
                    <a:pt x="5250" y="4770"/>
                  </a:lnTo>
                  <a:moveTo>
                    <a:pt x="1800" y="6495"/>
                  </a:moveTo>
                  <a:lnTo>
                    <a:pt x="3525" y="8220"/>
                  </a:lnTo>
                  <a:moveTo>
                    <a:pt x="1800" y="6495"/>
                  </a:moveTo>
                  <a:lnTo>
                    <a:pt x="3525" y="4770"/>
                  </a:lnTo>
                  <a:moveTo>
                    <a:pt x="7500" y="6495"/>
                  </a:moveTo>
                  <a:lnTo>
                    <a:pt x="3750" y="0"/>
                  </a:lnTo>
                  <a:moveTo>
                    <a:pt x="5512" y="3053"/>
                  </a:moveTo>
                  <a:lnTo>
                    <a:pt x="4881" y="5409"/>
                  </a:lnTo>
                  <a:moveTo>
                    <a:pt x="5512" y="3053"/>
                  </a:moveTo>
                  <a:lnTo>
                    <a:pt x="7869" y="3684"/>
                  </a:lnTo>
                  <a:moveTo>
                    <a:pt x="4650" y="1559"/>
                  </a:moveTo>
                  <a:lnTo>
                    <a:pt x="4019" y="3915"/>
                  </a:lnTo>
                  <a:moveTo>
                    <a:pt x="4650" y="1559"/>
                  </a:moveTo>
                  <a:lnTo>
                    <a:pt x="7006" y="2190"/>
                  </a:lnTo>
                  <a:moveTo>
                    <a:pt x="7500" y="6495"/>
                  </a:moveTo>
                  <a:lnTo>
                    <a:pt x="11250" y="0"/>
                  </a:lnTo>
                  <a:moveTo>
                    <a:pt x="9488" y="3053"/>
                  </a:moveTo>
                  <a:lnTo>
                    <a:pt x="7131" y="3684"/>
                  </a:lnTo>
                  <a:moveTo>
                    <a:pt x="9488" y="3053"/>
                  </a:moveTo>
                  <a:lnTo>
                    <a:pt x="10119" y="5409"/>
                  </a:lnTo>
                  <a:moveTo>
                    <a:pt x="10350" y="1559"/>
                  </a:moveTo>
                  <a:lnTo>
                    <a:pt x="7994" y="2190"/>
                  </a:lnTo>
                  <a:moveTo>
                    <a:pt x="10350" y="1559"/>
                  </a:moveTo>
                  <a:lnTo>
                    <a:pt x="10981" y="3915"/>
                  </a:lnTo>
                </a:path>
              </a:pathLst>
            </a:custGeom>
            <a:noFill/>
            <a:ln w="12700">
              <a:solidFill>
                <a:srgbClr val="83B8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1" name="legend.frozen/text"/>
            <p:cNvSpPr txBox="1"/>
            <p:nvPr/>
          </p:nvSpPr>
          <p:spPr>
            <a:xfrm>
              <a:off x="4927600" y="9474200"/>
              <a:ext cx="1320800" cy="279400"/>
            </a:xfrm>
            <a:prstGeom prst="rect">
              <a:avLst/>
            </a:prstGeom>
            <a:noFill/>
          </p:spPr>
          <p:txBody>
            <a:bodyPr wrap="none" lIns="0" rIns="0" tIns="0" bIns="0" anchor="ctr">
              <a:spAutoFit/>
            </a:bodyPr>
            <a:lstStyle/>
            <a:p>
              <a:pPr algn="l">
                <a:spcBef>
                  <a:spcPts val="0"/>
                </a:spcBef>
                <a:spcAft>
                  <a:spcPts val="0"/>
                </a:spcAft>
                <a:defRPr>
                  <a:latin typeface="Comic Sans MS"/>
                </a:defRPr>
              </a:pPr>
              <a:r>
                <a:rPr sz="1350" b="0" i="0">
                  <a:solidFill>
                    <a:srgbClr val="0E2841"/>
                  </a:solidFill>
                  <a:latin typeface="Comic Sans MS"/>
                  <a:ea typeface="Comic Sans MS"/>
                  <a:cs typeface="Comic Sans MS"/>
                </a:rPr>
                <a:t>Frozen / fixed</a:t>
              </a:r>
            </a:p>
          </p:txBody>
        </p:sp>
      </p:grpSp>
      <p:grpSp>
        <p:nvGrpSpPr>
          <p:cNvPr id="842" name="legend.train"/>
          <p:cNvGrpSpPr/>
          <p:nvPr/>
        </p:nvGrpSpPr>
        <p:grpSpPr>
          <a:xfrm>
            <a:off x="6591808" y="9474200"/>
            <a:ext cx="1421892" cy="279400"/>
            <a:chOff x="6591808" y="9474200"/>
            <a:chExt cx="1421892" cy="279400"/>
          </a:xfrm>
        </p:grpSpPr>
        <p:sp>
          <p:nvSpPr>
            <p:cNvPr id="843" name="legend.train/icon/red"/>
            <p:cNvSpPr/>
            <p:nvPr/>
          </p:nvSpPr>
          <p:spPr>
            <a:xfrm>
              <a:off x="6591808" y="9503410"/>
              <a:ext cx="198882" cy="206248"/>
            </a:xfrm>
            <a:custGeom>
              <a:avLst/>
              <a:gdLst/>
              <a:ahLst/>
              <a:cxnLst/>
              <a:rect l="0" t="0" r="r" b="b"/>
              <a:pathLst>
                <a:path w="15660" h="16240">
                  <a:moveTo>
                    <a:pt x="6960" y="15660"/>
                  </a:moveTo>
                  <a:cubicBezTo>
                    <a:pt x="0" y="13340"/>
                    <a:pt x="2320" y="7540"/>
                    <a:pt x="4060" y="5800"/>
                  </a:cubicBezTo>
                  <a:cubicBezTo>
                    <a:pt x="3480" y="9280"/>
                    <a:pt x="6380" y="9860"/>
                    <a:pt x="5800" y="6380"/>
                  </a:cubicBezTo>
                  <a:cubicBezTo>
                    <a:pt x="4640" y="4060"/>
                    <a:pt x="8700" y="2900"/>
                    <a:pt x="6960" y="0"/>
                  </a:cubicBezTo>
                  <a:cubicBezTo>
                    <a:pt x="13340" y="2900"/>
                    <a:pt x="10440" y="6960"/>
                    <a:pt x="12180" y="5220"/>
                  </a:cubicBezTo>
                  <a:cubicBezTo>
                    <a:pt x="15660" y="9280"/>
                    <a:pt x="13920" y="14500"/>
                    <a:pt x="9860" y="15660"/>
                  </a:cubicBezTo>
                  <a:cubicBezTo>
                    <a:pt x="8700" y="16240"/>
                    <a:pt x="7540" y="16240"/>
                    <a:pt x="6960" y="15660"/>
                  </a:cubicBezTo>
                  <a:close/>
                </a:path>
              </a:pathLst>
            </a:custGeom>
            <a:solidFill>
              <a:srgbClr val="FF18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4" name="legend.train/icon/gold"/>
            <p:cNvSpPr/>
            <p:nvPr/>
          </p:nvSpPr>
          <p:spPr>
            <a:xfrm>
              <a:off x="6650735" y="9599168"/>
              <a:ext cx="88392" cy="95757"/>
            </a:xfrm>
            <a:custGeom>
              <a:avLst/>
              <a:gdLst/>
              <a:ahLst/>
              <a:cxnLst/>
              <a:rect l="0" t="0" r="r" b="b"/>
              <a:pathLst>
                <a:path w="6960" h="7540">
                  <a:moveTo>
                    <a:pt x="2900" y="7540"/>
                  </a:moveTo>
                  <a:cubicBezTo>
                    <a:pt x="0" y="6380"/>
                    <a:pt x="0" y="2900"/>
                    <a:pt x="1740" y="1160"/>
                  </a:cubicBezTo>
                  <a:cubicBezTo>
                    <a:pt x="1740" y="4060"/>
                    <a:pt x="4060" y="4060"/>
                    <a:pt x="3480" y="0"/>
                  </a:cubicBezTo>
                  <a:cubicBezTo>
                    <a:pt x="6960" y="2320"/>
                    <a:pt x="6960" y="6380"/>
                    <a:pt x="4060" y="7540"/>
                  </a:cubicBezTo>
                  <a:close/>
                </a:path>
              </a:pathLst>
            </a:custGeom>
            <a:solidFill>
              <a:srgbClr val="FFD5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5" name="legend.train/text"/>
            <p:cNvSpPr txBox="1"/>
            <p:nvPr/>
          </p:nvSpPr>
          <p:spPr>
            <a:xfrm>
              <a:off x="6870700" y="9474200"/>
              <a:ext cx="1143000" cy="279400"/>
            </a:xfrm>
            <a:prstGeom prst="rect">
              <a:avLst/>
            </a:prstGeom>
            <a:noFill/>
          </p:spPr>
          <p:txBody>
            <a:bodyPr wrap="none" lIns="0" rIns="0" tIns="0" bIns="0" anchor="ctr">
              <a:spAutoFit/>
            </a:bodyPr>
            <a:lstStyle/>
            <a:p>
              <a:pPr algn="l">
                <a:spcBef>
                  <a:spcPts val="0"/>
                </a:spcBef>
                <a:spcAft>
                  <a:spcPts val="0"/>
                </a:spcAft>
                <a:defRPr>
                  <a:latin typeface="Comic Sans MS"/>
                </a:defRPr>
              </a:pPr>
              <a:r>
                <a:rPr sz="1350" b="0" i="0">
                  <a:solidFill>
                    <a:srgbClr val="0E2841"/>
                  </a:solidFill>
                  <a:latin typeface="Comic Sans MS"/>
                  <a:ea typeface="Comic Sans MS"/>
                  <a:cs typeface="Comic Sans MS"/>
                </a:rPr>
                <a:t>Trainable</a:t>
              </a:r>
            </a:p>
          </p:txBody>
        </p:sp>
      </p:grpSp>
      <p:grpSp>
        <p:nvGrpSpPr>
          <p:cNvPr id="846" name="legend.grad"/>
          <p:cNvGrpSpPr/>
          <p:nvPr/>
        </p:nvGrpSpPr>
        <p:grpSpPr>
          <a:xfrm>
            <a:off x="8191500" y="9474200"/>
            <a:ext cx="1638300" cy="279400"/>
            <a:chOff x="8191500" y="9474200"/>
            <a:chExt cx="1638300" cy="279400"/>
          </a:xfrm>
        </p:grpSpPr>
        <p:sp>
          <p:nvSpPr>
            <p:cNvPr id="847" name="legend.grad/line"/>
            <p:cNvSpPr/>
            <p:nvPr/>
          </p:nvSpPr>
          <p:spPr>
            <a:xfrm>
              <a:off x="8191500" y="9613900"/>
              <a:ext cx="393700" cy="127"/>
            </a:xfrm>
            <a:custGeom>
              <a:avLst/>
              <a:gdLst/>
              <a:ahLst/>
              <a:cxnLst/>
              <a:rect l="0" t="0" r="r" b="b"/>
              <a:pathLst>
                <a:path w="31000" h="10">
                  <a:moveTo>
                    <a:pt x="0" y="0"/>
                  </a:moveTo>
                  <a:lnTo>
                    <a:pt x="31000" y="0"/>
                  </a:lnTo>
                </a:path>
              </a:pathLst>
            </a:custGeom>
            <a:noFill/>
            <a:ln w="20320">
              <a:solidFill>
                <a:srgbClr val="C45B25"/>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8" name="legend.grad/line head"/>
            <p:cNvSpPr/>
            <p:nvPr/>
          </p:nvSpPr>
          <p:spPr>
            <a:xfrm>
              <a:off x="8509000" y="9579610"/>
              <a:ext cx="76200" cy="68580"/>
            </a:xfrm>
            <a:custGeom>
              <a:avLst/>
              <a:gdLst/>
              <a:ahLst/>
              <a:cxnLst/>
              <a:rect l="0" t="0" r="r" b="b"/>
              <a:pathLst>
                <a:path w="6000" h="5400">
                  <a:moveTo>
                    <a:pt x="6000" y="2700"/>
                  </a:moveTo>
                  <a:lnTo>
                    <a:pt x="0" y="0"/>
                  </a:lnTo>
                  <a:lnTo>
                    <a:pt x="0" y="5400"/>
                  </a:lnTo>
                  <a:close/>
                </a:path>
              </a:pathLst>
            </a:custGeom>
            <a:solidFill>
              <a:srgbClr val="C45B2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9" name="legend.grad/text"/>
            <p:cNvSpPr txBox="1"/>
            <p:nvPr/>
          </p:nvSpPr>
          <p:spPr>
            <a:xfrm>
              <a:off x="8699500" y="9474200"/>
              <a:ext cx="1130300" cy="279400"/>
            </a:xfrm>
            <a:prstGeom prst="rect">
              <a:avLst/>
            </a:prstGeom>
            <a:noFill/>
          </p:spPr>
          <p:txBody>
            <a:bodyPr wrap="none" lIns="0" rIns="0" tIns="0" bIns="0" anchor="ctr">
              <a:spAutoFit/>
            </a:bodyPr>
            <a:lstStyle/>
            <a:p>
              <a:pPr algn="l">
                <a:spcBef>
                  <a:spcPts val="0"/>
                </a:spcBef>
                <a:spcAft>
                  <a:spcPts val="0"/>
                </a:spcAft>
                <a:defRPr>
                  <a:latin typeface="Comic Sans MS"/>
                </a:defRPr>
              </a:pPr>
              <a:r>
                <a:rPr sz="1350" b="0" i="0">
                  <a:solidFill>
                    <a:srgbClr val="0E2841"/>
                  </a:solidFill>
                  <a:latin typeface="Comic Sans MS"/>
                  <a:ea typeface="Comic Sans MS"/>
                  <a:cs typeface="Comic Sans MS"/>
                </a:rPr>
                <a:t>Gradient</a:t>
              </a:r>
            </a:p>
          </p:txBody>
        </p:sp>
      </p:grpSp>
      <p:grpSp>
        <p:nvGrpSpPr>
          <p:cNvPr id="850" name="legend.schematic"/>
          <p:cNvGrpSpPr/>
          <p:nvPr/>
        </p:nvGrpSpPr>
        <p:grpSpPr>
          <a:xfrm>
            <a:off x="10922000" y="9474200"/>
            <a:ext cx="2159000" cy="279400"/>
            <a:chOff x="10922000" y="9474200"/>
            <a:chExt cx="2159000" cy="279400"/>
          </a:xfrm>
        </p:grpSpPr>
        <p:sp>
          <p:nvSpPr>
            <p:cNvPr id="851" name="legend.schematic/text"/>
            <p:cNvSpPr txBox="1"/>
            <p:nvPr/>
          </p:nvSpPr>
          <p:spPr>
            <a:xfrm>
              <a:off x="10922000" y="9474200"/>
              <a:ext cx="2159000" cy="279400"/>
            </a:xfrm>
            <a:prstGeom prst="rect">
              <a:avLst/>
            </a:prstGeom>
            <a:noFill/>
          </p:spPr>
          <p:txBody>
            <a:bodyPr wrap="none" lIns="0" rIns="0" tIns="0" bIns="0" anchor="ctr">
              <a:spAutoFit/>
            </a:bodyPr>
            <a:lstStyle/>
            <a:p>
              <a:pPr algn="ctr">
                <a:spcBef>
                  <a:spcPts val="0"/>
                </a:spcBef>
                <a:spcAft>
                  <a:spcPts val="0"/>
                </a:spcAft>
                <a:defRPr>
                  <a:latin typeface="Comic Sans MS"/>
                </a:defRPr>
              </a:pPr>
              <a:r>
                <a:rPr sz="1190" b="0" i="0">
                  <a:solidFill>
                    <a:srgbClr val="697A8B"/>
                  </a:solidFill>
                  <a:latin typeface="Comic Sans MS"/>
                  <a:ea typeface="Comic Sans MS"/>
                  <a:cs typeface="Comic Sans MS"/>
                </a:rPr>
                <a:t>Distributions: schematic</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Adversarial learning of self-guidance — method overview</dc:title>
  <dc:subject>Source-backed editable method figures for joint and schedule-only learning</dc:subject>
  <dc:creator/>
  <cp:keywords/>
  <dc:description>Visual style adapted from AdvFD Figure 3; content based on local classifier_guidance implementation.</dc:description>
  <cp:lastModifiedBy>Steve Canny</cp:lastModifiedBy>
  <cp:revision>1</cp:revision>
  <dcterms:created xsi:type="dcterms:W3CDTF">2013-01-27T09:14:16Z</dcterms:created>
  <dcterms:modified xsi:type="dcterms:W3CDTF">2013-01-27T09:15:58Z</dcterms:modified>
  <cp:category/>
</cp:coreProperties>
</file>
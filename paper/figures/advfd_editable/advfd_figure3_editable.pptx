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Lst>
  <p:sldSz cx="10629900" cy="60706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Editable reconstruction of AdvFD (Gao et al., 2026), arXiv:2608.11205v1, Figure 3. Original module/edge geometry retained from the authors’ vector PDF. Text/formulas, icons, contours and scatter points are native editable objects. The two noise tiles are replaceable raster pictures. Scatter positions were redrawn and are illustrative. Use Comic Neue (supplied fonts) and DejaVu Serif. Ungroup or double-click a group to edit its contents. This page reproduces AdvFD, not the local classifier-guidance method. The original D-step static branch is retained for visual fidelity; its objective only optimizes the adverse branch.</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Original Figure 3 from https://arxiv.org/abs/2608.11205v1, for visual comparison. Edit slide 1.</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2.xml"/></Relationships>
</file>

<file path=ppt/slides/slide1.xml><?xml version="1.0" encoding="utf-8"?>
<p:sld xmlns:a="http://schemas.openxmlformats.org/drawingml/2006/main" xmlns:p="http://schemas.openxmlformats.org/presentationml/2006/main" xmlns:r="http://schemas.openxmlformats.org/officeDocument/2006/relationships">
  <p:cSld name="Editable Figure 3">
    <p:spTree>
      <p:nvGrpSpPr>
        <p:cNvPr id="1" name=""/>
        <p:cNvGrpSpPr/>
        <p:nvPr/>
      </p:nvGrpSpPr>
      <p:grpSpPr/>
      <p:grpSp>
        <p:nvGrpSpPr>
          <p:cNvPr id="2" name="Original geometry"/>
          <p:cNvGrpSpPr/>
          <p:nvPr/>
        </p:nvGrpSpPr>
        <p:grpSpPr>
          <a:xfrm>
            <a:off x="1170432" y="461390"/>
            <a:ext cx="8540495" cy="4604893"/>
            <a:chOff x="1170432" y="461390"/>
            <a:chExt cx="8540495" cy="4604893"/>
          </a:xfrm>
        </p:grpSpPr>
        <p:sp>
          <p:nvSpPr>
            <p:cNvPr id="3" name="Original geometry/01"/>
            <p:cNvSpPr/>
            <p:nvPr/>
          </p:nvSpPr>
          <p:spPr>
            <a:xfrm>
              <a:off x="2860547" y="3536060"/>
              <a:ext cx="76200" cy="233934"/>
            </a:xfrm>
            <a:custGeom>
              <a:avLst/>
              <a:gdLst/>
              <a:ahLst/>
              <a:cxnLst/>
              <a:rect l="0" t="0" r="r" b="b"/>
              <a:pathLst>
                <a:path w="6000" h="18420">
                  <a:moveTo>
                    <a:pt x="3750" y="0"/>
                  </a:moveTo>
                  <a:lnTo>
                    <a:pt x="3750" y="13420"/>
                  </a:lnTo>
                  <a:lnTo>
                    <a:pt x="2250" y="13420"/>
                  </a:lnTo>
                  <a:lnTo>
                    <a:pt x="2250" y="0"/>
                  </a:lnTo>
                  <a:lnTo>
                    <a:pt x="3750" y="0"/>
                  </a:lnTo>
                  <a:moveTo>
                    <a:pt x="6000" y="12420"/>
                  </a:moveTo>
                  <a:lnTo>
                    <a:pt x="3000" y="18420"/>
                  </a:lnTo>
                  <a:lnTo>
                    <a:pt x="0" y="12420"/>
                  </a:lnTo>
                  <a:lnTo>
                    <a:pt x="6000" y="12420"/>
                  </a:lnTo>
                </a:path>
              </a:pathLst>
            </a:custGeom>
            <a:solidFill>
              <a:srgbClr val="0E28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riginal geometry/05"/>
            <p:cNvSpPr/>
            <p:nvPr/>
          </p:nvSpPr>
          <p:spPr>
            <a:xfrm>
              <a:off x="2798064" y="4970526"/>
              <a:ext cx="715009" cy="76200"/>
            </a:xfrm>
            <a:custGeom>
              <a:avLst/>
              <a:gdLst/>
              <a:ahLst/>
              <a:cxnLst/>
              <a:rect l="0" t="0" r="r" b="b"/>
              <a:pathLst>
                <a:path w="56300" h="6000">
                  <a:moveTo>
                    <a:pt x="0" y="2250"/>
                  </a:moveTo>
                  <a:lnTo>
                    <a:pt x="51300" y="2250"/>
                  </a:lnTo>
                  <a:lnTo>
                    <a:pt x="51300" y="3750"/>
                  </a:lnTo>
                  <a:lnTo>
                    <a:pt x="0" y="3750"/>
                  </a:lnTo>
                  <a:close/>
                  <a:moveTo>
                    <a:pt x="50300" y="6000"/>
                  </a:moveTo>
                  <a:lnTo>
                    <a:pt x="56300" y="3000"/>
                  </a:lnTo>
                  <a:lnTo>
                    <a:pt x="50300" y="0"/>
                  </a:lnTo>
                  <a:lnTo>
                    <a:pt x="50300" y="6000"/>
                  </a:lnTo>
                </a:path>
              </a:pathLst>
            </a:custGeom>
            <a:solidFill>
              <a:srgbClr val="0E28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riginal geometry/08"/>
            <p:cNvSpPr/>
            <p:nvPr/>
          </p:nvSpPr>
          <p:spPr>
            <a:xfrm>
              <a:off x="7176516" y="2749422"/>
              <a:ext cx="76200" cy="291719"/>
            </a:xfrm>
            <a:custGeom>
              <a:avLst/>
              <a:gdLst/>
              <a:ahLst/>
              <a:cxnLst/>
              <a:rect l="0" t="0" r="r" b="b"/>
              <a:pathLst>
                <a:path w="6000" h="22970">
                  <a:moveTo>
                    <a:pt x="3750" y="0"/>
                  </a:moveTo>
                  <a:lnTo>
                    <a:pt x="3750" y="17970"/>
                  </a:lnTo>
                  <a:lnTo>
                    <a:pt x="2250" y="17970"/>
                  </a:lnTo>
                  <a:lnTo>
                    <a:pt x="2250" y="0"/>
                  </a:lnTo>
                  <a:lnTo>
                    <a:pt x="3750" y="0"/>
                  </a:lnTo>
                  <a:moveTo>
                    <a:pt x="6000" y="16970"/>
                  </a:moveTo>
                  <a:lnTo>
                    <a:pt x="3000" y="22970"/>
                  </a:lnTo>
                  <a:lnTo>
                    <a:pt x="0" y="16970"/>
                  </a:lnTo>
                  <a:lnTo>
                    <a:pt x="6000" y="16970"/>
                  </a:lnTo>
                </a:path>
              </a:pathLst>
            </a:custGeom>
            <a:solidFill>
              <a:srgbClr val="0E28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riginal geometry/09"/>
            <p:cNvSpPr/>
            <p:nvPr/>
          </p:nvSpPr>
          <p:spPr>
            <a:xfrm>
              <a:off x="9444228" y="2749422"/>
              <a:ext cx="76200" cy="291719"/>
            </a:xfrm>
            <a:custGeom>
              <a:avLst/>
              <a:gdLst/>
              <a:ahLst/>
              <a:cxnLst/>
              <a:rect l="0" t="0" r="r" b="b"/>
              <a:pathLst>
                <a:path w="6000" h="22970">
                  <a:moveTo>
                    <a:pt x="3750" y="0"/>
                  </a:moveTo>
                  <a:lnTo>
                    <a:pt x="3750" y="17970"/>
                  </a:lnTo>
                  <a:lnTo>
                    <a:pt x="2250" y="17970"/>
                  </a:lnTo>
                  <a:lnTo>
                    <a:pt x="2250" y="0"/>
                  </a:lnTo>
                  <a:lnTo>
                    <a:pt x="3750" y="0"/>
                  </a:lnTo>
                  <a:moveTo>
                    <a:pt x="6000" y="16970"/>
                  </a:moveTo>
                  <a:lnTo>
                    <a:pt x="3000" y="22970"/>
                  </a:lnTo>
                  <a:lnTo>
                    <a:pt x="0" y="16970"/>
                  </a:lnTo>
                  <a:lnTo>
                    <a:pt x="6000" y="16970"/>
                  </a:lnTo>
                </a:path>
              </a:pathLst>
            </a:custGeom>
            <a:solidFill>
              <a:srgbClr val="0E28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riginal geometry/14"/>
            <p:cNvSpPr/>
            <p:nvPr/>
          </p:nvSpPr>
          <p:spPr>
            <a:xfrm>
              <a:off x="7214616" y="3344036"/>
              <a:ext cx="2793" cy="196596"/>
            </a:xfrm>
            <a:custGeom>
              <a:avLst/>
              <a:gdLst/>
              <a:ahLst/>
              <a:cxnLst/>
              <a:rect l="0" t="0" r="r" b="b"/>
              <a:pathLst>
                <a:path w="220" h="15480">
                  <a:moveTo>
                    <a:pt x="220" y="0"/>
                  </a:moveTo>
                  <a:lnTo>
                    <a:pt x="0" y="15480"/>
                  </a:lnTo>
                </a:path>
              </a:pathLst>
            </a:custGeom>
            <a:noFill/>
            <a:ln w="190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riginal geometry/15"/>
            <p:cNvSpPr/>
            <p:nvPr/>
          </p:nvSpPr>
          <p:spPr>
            <a:xfrm>
              <a:off x="9482328" y="3344036"/>
              <a:ext cx="2793" cy="196596"/>
            </a:xfrm>
            <a:custGeom>
              <a:avLst/>
              <a:gdLst/>
              <a:ahLst/>
              <a:cxnLst/>
              <a:rect l="0" t="0" r="r" b="b"/>
              <a:pathLst>
                <a:path w="220" h="15480">
                  <a:moveTo>
                    <a:pt x="220" y="0"/>
                  </a:moveTo>
                  <a:lnTo>
                    <a:pt x="0" y="15480"/>
                  </a:lnTo>
                </a:path>
              </a:pathLst>
            </a:custGeom>
            <a:noFill/>
            <a:ln w="190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riginal geometry/16"/>
            <p:cNvSpPr/>
            <p:nvPr/>
          </p:nvSpPr>
          <p:spPr>
            <a:xfrm>
              <a:off x="7205471" y="3536060"/>
              <a:ext cx="2284984" cy="127"/>
            </a:xfrm>
            <a:custGeom>
              <a:avLst/>
              <a:gdLst/>
              <a:ahLst/>
              <a:cxnLst/>
              <a:rect l="0" t="0" r="r" b="b"/>
              <a:pathLst>
                <a:path w="179920" h="10">
                  <a:moveTo>
                    <a:pt x="179920" y="0"/>
                  </a:moveTo>
                  <a:lnTo>
                    <a:pt x="0" y="0"/>
                  </a:lnTo>
                </a:path>
              </a:pathLst>
            </a:custGeom>
            <a:noFill/>
            <a:ln w="190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riginal geometry/17"/>
            <p:cNvSpPr/>
            <p:nvPr/>
          </p:nvSpPr>
          <p:spPr>
            <a:xfrm>
              <a:off x="8292083" y="3536060"/>
              <a:ext cx="76200" cy="233934"/>
            </a:xfrm>
            <a:custGeom>
              <a:avLst/>
              <a:gdLst/>
              <a:ahLst/>
              <a:cxnLst/>
              <a:rect l="0" t="0" r="r" b="b"/>
              <a:pathLst>
                <a:path w="6000" h="18420">
                  <a:moveTo>
                    <a:pt x="3750" y="0"/>
                  </a:moveTo>
                  <a:lnTo>
                    <a:pt x="3750" y="13420"/>
                  </a:lnTo>
                  <a:lnTo>
                    <a:pt x="2250" y="13420"/>
                  </a:lnTo>
                  <a:lnTo>
                    <a:pt x="2250" y="0"/>
                  </a:lnTo>
                  <a:lnTo>
                    <a:pt x="3750" y="0"/>
                  </a:lnTo>
                  <a:moveTo>
                    <a:pt x="6000" y="12420"/>
                  </a:moveTo>
                  <a:lnTo>
                    <a:pt x="3000" y="18420"/>
                  </a:lnTo>
                  <a:lnTo>
                    <a:pt x="0" y="12420"/>
                  </a:lnTo>
                  <a:lnTo>
                    <a:pt x="6000" y="12420"/>
                  </a:lnTo>
                </a:path>
              </a:pathLst>
            </a:custGeom>
            <a:solidFill>
              <a:srgbClr val="0E28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riginal geometry/20"/>
            <p:cNvSpPr/>
            <p:nvPr/>
          </p:nvSpPr>
          <p:spPr>
            <a:xfrm>
              <a:off x="7818119" y="4970526"/>
              <a:ext cx="715010" cy="76200"/>
            </a:xfrm>
            <a:custGeom>
              <a:avLst/>
              <a:gdLst/>
              <a:ahLst/>
              <a:cxnLst/>
              <a:rect l="0" t="0" r="r" b="b"/>
              <a:pathLst>
                <a:path w="56300" h="6000">
                  <a:moveTo>
                    <a:pt x="0" y="2250"/>
                  </a:moveTo>
                  <a:lnTo>
                    <a:pt x="51300" y="2250"/>
                  </a:lnTo>
                  <a:lnTo>
                    <a:pt x="51300" y="3750"/>
                  </a:lnTo>
                  <a:lnTo>
                    <a:pt x="0" y="3750"/>
                  </a:lnTo>
                  <a:close/>
                  <a:moveTo>
                    <a:pt x="50300" y="6000"/>
                  </a:moveTo>
                  <a:lnTo>
                    <a:pt x="56300" y="3000"/>
                  </a:lnTo>
                  <a:lnTo>
                    <a:pt x="50300" y="0"/>
                  </a:lnTo>
                  <a:lnTo>
                    <a:pt x="50300" y="6000"/>
                  </a:lnTo>
                </a:path>
              </a:pathLst>
            </a:custGeom>
            <a:solidFill>
              <a:srgbClr val="0E28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riginal geometry/24"/>
            <p:cNvSpPr/>
            <p:nvPr/>
          </p:nvSpPr>
          <p:spPr>
            <a:xfrm>
              <a:off x="8941307" y="856234"/>
              <a:ext cx="76200" cy="291719"/>
            </a:xfrm>
            <a:custGeom>
              <a:avLst/>
              <a:gdLst/>
              <a:ahLst/>
              <a:cxnLst/>
              <a:rect l="0" t="0" r="r" b="b"/>
              <a:pathLst>
                <a:path w="6000" h="22970">
                  <a:moveTo>
                    <a:pt x="3750" y="0"/>
                  </a:moveTo>
                  <a:lnTo>
                    <a:pt x="3750" y="17970"/>
                  </a:lnTo>
                  <a:lnTo>
                    <a:pt x="2250" y="17970"/>
                  </a:lnTo>
                  <a:lnTo>
                    <a:pt x="2250" y="0"/>
                  </a:lnTo>
                  <a:lnTo>
                    <a:pt x="3750" y="0"/>
                  </a:lnTo>
                  <a:moveTo>
                    <a:pt x="6000" y="16970"/>
                  </a:moveTo>
                  <a:lnTo>
                    <a:pt x="3000" y="22970"/>
                  </a:lnTo>
                  <a:lnTo>
                    <a:pt x="0" y="16970"/>
                  </a:lnTo>
                  <a:lnTo>
                    <a:pt x="6000" y="16970"/>
                  </a:lnTo>
                </a:path>
              </a:pathLst>
            </a:custGeom>
            <a:solidFill>
              <a:srgbClr val="0E28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riginal geometry/25"/>
            <p:cNvSpPr/>
            <p:nvPr/>
          </p:nvSpPr>
          <p:spPr>
            <a:xfrm>
              <a:off x="8549640" y="1249426"/>
              <a:ext cx="146303" cy="146430"/>
            </a:xfrm>
            <a:custGeom>
              <a:avLst/>
              <a:gdLst/>
              <a:ahLst/>
              <a:cxnLst/>
              <a:rect l="0" t="0" r="r" b="b"/>
              <a:pathLst>
                <a:path w="11520" h="11530">
                  <a:moveTo>
                    <a:pt x="0" y="5770"/>
                  </a:moveTo>
                  <a:cubicBezTo>
                    <a:pt x="0" y="2580"/>
                    <a:pt x="2580" y="0"/>
                    <a:pt x="5760" y="0"/>
                  </a:cubicBezTo>
                  <a:cubicBezTo>
                    <a:pt x="8940" y="0"/>
                    <a:pt x="11520" y="2580"/>
                    <a:pt x="11520" y="5770"/>
                  </a:cubicBezTo>
                  <a:cubicBezTo>
                    <a:pt x="11520" y="8950"/>
                    <a:pt x="8940" y="11530"/>
                    <a:pt x="5760" y="11530"/>
                  </a:cubicBezTo>
                  <a:cubicBezTo>
                    <a:pt x="2580" y="11530"/>
                    <a:pt x="0" y="8950"/>
                    <a:pt x="0" y="5770"/>
                  </a:cubicBezTo>
                </a:path>
              </a:pathLst>
            </a:custGeom>
            <a:solidFill>
              <a:srgbClr val="E1B8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riginal geometry/26"/>
            <p:cNvSpPr/>
            <p:nvPr/>
          </p:nvSpPr>
          <p:spPr>
            <a:xfrm>
              <a:off x="8750807" y="1240282"/>
              <a:ext cx="146304" cy="146430"/>
            </a:xfrm>
            <a:custGeom>
              <a:avLst/>
              <a:gdLst/>
              <a:ahLst/>
              <a:cxnLst/>
              <a:rect l="0" t="0" r="r" b="b"/>
              <a:pathLst>
                <a:path w="11520" h="11530">
                  <a:moveTo>
                    <a:pt x="0" y="5770"/>
                  </a:moveTo>
                  <a:cubicBezTo>
                    <a:pt x="0" y="2580"/>
                    <a:pt x="2580" y="0"/>
                    <a:pt x="5760" y="0"/>
                  </a:cubicBezTo>
                  <a:cubicBezTo>
                    <a:pt x="8940" y="0"/>
                    <a:pt x="11520" y="2580"/>
                    <a:pt x="11520" y="5770"/>
                  </a:cubicBezTo>
                  <a:cubicBezTo>
                    <a:pt x="11520" y="8950"/>
                    <a:pt x="8940" y="11530"/>
                    <a:pt x="5760" y="11530"/>
                  </a:cubicBezTo>
                  <a:cubicBezTo>
                    <a:pt x="2580" y="11530"/>
                    <a:pt x="0" y="8950"/>
                    <a:pt x="0" y="5770"/>
                  </a:cubicBezTo>
                </a:path>
              </a:pathLst>
            </a:custGeom>
            <a:solidFill>
              <a:srgbClr val="B7C2D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riginal geometry/27"/>
            <p:cNvSpPr/>
            <p:nvPr/>
          </p:nvSpPr>
          <p:spPr>
            <a:xfrm>
              <a:off x="8951976" y="1240282"/>
              <a:ext cx="146304" cy="146430"/>
            </a:xfrm>
            <a:custGeom>
              <a:avLst/>
              <a:gdLst/>
              <a:ahLst/>
              <a:cxnLst/>
              <a:rect l="0" t="0" r="r" b="b"/>
              <a:pathLst>
                <a:path w="11520" h="11530">
                  <a:moveTo>
                    <a:pt x="0" y="5770"/>
                  </a:moveTo>
                  <a:cubicBezTo>
                    <a:pt x="0" y="2580"/>
                    <a:pt x="2580" y="0"/>
                    <a:pt x="5760" y="0"/>
                  </a:cubicBezTo>
                  <a:cubicBezTo>
                    <a:pt x="8940" y="0"/>
                    <a:pt x="11520" y="2580"/>
                    <a:pt x="11520" y="5770"/>
                  </a:cubicBezTo>
                  <a:cubicBezTo>
                    <a:pt x="11520" y="8950"/>
                    <a:pt x="8940" y="11530"/>
                    <a:pt x="5760" y="11530"/>
                  </a:cubicBezTo>
                  <a:cubicBezTo>
                    <a:pt x="2580" y="11530"/>
                    <a:pt x="0" y="8950"/>
                    <a:pt x="0" y="5770"/>
                  </a:cubicBezTo>
                </a:path>
              </a:pathLst>
            </a:custGeom>
            <a:solidFill>
              <a:srgbClr val="B7C2D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riginal geometry/28"/>
            <p:cNvSpPr/>
            <p:nvPr/>
          </p:nvSpPr>
          <p:spPr>
            <a:xfrm>
              <a:off x="9144000" y="1240282"/>
              <a:ext cx="146304" cy="146430"/>
            </a:xfrm>
            <a:custGeom>
              <a:avLst/>
              <a:gdLst/>
              <a:ahLst/>
              <a:cxnLst/>
              <a:rect l="0" t="0" r="r" b="b"/>
              <a:pathLst>
                <a:path w="11520" h="11530">
                  <a:moveTo>
                    <a:pt x="0" y="5770"/>
                  </a:moveTo>
                  <a:cubicBezTo>
                    <a:pt x="0" y="2580"/>
                    <a:pt x="2580" y="0"/>
                    <a:pt x="5760" y="0"/>
                  </a:cubicBezTo>
                  <a:cubicBezTo>
                    <a:pt x="8940" y="0"/>
                    <a:pt x="11520" y="2580"/>
                    <a:pt x="11520" y="5770"/>
                  </a:cubicBezTo>
                  <a:cubicBezTo>
                    <a:pt x="11520" y="8950"/>
                    <a:pt x="8940" y="11530"/>
                    <a:pt x="5760" y="11530"/>
                  </a:cubicBezTo>
                  <a:cubicBezTo>
                    <a:pt x="2580" y="11530"/>
                    <a:pt x="0" y="8950"/>
                    <a:pt x="0" y="5770"/>
                  </a:cubicBezTo>
                </a:path>
              </a:pathLst>
            </a:custGeom>
            <a:solidFill>
              <a:srgbClr val="B7C2D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riginal geometry/29"/>
            <p:cNvSpPr/>
            <p:nvPr/>
          </p:nvSpPr>
          <p:spPr>
            <a:xfrm>
              <a:off x="9345168" y="1240282"/>
              <a:ext cx="146303" cy="146430"/>
            </a:xfrm>
            <a:custGeom>
              <a:avLst/>
              <a:gdLst/>
              <a:ahLst/>
              <a:cxnLst/>
              <a:rect l="0" t="0" r="r" b="b"/>
              <a:pathLst>
                <a:path w="11520" h="11530">
                  <a:moveTo>
                    <a:pt x="0" y="5770"/>
                  </a:moveTo>
                  <a:cubicBezTo>
                    <a:pt x="0" y="2580"/>
                    <a:pt x="2580" y="0"/>
                    <a:pt x="5760" y="0"/>
                  </a:cubicBezTo>
                  <a:cubicBezTo>
                    <a:pt x="8940" y="0"/>
                    <a:pt x="11520" y="2580"/>
                    <a:pt x="11520" y="5770"/>
                  </a:cubicBezTo>
                  <a:cubicBezTo>
                    <a:pt x="11520" y="8950"/>
                    <a:pt x="8940" y="11530"/>
                    <a:pt x="5760" y="11530"/>
                  </a:cubicBezTo>
                  <a:cubicBezTo>
                    <a:pt x="2580" y="11530"/>
                    <a:pt x="0" y="8950"/>
                    <a:pt x="0" y="5770"/>
                  </a:cubicBezTo>
                </a:path>
              </a:pathLst>
            </a:custGeom>
            <a:solidFill>
              <a:srgbClr val="B7C2D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riginal geometry/30"/>
            <p:cNvSpPr/>
            <p:nvPr/>
          </p:nvSpPr>
          <p:spPr>
            <a:xfrm>
              <a:off x="8522207" y="1167129"/>
              <a:ext cx="201168" cy="311023"/>
            </a:xfrm>
            <a:custGeom>
              <a:avLst/>
              <a:gdLst/>
              <a:ahLst/>
              <a:cxnLst/>
              <a:rect l="0" t="0" r="r" b="b"/>
              <a:pathLst>
                <a:path w="15840" h="24490">
                  <a:moveTo>
                    <a:pt x="0" y="2640"/>
                  </a:moveTo>
                  <a:cubicBezTo>
                    <a:pt x="0" y="1190"/>
                    <a:pt x="1180" y="0"/>
                    <a:pt x="2640" y="0"/>
                  </a:cubicBezTo>
                  <a:lnTo>
                    <a:pt x="13200" y="0"/>
                  </a:lnTo>
                  <a:cubicBezTo>
                    <a:pt x="14660" y="0"/>
                    <a:pt x="15840" y="1190"/>
                    <a:pt x="15840" y="2640"/>
                  </a:cubicBezTo>
                  <a:lnTo>
                    <a:pt x="15840" y="21850"/>
                  </a:lnTo>
                  <a:cubicBezTo>
                    <a:pt x="15840" y="23310"/>
                    <a:pt x="14660" y="24490"/>
                    <a:pt x="13200" y="24490"/>
                  </a:cubicBezTo>
                  <a:lnTo>
                    <a:pt x="2640" y="24490"/>
                  </a:lnTo>
                  <a:cubicBezTo>
                    <a:pt x="1180" y="24490"/>
                    <a:pt x="0" y="23310"/>
                    <a:pt x="0" y="21850"/>
                  </a:cubicBezTo>
                  <a:lnTo>
                    <a:pt x="0" y="2640"/>
                  </a:lnTo>
                </a:path>
              </a:pathLst>
            </a:custGeom>
            <a:noFill/>
            <a:ln w="19050">
              <a:solidFill>
                <a:srgbClr val="04243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riginal geometry/31"/>
            <p:cNvSpPr/>
            <p:nvPr/>
          </p:nvSpPr>
          <p:spPr>
            <a:xfrm>
              <a:off x="8238743" y="1130553"/>
              <a:ext cx="1472184" cy="594486"/>
            </a:xfrm>
            <a:custGeom>
              <a:avLst/>
              <a:gdLst/>
              <a:ahLst/>
              <a:cxnLst/>
              <a:rect l="0" t="0" r="r" b="b"/>
              <a:pathLst>
                <a:path w="115920" h="46810">
                  <a:moveTo>
                    <a:pt x="0" y="7800"/>
                  </a:moveTo>
                  <a:cubicBezTo>
                    <a:pt x="0" y="3500"/>
                    <a:pt x="3490" y="0"/>
                    <a:pt x="7800" y="0"/>
                  </a:cubicBezTo>
                  <a:lnTo>
                    <a:pt x="108120" y="0"/>
                  </a:lnTo>
                  <a:cubicBezTo>
                    <a:pt x="112430" y="0"/>
                    <a:pt x="115920" y="3500"/>
                    <a:pt x="115920" y="7800"/>
                  </a:cubicBezTo>
                  <a:lnTo>
                    <a:pt x="115920" y="39010"/>
                  </a:lnTo>
                  <a:cubicBezTo>
                    <a:pt x="115920" y="43320"/>
                    <a:pt x="112430" y="46810"/>
                    <a:pt x="108120" y="46810"/>
                  </a:cubicBezTo>
                  <a:lnTo>
                    <a:pt x="7800" y="46810"/>
                  </a:lnTo>
                  <a:cubicBezTo>
                    <a:pt x="3490" y="46810"/>
                    <a:pt x="0" y="43320"/>
                    <a:pt x="0" y="39010"/>
                  </a:cubicBezTo>
                  <a:lnTo>
                    <a:pt x="0" y="7800"/>
                  </a:lnTo>
                </a:path>
              </a:pathLst>
            </a:custGeom>
            <a:noFill/>
            <a:ln w="19050">
              <a:solidFill>
                <a:srgbClr val="E8E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riginal geometry/32"/>
            <p:cNvSpPr/>
            <p:nvPr/>
          </p:nvSpPr>
          <p:spPr>
            <a:xfrm>
              <a:off x="6784847" y="1221994"/>
              <a:ext cx="146304" cy="146430"/>
            </a:xfrm>
            <a:custGeom>
              <a:avLst/>
              <a:gdLst/>
              <a:ahLst/>
              <a:cxnLst/>
              <a:rect l="0" t="0" r="r" b="b"/>
              <a:pathLst>
                <a:path w="11520" h="11530">
                  <a:moveTo>
                    <a:pt x="0" y="5770"/>
                  </a:moveTo>
                  <a:cubicBezTo>
                    <a:pt x="0" y="2580"/>
                    <a:pt x="2580" y="0"/>
                    <a:pt x="5760" y="0"/>
                  </a:cubicBezTo>
                  <a:cubicBezTo>
                    <a:pt x="8940" y="0"/>
                    <a:pt x="11520" y="2580"/>
                    <a:pt x="11520" y="5770"/>
                  </a:cubicBezTo>
                  <a:cubicBezTo>
                    <a:pt x="11520" y="8950"/>
                    <a:pt x="8940" y="11530"/>
                    <a:pt x="5760" y="11530"/>
                  </a:cubicBezTo>
                  <a:cubicBezTo>
                    <a:pt x="2580" y="11530"/>
                    <a:pt x="0" y="8950"/>
                    <a:pt x="0" y="5770"/>
                  </a:cubicBezTo>
                </a:path>
              </a:pathLst>
            </a:custGeom>
            <a:solidFill>
              <a:srgbClr val="E170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riginal geometry/33"/>
            <p:cNvSpPr/>
            <p:nvPr/>
          </p:nvSpPr>
          <p:spPr>
            <a:xfrm>
              <a:off x="6986016" y="1212850"/>
              <a:ext cx="146303" cy="146430"/>
            </a:xfrm>
            <a:custGeom>
              <a:avLst/>
              <a:gdLst/>
              <a:ahLst/>
              <a:cxnLst/>
              <a:rect l="0" t="0" r="r" b="b"/>
              <a:pathLst>
                <a:path w="11520" h="11530">
                  <a:moveTo>
                    <a:pt x="0" y="5770"/>
                  </a:moveTo>
                  <a:cubicBezTo>
                    <a:pt x="0" y="2580"/>
                    <a:pt x="2580" y="0"/>
                    <a:pt x="5760" y="0"/>
                  </a:cubicBezTo>
                  <a:cubicBezTo>
                    <a:pt x="8940" y="0"/>
                    <a:pt x="11520" y="2580"/>
                    <a:pt x="11520" y="5770"/>
                  </a:cubicBezTo>
                  <a:cubicBezTo>
                    <a:pt x="11520" y="8950"/>
                    <a:pt x="8940" y="11530"/>
                    <a:pt x="5760" y="11530"/>
                  </a:cubicBezTo>
                  <a:cubicBezTo>
                    <a:pt x="2580" y="11530"/>
                    <a:pt x="0" y="8950"/>
                    <a:pt x="0" y="5770"/>
                  </a:cubicBezTo>
                </a:path>
              </a:pathLst>
            </a:custGeom>
            <a:solidFill>
              <a:srgbClr val="E170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riginal geometry/34"/>
            <p:cNvSpPr/>
            <p:nvPr/>
          </p:nvSpPr>
          <p:spPr>
            <a:xfrm>
              <a:off x="7187183" y="1212850"/>
              <a:ext cx="146304" cy="146430"/>
            </a:xfrm>
            <a:custGeom>
              <a:avLst/>
              <a:gdLst/>
              <a:ahLst/>
              <a:cxnLst/>
              <a:rect l="0" t="0" r="r" b="b"/>
              <a:pathLst>
                <a:path w="11520" h="11530">
                  <a:moveTo>
                    <a:pt x="0" y="5770"/>
                  </a:moveTo>
                  <a:cubicBezTo>
                    <a:pt x="0" y="2580"/>
                    <a:pt x="2580" y="0"/>
                    <a:pt x="5760" y="0"/>
                  </a:cubicBezTo>
                  <a:cubicBezTo>
                    <a:pt x="8940" y="0"/>
                    <a:pt x="11520" y="2580"/>
                    <a:pt x="11520" y="5770"/>
                  </a:cubicBezTo>
                  <a:cubicBezTo>
                    <a:pt x="11520" y="8950"/>
                    <a:pt x="8940" y="11530"/>
                    <a:pt x="5760" y="11530"/>
                  </a:cubicBezTo>
                  <a:cubicBezTo>
                    <a:pt x="2580" y="11530"/>
                    <a:pt x="0" y="8950"/>
                    <a:pt x="0" y="5770"/>
                  </a:cubicBezTo>
                </a:path>
              </a:pathLst>
            </a:custGeom>
            <a:solidFill>
              <a:srgbClr val="E170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riginal geometry/35"/>
            <p:cNvSpPr/>
            <p:nvPr/>
          </p:nvSpPr>
          <p:spPr>
            <a:xfrm>
              <a:off x="7388352" y="1212850"/>
              <a:ext cx="137159" cy="146430"/>
            </a:xfrm>
            <a:custGeom>
              <a:avLst/>
              <a:gdLst/>
              <a:ahLst/>
              <a:cxnLst/>
              <a:rect l="0" t="0" r="r" b="b"/>
              <a:pathLst>
                <a:path w="10800" h="11530">
                  <a:moveTo>
                    <a:pt x="0" y="5770"/>
                  </a:moveTo>
                  <a:cubicBezTo>
                    <a:pt x="0" y="2580"/>
                    <a:pt x="2420" y="0"/>
                    <a:pt x="5400" y="0"/>
                  </a:cubicBezTo>
                  <a:cubicBezTo>
                    <a:pt x="8380" y="0"/>
                    <a:pt x="10800" y="2580"/>
                    <a:pt x="10800" y="5770"/>
                  </a:cubicBezTo>
                  <a:cubicBezTo>
                    <a:pt x="10800" y="8950"/>
                    <a:pt x="8380" y="11530"/>
                    <a:pt x="5400" y="11530"/>
                  </a:cubicBezTo>
                  <a:cubicBezTo>
                    <a:pt x="2420" y="11530"/>
                    <a:pt x="0" y="8950"/>
                    <a:pt x="0" y="5770"/>
                  </a:cubicBezTo>
                </a:path>
              </a:pathLst>
            </a:custGeom>
            <a:solidFill>
              <a:srgbClr val="E170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riginal geometry/36"/>
            <p:cNvSpPr/>
            <p:nvPr/>
          </p:nvSpPr>
          <p:spPr>
            <a:xfrm>
              <a:off x="7580376" y="1212850"/>
              <a:ext cx="146304" cy="146430"/>
            </a:xfrm>
            <a:custGeom>
              <a:avLst/>
              <a:gdLst/>
              <a:ahLst/>
              <a:cxnLst/>
              <a:rect l="0" t="0" r="r" b="b"/>
              <a:pathLst>
                <a:path w="11520" h="11530">
                  <a:moveTo>
                    <a:pt x="0" y="5770"/>
                  </a:moveTo>
                  <a:cubicBezTo>
                    <a:pt x="0" y="2580"/>
                    <a:pt x="2580" y="0"/>
                    <a:pt x="5760" y="0"/>
                  </a:cubicBezTo>
                  <a:cubicBezTo>
                    <a:pt x="8940" y="0"/>
                    <a:pt x="11520" y="2580"/>
                    <a:pt x="11520" y="5770"/>
                  </a:cubicBezTo>
                  <a:cubicBezTo>
                    <a:pt x="11520" y="8950"/>
                    <a:pt x="8940" y="11530"/>
                    <a:pt x="5760" y="11530"/>
                  </a:cubicBezTo>
                  <a:cubicBezTo>
                    <a:pt x="2580" y="11530"/>
                    <a:pt x="0" y="8950"/>
                    <a:pt x="0" y="5770"/>
                  </a:cubicBezTo>
                </a:path>
              </a:pathLst>
            </a:custGeom>
            <a:solidFill>
              <a:srgbClr val="E170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Original geometry/37"/>
            <p:cNvSpPr/>
            <p:nvPr/>
          </p:nvSpPr>
          <p:spPr>
            <a:xfrm>
              <a:off x="6638543" y="1112265"/>
              <a:ext cx="1179576" cy="548767"/>
            </a:xfrm>
            <a:custGeom>
              <a:avLst/>
              <a:gdLst/>
              <a:ahLst/>
              <a:cxnLst/>
              <a:rect l="0" t="0" r="r" b="b"/>
              <a:pathLst>
                <a:path w="92880" h="43210">
                  <a:moveTo>
                    <a:pt x="0" y="7200"/>
                  </a:moveTo>
                  <a:cubicBezTo>
                    <a:pt x="0" y="3230"/>
                    <a:pt x="3220" y="0"/>
                    <a:pt x="7200" y="0"/>
                  </a:cubicBezTo>
                  <a:lnTo>
                    <a:pt x="85680" y="0"/>
                  </a:lnTo>
                  <a:cubicBezTo>
                    <a:pt x="89660" y="0"/>
                    <a:pt x="92880" y="3230"/>
                    <a:pt x="92880" y="7200"/>
                  </a:cubicBezTo>
                  <a:lnTo>
                    <a:pt x="92880" y="36010"/>
                  </a:lnTo>
                  <a:cubicBezTo>
                    <a:pt x="92880" y="39990"/>
                    <a:pt x="89660" y="43210"/>
                    <a:pt x="85680" y="43210"/>
                  </a:cubicBezTo>
                  <a:lnTo>
                    <a:pt x="7200" y="43210"/>
                  </a:lnTo>
                  <a:cubicBezTo>
                    <a:pt x="3220" y="43210"/>
                    <a:pt x="0" y="39990"/>
                    <a:pt x="0" y="36010"/>
                  </a:cubicBezTo>
                  <a:lnTo>
                    <a:pt x="0" y="7200"/>
                  </a:lnTo>
                </a:path>
              </a:pathLst>
            </a:custGeom>
            <a:noFill/>
            <a:ln w="19050">
              <a:solidFill>
                <a:srgbClr val="E8E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riginal geometry/38"/>
            <p:cNvSpPr/>
            <p:nvPr/>
          </p:nvSpPr>
          <p:spPr>
            <a:xfrm>
              <a:off x="7214616" y="1953767"/>
              <a:ext cx="2261361" cy="127"/>
            </a:xfrm>
            <a:custGeom>
              <a:avLst/>
              <a:gdLst/>
              <a:ahLst/>
              <a:cxnLst/>
              <a:rect l="0" t="0" r="r" b="b"/>
              <a:pathLst>
                <a:path w="178060" h="10">
                  <a:moveTo>
                    <a:pt x="0" y="0"/>
                  </a:moveTo>
                  <a:lnTo>
                    <a:pt x="178060" y="0"/>
                  </a:lnTo>
                </a:path>
              </a:pathLst>
            </a:custGeom>
            <a:noFill/>
            <a:ln w="190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riginal geometry/39"/>
            <p:cNvSpPr/>
            <p:nvPr/>
          </p:nvSpPr>
          <p:spPr>
            <a:xfrm>
              <a:off x="8961119" y="1725040"/>
              <a:ext cx="127" cy="223647"/>
            </a:xfrm>
            <a:custGeom>
              <a:avLst/>
              <a:gdLst/>
              <a:ahLst/>
              <a:cxnLst/>
              <a:rect l="0" t="0" r="r" b="b"/>
              <a:pathLst>
                <a:path w="10" h="17610">
                  <a:moveTo>
                    <a:pt x="0" y="0"/>
                  </a:moveTo>
                  <a:lnTo>
                    <a:pt x="0" y="17610"/>
                  </a:lnTo>
                </a:path>
              </a:pathLst>
            </a:custGeom>
            <a:noFill/>
            <a:ln w="190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Original geometry/40"/>
            <p:cNvSpPr/>
            <p:nvPr/>
          </p:nvSpPr>
          <p:spPr>
            <a:xfrm>
              <a:off x="9444228" y="1953767"/>
              <a:ext cx="76200" cy="291719"/>
            </a:xfrm>
            <a:custGeom>
              <a:avLst/>
              <a:gdLst/>
              <a:ahLst/>
              <a:cxnLst/>
              <a:rect l="0" t="0" r="r" b="b"/>
              <a:pathLst>
                <a:path w="6000" h="22970">
                  <a:moveTo>
                    <a:pt x="3750" y="0"/>
                  </a:moveTo>
                  <a:lnTo>
                    <a:pt x="3750" y="17970"/>
                  </a:lnTo>
                  <a:lnTo>
                    <a:pt x="2250" y="17970"/>
                  </a:lnTo>
                  <a:lnTo>
                    <a:pt x="2250" y="0"/>
                  </a:lnTo>
                  <a:lnTo>
                    <a:pt x="3750" y="0"/>
                  </a:lnTo>
                  <a:moveTo>
                    <a:pt x="6000" y="16970"/>
                  </a:moveTo>
                  <a:lnTo>
                    <a:pt x="3000" y="22970"/>
                  </a:lnTo>
                  <a:lnTo>
                    <a:pt x="0" y="16970"/>
                  </a:lnTo>
                  <a:lnTo>
                    <a:pt x="6000" y="16970"/>
                  </a:lnTo>
                </a:path>
              </a:pathLst>
            </a:custGeom>
            <a:solidFill>
              <a:srgbClr val="0E28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Original geometry/43"/>
            <p:cNvSpPr/>
            <p:nvPr/>
          </p:nvSpPr>
          <p:spPr>
            <a:xfrm>
              <a:off x="7690104" y="461390"/>
              <a:ext cx="551433" cy="76200"/>
            </a:xfrm>
            <a:custGeom>
              <a:avLst/>
              <a:gdLst/>
              <a:ahLst/>
              <a:cxnLst/>
              <a:rect l="0" t="0" r="r" b="b"/>
              <a:pathLst>
                <a:path w="43420" h="6000">
                  <a:moveTo>
                    <a:pt x="0" y="2250"/>
                  </a:moveTo>
                  <a:lnTo>
                    <a:pt x="38420" y="2250"/>
                  </a:lnTo>
                  <a:lnTo>
                    <a:pt x="38420" y="3750"/>
                  </a:lnTo>
                  <a:lnTo>
                    <a:pt x="0" y="3750"/>
                  </a:lnTo>
                  <a:close/>
                  <a:moveTo>
                    <a:pt x="37420" y="0"/>
                  </a:moveTo>
                  <a:lnTo>
                    <a:pt x="43420" y="3000"/>
                  </a:lnTo>
                  <a:lnTo>
                    <a:pt x="37420" y="6000"/>
                  </a:lnTo>
                  <a:lnTo>
                    <a:pt x="37420" y="0"/>
                  </a:lnTo>
                </a:path>
              </a:pathLst>
            </a:custGeom>
            <a:solidFill>
              <a:srgbClr val="0E28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Original geometry/44"/>
            <p:cNvSpPr/>
            <p:nvPr/>
          </p:nvSpPr>
          <p:spPr>
            <a:xfrm>
              <a:off x="7167371" y="1670177"/>
              <a:ext cx="76200" cy="554482"/>
            </a:xfrm>
            <a:custGeom>
              <a:avLst/>
              <a:gdLst/>
              <a:ahLst/>
              <a:cxnLst/>
              <a:rect l="0" t="0" r="r" b="b"/>
              <a:pathLst>
                <a:path w="6000" h="43660">
                  <a:moveTo>
                    <a:pt x="3750" y="0"/>
                  </a:moveTo>
                  <a:lnTo>
                    <a:pt x="3750" y="38660"/>
                  </a:lnTo>
                  <a:lnTo>
                    <a:pt x="2250" y="38660"/>
                  </a:lnTo>
                  <a:lnTo>
                    <a:pt x="2250" y="0"/>
                  </a:lnTo>
                  <a:lnTo>
                    <a:pt x="3750" y="0"/>
                  </a:lnTo>
                  <a:moveTo>
                    <a:pt x="6000" y="37660"/>
                  </a:moveTo>
                  <a:lnTo>
                    <a:pt x="3000" y="43660"/>
                  </a:lnTo>
                  <a:lnTo>
                    <a:pt x="0" y="37660"/>
                  </a:lnTo>
                  <a:lnTo>
                    <a:pt x="6000" y="37660"/>
                  </a:lnTo>
                </a:path>
              </a:pathLst>
            </a:cu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Original geometry/45"/>
            <p:cNvSpPr/>
            <p:nvPr/>
          </p:nvSpPr>
          <p:spPr>
            <a:xfrm>
              <a:off x="1717548" y="2749422"/>
              <a:ext cx="76200" cy="291719"/>
            </a:xfrm>
            <a:custGeom>
              <a:avLst/>
              <a:gdLst/>
              <a:ahLst/>
              <a:cxnLst/>
              <a:rect l="0" t="0" r="r" b="b"/>
              <a:pathLst>
                <a:path w="6000" h="22970">
                  <a:moveTo>
                    <a:pt x="3750" y="0"/>
                  </a:moveTo>
                  <a:lnTo>
                    <a:pt x="3750" y="17970"/>
                  </a:lnTo>
                  <a:lnTo>
                    <a:pt x="2250" y="17970"/>
                  </a:lnTo>
                  <a:lnTo>
                    <a:pt x="2250" y="0"/>
                  </a:lnTo>
                  <a:lnTo>
                    <a:pt x="3750" y="0"/>
                  </a:lnTo>
                  <a:moveTo>
                    <a:pt x="6000" y="16970"/>
                  </a:moveTo>
                  <a:lnTo>
                    <a:pt x="3000" y="22970"/>
                  </a:lnTo>
                  <a:lnTo>
                    <a:pt x="0" y="16970"/>
                  </a:lnTo>
                  <a:lnTo>
                    <a:pt x="6000" y="16970"/>
                  </a:lnTo>
                </a:path>
              </a:pathLst>
            </a:custGeom>
            <a:solidFill>
              <a:srgbClr val="0E28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Original geometry/46"/>
            <p:cNvSpPr/>
            <p:nvPr/>
          </p:nvSpPr>
          <p:spPr>
            <a:xfrm>
              <a:off x="3976115" y="2749422"/>
              <a:ext cx="76200" cy="291719"/>
            </a:xfrm>
            <a:custGeom>
              <a:avLst/>
              <a:gdLst/>
              <a:ahLst/>
              <a:cxnLst/>
              <a:rect l="0" t="0" r="r" b="b"/>
              <a:pathLst>
                <a:path w="6000" h="22970">
                  <a:moveTo>
                    <a:pt x="3750" y="0"/>
                  </a:moveTo>
                  <a:lnTo>
                    <a:pt x="3750" y="17970"/>
                  </a:lnTo>
                  <a:lnTo>
                    <a:pt x="2250" y="17970"/>
                  </a:lnTo>
                  <a:lnTo>
                    <a:pt x="2250" y="0"/>
                  </a:lnTo>
                  <a:lnTo>
                    <a:pt x="3750" y="0"/>
                  </a:lnTo>
                  <a:moveTo>
                    <a:pt x="6000" y="16970"/>
                  </a:moveTo>
                  <a:lnTo>
                    <a:pt x="3000" y="22970"/>
                  </a:lnTo>
                  <a:lnTo>
                    <a:pt x="0" y="16970"/>
                  </a:lnTo>
                  <a:lnTo>
                    <a:pt x="6000" y="16970"/>
                  </a:lnTo>
                </a:path>
              </a:pathLst>
            </a:custGeom>
            <a:solidFill>
              <a:srgbClr val="0E28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Original geometry/51"/>
            <p:cNvSpPr/>
            <p:nvPr/>
          </p:nvSpPr>
          <p:spPr>
            <a:xfrm>
              <a:off x="1746504" y="3344036"/>
              <a:ext cx="2794" cy="196596"/>
            </a:xfrm>
            <a:custGeom>
              <a:avLst/>
              <a:gdLst/>
              <a:ahLst/>
              <a:cxnLst/>
              <a:rect l="0" t="0" r="r" b="b"/>
              <a:pathLst>
                <a:path w="220" h="15480">
                  <a:moveTo>
                    <a:pt x="220" y="0"/>
                  </a:moveTo>
                  <a:lnTo>
                    <a:pt x="0" y="15480"/>
                  </a:lnTo>
                </a:path>
              </a:pathLst>
            </a:custGeom>
            <a:noFill/>
            <a:ln w="190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Original geometry/52"/>
            <p:cNvSpPr/>
            <p:nvPr/>
          </p:nvSpPr>
          <p:spPr>
            <a:xfrm>
              <a:off x="4014215" y="3344036"/>
              <a:ext cx="2794" cy="196596"/>
            </a:xfrm>
            <a:custGeom>
              <a:avLst/>
              <a:gdLst/>
              <a:ahLst/>
              <a:cxnLst/>
              <a:rect l="0" t="0" r="r" b="b"/>
              <a:pathLst>
                <a:path w="220" h="15480">
                  <a:moveTo>
                    <a:pt x="220" y="0"/>
                  </a:moveTo>
                  <a:lnTo>
                    <a:pt x="0" y="15480"/>
                  </a:lnTo>
                </a:path>
              </a:pathLst>
            </a:custGeom>
            <a:noFill/>
            <a:ln w="190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Original geometry/53"/>
            <p:cNvSpPr/>
            <p:nvPr/>
          </p:nvSpPr>
          <p:spPr>
            <a:xfrm>
              <a:off x="1746504" y="3536060"/>
              <a:ext cx="2284983" cy="127"/>
            </a:xfrm>
            <a:custGeom>
              <a:avLst/>
              <a:gdLst/>
              <a:ahLst/>
              <a:cxnLst/>
              <a:rect l="0" t="0" r="r" b="b"/>
              <a:pathLst>
                <a:path w="179920" h="10">
                  <a:moveTo>
                    <a:pt x="179920" y="0"/>
                  </a:moveTo>
                  <a:lnTo>
                    <a:pt x="0" y="0"/>
                  </a:lnTo>
                </a:path>
              </a:pathLst>
            </a:custGeom>
            <a:noFill/>
            <a:ln w="190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Original geometry/55"/>
            <p:cNvSpPr/>
            <p:nvPr/>
          </p:nvSpPr>
          <p:spPr>
            <a:xfrm>
              <a:off x="3473196" y="856234"/>
              <a:ext cx="76200" cy="291719"/>
            </a:xfrm>
            <a:custGeom>
              <a:avLst/>
              <a:gdLst/>
              <a:ahLst/>
              <a:cxnLst/>
              <a:rect l="0" t="0" r="r" b="b"/>
              <a:pathLst>
                <a:path w="6000" h="22970">
                  <a:moveTo>
                    <a:pt x="3750" y="0"/>
                  </a:moveTo>
                  <a:lnTo>
                    <a:pt x="3750" y="17970"/>
                  </a:lnTo>
                  <a:lnTo>
                    <a:pt x="2250" y="17970"/>
                  </a:lnTo>
                  <a:lnTo>
                    <a:pt x="2250" y="0"/>
                  </a:lnTo>
                  <a:lnTo>
                    <a:pt x="3750" y="0"/>
                  </a:lnTo>
                  <a:moveTo>
                    <a:pt x="6000" y="16970"/>
                  </a:moveTo>
                  <a:lnTo>
                    <a:pt x="3000" y="22970"/>
                  </a:lnTo>
                  <a:lnTo>
                    <a:pt x="0" y="16970"/>
                  </a:lnTo>
                  <a:lnTo>
                    <a:pt x="6000" y="16970"/>
                  </a:lnTo>
                </a:path>
              </a:pathLst>
            </a:custGeom>
            <a:solidFill>
              <a:srgbClr val="0E28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Original geometry/56"/>
            <p:cNvSpPr/>
            <p:nvPr/>
          </p:nvSpPr>
          <p:spPr>
            <a:xfrm>
              <a:off x="3081528" y="1249426"/>
              <a:ext cx="146303" cy="146430"/>
            </a:xfrm>
            <a:custGeom>
              <a:avLst/>
              <a:gdLst/>
              <a:ahLst/>
              <a:cxnLst/>
              <a:rect l="0" t="0" r="r" b="b"/>
              <a:pathLst>
                <a:path w="11520" h="11530">
                  <a:moveTo>
                    <a:pt x="0" y="5770"/>
                  </a:moveTo>
                  <a:cubicBezTo>
                    <a:pt x="0" y="2580"/>
                    <a:pt x="2580" y="0"/>
                    <a:pt x="5760" y="0"/>
                  </a:cubicBezTo>
                  <a:cubicBezTo>
                    <a:pt x="8940" y="0"/>
                    <a:pt x="11520" y="2580"/>
                    <a:pt x="11520" y="5770"/>
                  </a:cubicBezTo>
                  <a:cubicBezTo>
                    <a:pt x="11520" y="8950"/>
                    <a:pt x="8940" y="11530"/>
                    <a:pt x="5760" y="11530"/>
                  </a:cubicBezTo>
                  <a:cubicBezTo>
                    <a:pt x="2580" y="11530"/>
                    <a:pt x="0" y="8950"/>
                    <a:pt x="0" y="5770"/>
                  </a:cubicBezTo>
                </a:path>
              </a:pathLst>
            </a:custGeom>
            <a:solidFill>
              <a:srgbClr val="E1B8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Original geometry/57"/>
            <p:cNvSpPr/>
            <p:nvPr/>
          </p:nvSpPr>
          <p:spPr>
            <a:xfrm>
              <a:off x="3282696" y="1240282"/>
              <a:ext cx="146303" cy="146430"/>
            </a:xfrm>
            <a:custGeom>
              <a:avLst/>
              <a:gdLst/>
              <a:ahLst/>
              <a:cxnLst/>
              <a:rect l="0" t="0" r="r" b="b"/>
              <a:pathLst>
                <a:path w="11520" h="11530">
                  <a:moveTo>
                    <a:pt x="0" y="5770"/>
                  </a:moveTo>
                  <a:cubicBezTo>
                    <a:pt x="0" y="2580"/>
                    <a:pt x="2580" y="0"/>
                    <a:pt x="5760" y="0"/>
                  </a:cubicBezTo>
                  <a:cubicBezTo>
                    <a:pt x="8940" y="0"/>
                    <a:pt x="11520" y="2580"/>
                    <a:pt x="11520" y="5770"/>
                  </a:cubicBezTo>
                  <a:cubicBezTo>
                    <a:pt x="11520" y="8950"/>
                    <a:pt x="8940" y="11530"/>
                    <a:pt x="5760" y="11530"/>
                  </a:cubicBezTo>
                  <a:cubicBezTo>
                    <a:pt x="2580" y="11530"/>
                    <a:pt x="0" y="8950"/>
                    <a:pt x="0" y="5770"/>
                  </a:cubicBezTo>
                </a:path>
              </a:pathLst>
            </a:custGeom>
            <a:solidFill>
              <a:srgbClr val="B7C2D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Original geometry/58"/>
            <p:cNvSpPr/>
            <p:nvPr/>
          </p:nvSpPr>
          <p:spPr>
            <a:xfrm>
              <a:off x="3483864" y="1240282"/>
              <a:ext cx="146303" cy="146430"/>
            </a:xfrm>
            <a:custGeom>
              <a:avLst/>
              <a:gdLst/>
              <a:ahLst/>
              <a:cxnLst/>
              <a:rect l="0" t="0" r="r" b="b"/>
              <a:pathLst>
                <a:path w="11520" h="11530">
                  <a:moveTo>
                    <a:pt x="0" y="5770"/>
                  </a:moveTo>
                  <a:cubicBezTo>
                    <a:pt x="0" y="2580"/>
                    <a:pt x="2580" y="0"/>
                    <a:pt x="5760" y="0"/>
                  </a:cubicBezTo>
                  <a:cubicBezTo>
                    <a:pt x="8940" y="0"/>
                    <a:pt x="11520" y="2580"/>
                    <a:pt x="11520" y="5770"/>
                  </a:cubicBezTo>
                  <a:cubicBezTo>
                    <a:pt x="11520" y="8950"/>
                    <a:pt x="8940" y="11530"/>
                    <a:pt x="5760" y="11530"/>
                  </a:cubicBezTo>
                  <a:cubicBezTo>
                    <a:pt x="2580" y="11530"/>
                    <a:pt x="0" y="8950"/>
                    <a:pt x="0" y="5770"/>
                  </a:cubicBezTo>
                </a:path>
              </a:pathLst>
            </a:custGeom>
            <a:solidFill>
              <a:srgbClr val="B7C2D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Original geometry/59"/>
            <p:cNvSpPr/>
            <p:nvPr/>
          </p:nvSpPr>
          <p:spPr>
            <a:xfrm>
              <a:off x="3685032" y="1240282"/>
              <a:ext cx="146303" cy="146430"/>
            </a:xfrm>
            <a:custGeom>
              <a:avLst/>
              <a:gdLst/>
              <a:ahLst/>
              <a:cxnLst/>
              <a:rect l="0" t="0" r="r" b="b"/>
              <a:pathLst>
                <a:path w="11520" h="11530">
                  <a:moveTo>
                    <a:pt x="0" y="5770"/>
                  </a:moveTo>
                  <a:cubicBezTo>
                    <a:pt x="0" y="2580"/>
                    <a:pt x="2580" y="0"/>
                    <a:pt x="5760" y="0"/>
                  </a:cubicBezTo>
                  <a:cubicBezTo>
                    <a:pt x="8940" y="0"/>
                    <a:pt x="11520" y="2580"/>
                    <a:pt x="11520" y="5770"/>
                  </a:cubicBezTo>
                  <a:cubicBezTo>
                    <a:pt x="11520" y="8950"/>
                    <a:pt x="8940" y="11530"/>
                    <a:pt x="5760" y="11530"/>
                  </a:cubicBezTo>
                  <a:cubicBezTo>
                    <a:pt x="2580" y="11530"/>
                    <a:pt x="0" y="8950"/>
                    <a:pt x="0" y="5770"/>
                  </a:cubicBezTo>
                </a:path>
              </a:pathLst>
            </a:custGeom>
            <a:solidFill>
              <a:srgbClr val="B7C2D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Original geometry/60"/>
            <p:cNvSpPr/>
            <p:nvPr/>
          </p:nvSpPr>
          <p:spPr>
            <a:xfrm>
              <a:off x="3877055" y="1240282"/>
              <a:ext cx="146303" cy="146430"/>
            </a:xfrm>
            <a:custGeom>
              <a:avLst/>
              <a:gdLst/>
              <a:ahLst/>
              <a:cxnLst/>
              <a:rect l="0" t="0" r="r" b="b"/>
              <a:pathLst>
                <a:path w="11520" h="11530">
                  <a:moveTo>
                    <a:pt x="0" y="5770"/>
                  </a:moveTo>
                  <a:cubicBezTo>
                    <a:pt x="0" y="2580"/>
                    <a:pt x="2580" y="0"/>
                    <a:pt x="5760" y="0"/>
                  </a:cubicBezTo>
                  <a:cubicBezTo>
                    <a:pt x="8940" y="0"/>
                    <a:pt x="11520" y="2580"/>
                    <a:pt x="11520" y="5770"/>
                  </a:cubicBezTo>
                  <a:cubicBezTo>
                    <a:pt x="11520" y="8950"/>
                    <a:pt x="8940" y="11530"/>
                    <a:pt x="5760" y="11530"/>
                  </a:cubicBezTo>
                  <a:cubicBezTo>
                    <a:pt x="2580" y="11530"/>
                    <a:pt x="0" y="8950"/>
                    <a:pt x="0" y="5770"/>
                  </a:cubicBezTo>
                </a:path>
              </a:pathLst>
            </a:custGeom>
            <a:solidFill>
              <a:srgbClr val="B7C2D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Original geometry/61"/>
            <p:cNvSpPr/>
            <p:nvPr/>
          </p:nvSpPr>
          <p:spPr>
            <a:xfrm>
              <a:off x="3054096" y="1167129"/>
              <a:ext cx="201167" cy="311023"/>
            </a:xfrm>
            <a:custGeom>
              <a:avLst/>
              <a:gdLst/>
              <a:ahLst/>
              <a:cxnLst/>
              <a:rect l="0" t="0" r="r" b="b"/>
              <a:pathLst>
                <a:path w="15840" h="24490">
                  <a:moveTo>
                    <a:pt x="0" y="2640"/>
                  </a:moveTo>
                  <a:cubicBezTo>
                    <a:pt x="0" y="1190"/>
                    <a:pt x="1180" y="0"/>
                    <a:pt x="2640" y="0"/>
                  </a:cubicBezTo>
                  <a:lnTo>
                    <a:pt x="13200" y="0"/>
                  </a:lnTo>
                  <a:cubicBezTo>
                    <a:pt x="14660" y="0"/>
                    <a:pt x="15840" y="1190"/>
                    <a:pt x="15840" y="2640"/>
                  </a:cubicBezTo>
                  <a:lnTo>
                    <a:pt x="15840" y="21850"/>
                  </a:lnTo>
                  <a:cubicBezTo>
                    <a:pt x="15840" y="23310"/>
                    <a:pt x="14660" y="24490"/>
                    <a:pt x="13200" y="24490"/>
                  </a:cubicBezTo>
                  <a:lnTo>
                    <a:pt x="2640" y="24490"/>
                  </a:lnTo>
                  <a:cubicBezTo>
                    <a:pt x="1180" y="24490"/>
                    <a:pt x="0" y="23310"/>
                    <a:pt x="0" y="21850"/>
                  </a:cubicBezTo>
                  <a:lnTo>
                    <a:pt x="0" y="2640"/>
                  </a:lnTo>
                </a:path>
              </a:pathLst>
            </a:custGeom>
            <a:noFill/>
            <a:ln w="19050">
              <a:solidFill>
                <a:srgbClr val="04243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Original geometry/62"/>
            <p:cNvSpPr/>
            <p:nvPr/>
          </p:nvSpPr>
          <p:spPr>
            <a:xfrm>
              <a:off x="2770632" y="1130553"/>
              <a:ext cx="1472183" cy="594486"/>
            </a:xfrm>
            <a:custGeom>
              <a:avLst/>
              <a:gdLst/>
              <a:ahLst/>
              <a:cxnLst/>
              <a:rect l="0" t="0" r="r" b="b"/>
              <a:pathLst>
                <a:path w="115920" h="46810">
                  <a:moveTo>
                    <a:pt x="0" y="7800"/>
                  </a:moveTo>
                  <a:cubicBezTo>
                    <a:pt x="0" y="3500"/>
                    <a:pt x="3490" y="0"/>
                    <a:pt x="7800" y="0"/>
                  </a:cubicBezTo>
                  <a:lnTo>
                    <a:pt x="108120" y="0"/>
                  </a:lnTo>
                  <a:cubicBezTo>
                    <a:pt x="112430" y="0"/>
                    <a:pt x="115920" y="3500"/>
                    <a:pt x="115920" y="7800"/>
                  </a:cubicBezTo>
                  <a:lnTo>
                    <a:pt x="115920" y="39010"/>
                  </a:lnTo>
                  <a:cubicBezTo>
                    <a:pt x="115920" y="43320"/>
                    <a:pt x="112430" y="46810"/>
                    <a:pt x="108120" y="46810"/>
                  </a:cubicBezTo>
                  <a:lnTo>
                    <a:pt x="7800" y="46810"/>
                  </a:lnTo>
                  <a:cubicBezTo>
                    <a:pt x="3490" y="46810"/>
                    <a:pt x="0" y="43320"/>
                    <a:pt x="0" y="39010"/>
                  </a:cubicBezTo>
                  <a:lnTo>
                    <a:pt x="0" y="7800"/>
                  </a:lnTo>
                </a:path>
              </a:pathLst>
            </a:custGeom>
            <a:noFill/>
            <a:ln w="19050">
              <a:solidFill>
                <a:srgbClr val="E8E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Original geometry/63"/>
            <p:cNvSpPr/>
            <p:nvPr/>
          </p:nvSpPr>
          <p:spPr>
            <a:xfrm>
              <a:off x="1316735" y="1221994"/>
              <a:ext cx="146304" cy="146430"/>
            </a:xfrm>
            <a:custGeom>
              <a:avLst/>
              <a:gdLst/>
              <a:ahLst/>
              <a:cxnLst/>
              <a:rect l="0" t="0" r="r" b="b"/>
              <a:pathLst>
                <a:path w="11520" h="11530">
                  <a:moveTo>
                    <a:pt x="0" y="5770"/>
                  </a:moveTo>
                  <a:cubicBezTo>
                    <a:pt x="0" y="2580"/>
                    <a:pt x="2580" y="0"/>
                    <a:pt x="5760" y="0"/>
                  </a:cubicBezTo>
                  <a:cubicBezTo>
                    <a:pt x="8940" y="0"/>
                    <a:pt x="11520" y="2580"/>
                    <a:pt x="11520" y="5770"/>
                  </a:cubicBezTo>
                  <a:cubicBezTo>
                    <a:pt x="11520" y="8950"/>
                    <a:pt x="8940" y="11530"/>
                    <a:pt x="5760" y="11530"/>
                  </a:cubicBezTo>
                  <a:cubicBezTo>
                    <a:pt x="2580" y="11530"/>
                    <a:pt x="0" y="8950"/>
                    <a:pt x="0" y="5770"/>
                  </a:cubicBezTo>
                </a:path>
              </a:pathLst>
            </a:custGeom>
            <a:solidFill>
              <a:srgbClr val="E170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Original geometry/64"/>
            <p:cNvSpPr/>
            <p:nvPr/>
          </p:nvSpPr>
          <p:spPr>
            <a:xfrm>
              <a:off x="1517904" y="1212850"/>
              <a:ext cx="146303" cy="146430"/>
            </a:xfrm>
            <a:custGeom>
              <a:avLst/>
              <a:gdLst/>
              <a:ahLst/>
              <a:cxnLst/>
              <a:rect l="0" t="0" r="r" b="b"/>
              <a:pathLst>
                <a:path w="11520" h="11530">
                  <a:moveTo>
                    <a:pt x="0" y="5770"/>
                  </a:moveTo>
                  <a:cubicBezTo>
                    <a:pt x="0" y="2580"/>
                    <a:pt x="2580" y="0"/>
                    <a:pt x="5760" y="0"/>
                  </a:cubicBezTo>
                  <a:cubicBezTo>
                    <a:pt x="8940" y="0"/>
                    <a:pt x="11520" y="2580"/>
                    <a:pt x="11520" y="5770"/>
                  </a:cubicBezTo>
                  <a:cubicBezTo>
                    <a:pt x="11520" y="8950"/>
                    <a:pt x="8940" y="11530"/>
                    <a:pt x="5760" y="11530"/>
                  </a:cubicBezTo>
                  <a:cubicBezTo>
                    <a:pt x="2580" y="11530"/>
                    <a:pt x="0" y="8950"/>
                    <a:pt x="0" y="5770"/>
                  </a:cubicBezTo>
                </a:path>
              </a:pathLst>
            </a:custGeom>
            <a:solidFill>
              <a:srgbClr val="E170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Original geometry/65"/>
            <p:cNvSpPr/>
            <p:nvPr/>
          </p:nvSpPr>
          <p:spPr>
            <a:xfrm>
              <a:off x="1719072" y="1212850"/>
              <a:ext cx="146304" cy="146430"/>
            </a:xfrm>
            <a:custGeom>
              <a:avLst/>
              <a:gdLst/>
              <a:ahLst/>
              <a:cxnLst/>
              <a:rect l="0" t="0" r="r" b="b"/>
              <a:pathLst>
                <a:path w="11520" h="11530">
                  <a:moveTo>
                    <a:pt x="0" y="5770"/>
                  </a:moveTo>
                  <a:cubicBezTo>
                    <a:pt x="0" y="2580"/>
                    <a:pt x="2580" y="0"/>
                    <a:pt x="5760" y="0"/>
                  </a:cubicBezTo>
                  <a:cubicBezTo>
                    <a:pt x="8940" y="0"/>
                    <a:pt x="11520" y="2580"/>
                    <a:pt x="11520" y="5770"/>
                  </a:cubicBezTo>
                  <a:cubicBezTo>
                    <a:pt x="11520" y="8950"/>
                    <a:pt x="8940" y="11530"/>
                    <a:pt x="5760" y="11530"/>
                  </a:cubicBezTo>
                  <a:cubicBezTo>
                    <a:pt x="2580" y="11530"/>
                    <a:pt x="0" y="8950"/>
                    <a:pt x="0" y="5770"/>
                  </a:cubicBezTo>
                </a:path>
              </a:pathLst>
            </a:custGeom>
            <a:solidFill>
              <a:srgbClr val="E170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Original geometry/66"/>
            <p:cNvSpPr/>
            <p:nvPr/>
          </p:nvSpPr>
          <p:spPr>
            <a:xfrm>
              <a:off x="1920239" y="1212850"/>
              <a:ext cx="146304" cy="146430"/>
            </a:xfrm>
            <a:custGeom>
              <a:avLst/>
              <a:gdLst/>
              <a:ahLst/>
              <a:cxnLst/>
              <a:rect l="0" t="0" r="r" b="b"/>
              <a:pathLst>
                <a:path w="11520" h="11530">
                  <a:moveTo>
                    <a:pt x="0" y="5770"/>
                  </a:moveTo>
                  <a:cubicBezTo>
                    <a:pt x="0" y="2580"/>
                    <a:pt x="2580" y="0"/>
                    <a:pt x="5760" y="0"/>
                  </a:cubicBezTo>
                  <a:cubicBezTo>
                    <a:pt x="8940" y="0"/>
                    <a:pt x="11520" y="2580"/>
                    <a:pt x="11520" y="5770"/>
                  </a:cubicBezTo>
                  <a:cubicBezTo>
                    <a:pt x="11520" y="8950"/>
                    <a:pt x="8940" y="11530"/>
                    <a:pt x="5760" y="11530"/>
                  </a:cubicBezTo>
                  <a:cubicBezTo>
                    <a:pt x="2580" y="11530"/>
                    <a:pt x="0" y="8950"/>
                    <a:pt x="0" y="5770"/>
                  </a:cubicBezTo>
                </a:path>
              </a:pathLst>
            </a:custGeom>
            <a:solidFill>
              <a:srgbClr val="E170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Original geometry/67"/>
            <p:cNvSpPr/>
            <p:nvPr/>
          </p:nvSpPr>
          <p:spPr>
            <a:xfrm>
              <a:off x="2112264" y="1212850"/>
              <a:ext cx="146303" cy="146430"/>
            </a:xfrm>
            <a:custGeom>
              <a:avLst/>
              <a:gdLst/>
              <a:ahLst/>
              <a:cxnLst/>
              <a:rect l="0" t="0" r="r" b="b"/>
              <a:pathLst>
                <a:path w="11520" h="11530">
                  <a:moveTo>
                    <a:pt x="0" y="5770"/>
                  </a:moveTo>
                  <a:cubicBezTo>
                    <a:pt x="0" y="2580"/>
                    <a:pt x="2580" y="0"/>
                    <a:pt x="5760" y="0"/>
                  </a:cubicBezTo>
                  <a:cubicBezTo>
                    <a:pt x="8940" y="0"/>
                    <a:pt x="11520" y="2580"/>
                    <a:pt x="11520" y="5770"/>
                  </a:cubicBezTo>
                  <a:cubicBezTo>
                    <a:pt x="11520" y="8950"/>
                    <a:pt x="8940" y="11530"/>
                    <a:pt x="5760" y="11530"/>
                  </a:cubicBezTo>
                  <a:cubicBezTo>
                    <a:pt x="2580" y="11530"/>
                    <a:pt x="0" y="8950"/>
                    <a:pt x="0" y="5770"/>
                  </a:cubicBezTo>
                </a:path>
              </a:pathLst>
            </a:custGeom>
            <a:solidFill>
              <a:srgbClr val="E170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Original geometry/68"/>
            <p:cNvSpPr/>
            <p:nvPr/>
          </p:nvSpPr>
          <p:spPr>
            <a:xfrm>
              <a:off x="1170432" y="1112265"/>
              <a:ext cx="1188719" cy="548767"/>
            </a:xfrm>
            <a:custGeom>
              <a:avLst/>
              <a:gdLst/>
              <a:ahLst/>
              <a:cxnLst/>
              <a:rect l="0" t="0" r="r" b="b"/>
              <a:pathLst>
                <a:path w="93600" h="43210">
                  <a:moveTo>
                    <a:pt x="0" y="7200"/>
                  </a:moveTo>
                  <a:cubicBezTo>
                    <a:pt x="0" y="3230"/>
                    <a:pt x="3220" y="0"/>
                    <a:pt x="7200" y="0"/>
                  </a:cubicBezTo>
                  <a:lnTo>
                    <a:pt x="86400" y="0"/>
                  </a:lnTo>
                  <a:cubicBezTo>
                    <a:pt x="90380" y="0"/>
                    <a:pt x="93600" y="3230"/>
                    <a:pt x="93600" y="7200"/>
                  </a:cubicBezTo>
                  <a:lnTo>
                    <a:pt x="93600" y="36010"/>
                  </a:lnTo>
                  <a:cubicBezTo>
                    <a:pt x="93600" y="39990"/>
                    <a:pt x="90380" y="43210"/>
                    <a:pt x="86400" y="43210"/>
                  </a:cubicBezTo>
                  <a:lnTo>
                    <a:pt x="7200" y="43210"/>
                  </a:lnTo>
                  <a:cubicBezTo>
                    <a:pt x="3220" y="43210"/>
                    <a:pt x="0" y="39990"/>
                    <a:pt x="0" y="36010"/>
                  </a:cubicBezTo>
                  <a:lnTo>
                    <a:pt x="0" y="7200"/>
                  </a:lnTo>
                </a:path>
              </a:pathLst>
            </a:custGeom>
            <a:noFill/>
            <a:ln w="19050">
              <a:solidFill>
                <a:srgbClr val="E8E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Original geometry/69"/>
            <p:cNvSpPr/>
            <p:nvPr/>
          </p:nvSpPr>
          <p:spPr>
            <a:xfrm>
              <a:off x="1755648" y="1953767"/>
              <a:ext cx="2261361" cy="127"/>
            </a:xfrm>
            <a:custGeom>
              <a:avLst/>
              <a:gdLst/>
              <a:ahLst/>
              <a:cxnLst/>
              <a:rect l="0" t="0" r="r" b="b"/>
              <a:pathLst>
                <a:path w="178060" h="10">
                  <a:moveTo>
                    <a:pt x="0" y="0"/>
                  </a:moveTo>
                  <a:lnTo>
                    <a:pt x="178060" y="0"/>
                  </a:lnTo>
                </a:path>
              </a:pathLst>
            </a:custGeom>
            <a:noFill/>
            <a:ln w="190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Original geometry/70"/>
            <p:cNvSpPr/>
            <p:nvPr/>
          </p:nvSpPr>
          <p:spPr>
            <a:xfrm>
              <a:off x="3493008" y="1725040"/>
              <a:ext cx="127" cy="223647"/>
            </a:xfrm>
            <a:custGeom>
              <a:avLst/>
              <a:gdLst/>
              <a:ahLst/>
              <a:cxnLst/>
              <a:rect l="0" t="0" r="r" b="b"/>
              <a:pathLst>
                <a:path w="10" h="17610">
                  <a:moveTo>
                    <a:pt x="0" y="0"/>
                  </a:moveTo>
                  <a:lnTo>
                    <a:pt x="0" y="17610"/>
                  </a:lnTo>
                </a:path>
              </a:pathLst>
            </a:custGeom>
            <a:noFill/>
            <a:ln w="190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Original geometry/71"/>
            <p:cNvSpPr/>
            <p:nvPr/>
          </p:nvSpPr>
          <p:spPr>
            <a:xfrm>
              <a:off x="3976115" y="1953767"/>
              <a:ext cx="76200" cy="291719"/>
            </a:xfrm>
            <a:custGeom>
              <a:avLst/>
              <a:gdLst/>
              <a:ahLst/>
              <a:cxnLst/>
              <a:rect l="0" t="0" r="r" b="b"/>
              <a:pathLst>
                <a:path w="6000" h="22970">
                  <a:moveTo>
                    <a:pt x="3750" y="0"/>
                  </a:moveTo>
                  <a:lnTo>
                    <a:pt x="3750" y="17970"/>
                  </a:lnTo>
                  <a:lnTo>
                    <a:pt x="2250" y="17970"/>
                  </a:lnTo>
                  <a:lnTo>
                    <a:pt x="2250" y="0"/>
                  </a:lnTo>
                  <a:lnTo>
                    <a:pt x="3750" y="0"/>
                  </a:lnTo>
                  <a:moveTo>
                    <a:pt x="6000" y="16970"/>
                  </a:moveTo>
                  <a:lnTo>
                    <a:pt x="3000" y="22970"/>
                  </a:lnTo>
                  <a:lnTo>
                    <a:pt x="0" y="16970"/>
                  </a:lnTo>
                  <a:lnTo>
                    <a:pt x="6000" y="16970"/>
                  </a:lnTo>
                </a:path>
              </a:pathLst>
            </a:custGeom>
            <a:solidFill>
              <a:srgbClr val="0E28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Original geometry/74"/>
            <p:cNvSpPr/>
            <p:nvPr/>
          </p:nvSpPr>
          <p:spPr>
            <a:xfrm>
              <a:off x="2221992" y="461390"/>
              <a:ext cx="551433" cy="76200"/>
            </a:xfrm>
            <a:custGeom>
              <a:avLst/>
              <a:gdLst/>
              <a:ahLst/>
              <a:cxnLst/>
              <a:rect l="0" t="0" r="r" b="b"/>
              <a:pathLst>
                <a:path w="43420" h="6000">
                  <a:moveTo>
                    <a:pt x="0" y="2250"/>
                  </a:moveTo>
                  <a:lnTo>
                    <a:pt x="38420" y="2250"/>
                  </a:lnTo>
                  <a:lnTo>
                    <a:pt x="38420" y="3750"/>
                  </a:lnTo>
                  <a:lnTo>
                    <a:pt x="0" y="3750"/>
                  </a:lnTo>
                  <a:close/>
                  <a:moveTo>
                    <a:pt x="37420" y="0"/>
                  </a:moveTo>
                  <a:lnTo>
                    <a:pt x="43420" y="3000"/>
                  </a:lnTo>
                  <a:lnTo>
                    <a:pt x="37420" y="6000"/>
                  </a:lnTo>
                  <a:lnTo>
                    <a:pt x="37420" y="0"/>
                  </a:lnTo>
                </a:path>
              </a:pathLst>
            </a:custGeom>
            <a:solidFill>
              <a:srgbClr val="0E28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Original geometry/75"/>
            <p:cNvSpPr/>
            <p:nvPr/>
          </p:nvSpPr>
          <p:spPr>
            <a:xfrm>
              <a:off x="1708404" y="1670177"/>
              <a:ext cx="76200" cy="554482"/>
            </a:xfrm>
            <a:custGeom>
              <a:avLst/>
              <a:gdLst/>
              <a:ahLst/>
              <a:cxnLst/>
              <a:rect l="0" t="0" r="r" b="b"/>
              <a:pathLst>
                <a:path w="6000" h="43660">
                  <a:moveTo>
                    <a:pt x="3750" y="0"/>
                  </a:moveTo>
                  <a:lnTo>
                    <a:pt x="3750" y="38660"/>
                  </a:lnTo>
                  <a:lnTo>
                    <a:pt x="2250" y="38660"/>
                  </a:lnTo>
                  <a:lnTo>
                    <a:pt x="2250" y="0"/>
                  </a:lnTo>
                  <a:lnTo>
                    <a:pt x="3750" y="0"/>
                  </a:lnTo>
                  <a:moveTo>
                    <a:pt x="6000" y="37660"/>
                  </a:moveTo>
                  <a:lnTo>
                    <a:pt x="3000" y="43660"/>
                  </a:lnTo>
                  <a:lnTo>
                    <a:pt x="0" y="37660"/>
                  </a:lnTo>
                  <a:lnTo>
                    <a:pt x="6000" y="37660"/>
                  </a:lnTo>
                </a:path>
              </a:pathLst>
            </a:cu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9" name="Original geometry/06"/>
            <p:cNvSpPr/>
            <p:nvPr/>
          </p:nvSpPr>
          <p:spPr>
            <a:xfrm>
              <a:off x="1179576" y="4784725"/>
              <a:ext cx="408177" cy="190119"/>
            </a:xfrm>
            <a:custGeom>
              <a:avLst/>
              <a:gdLst/>
              <a:ahLst/>
              <a:cxnLst/>
              <a:rect l="0" t="0" r="r" b="b"/>
              <a:pathLst>
                <a:path w="32140" h="14970">
                  <a:moveTo>
                    <a:pt x="31530" y="14970"/>
                  </a:moveTo>
                  <a:lnTo>
                    <a:pt x="4280" y="3040"/>
                  </a:lnTo>
                  <a:lnTo>
                    <a:pt x="4880" y="1660"/>
                  </a:lnTo>
                  <a:lnTo>
                    <a:pt x="32140" y="13600"/>
                  </a:lnTo>
                  <a:lnTo>
                    <a:pt x="31530" y="14970"/>
                  </a:lnTo>
                  <a:moveTo>
                    <a:pt x="4290" y="5500"/>
                  </a:moveTo>
                  <a:lnTo>
                    <a:pt x="0" y="340"/>
                  </a:lnTo>
                  <a:lnTo>
                    <a:pt x="6700" y="0"/>
                  </a:lnTo>
                  <a:lnTo>
                    <a:pt x="4290" y="5500"/>
                  </a:lnTo>
                </a:path>
              </a:pathLst>
            </a:custGeom>
            <a:solidFill>
              <a:srgbClr val="0E28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0" name="Original geometry/07"/>
            <p:cNvSpPr/>
            <p:nvPr/>
          </p:nvSpPr>
          <p:spPr>
            <a:xfrm>
              <a:off x="1591055" y="4294885"/>
              <a:ext cx="509142" cy="204343"/>
            </a:xfrm>
            <a:custGeom>
              <a:avLst/>
              <a:gdLst/>
              <a:ahLst/>
              <a:cxnLst/>
              <a:rect l="0" t="0" r="r" b="b"/>
              <a:pathLst>
                <a:path w="40090" h="16090">
                  <a:moveTo>
                    <a:pt x="39570" y="16090"/>
                  </a:moveTo>
                  <a:lnTo>
                    <a:pt x="4430" y="3170"/>
                  </a:lnTo>
                  <a:lnTo>
                    <a:pt x="4950" y="1770"/>
                  </a:lnTo>
                  <a:lnTo>
                    <a:pt x="40090" y="14690"/>
                  </a:lnTo>
                  <a:lnTo>
                    <a:pt x="39570" y="16090"/>
                  </a:lnTo>
                  <a:moveTo>
                    <a:pt x="4600" y="5630"/>
                  </a:moveTo>
                  <a:lnTo>
                    <a:pt x="0" y="740"/>
                  </a:lnTo>
                  <a:lnTo>
                    <a:pt x="6660" y="0"/>
                  </a:lnTo>
                  <a:lnTo>
                    <a:pt x="4600" y="5630"/>
                  </a:lnTo>
                </a:path>
              </a:pathLst>
            </a:custGeom>
            <a:solidFill>
              <a:srgbClr val="0E28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1" name="Original geometry/21"/>
            <p:cNvSpPr/>
            <p:nvPr/>
          </p:nvSpPr>
          <p:spPr>
            <a:xfrm>
              <a:off x="6693407" y="4432427"/>
              <a:ext cx="591947" cy="309879"/>
            </a:xfrm>
            <a:custGeom>
              <a:avLst/>
              <a:gdLst/>
              <a:ahLst/>
              <a:cxnLst/>
              <a:rect l="0" t="0" r="r" b="b"/>
              <a:pathLst>
                <a:path w="46610" h="24400">
                  <a:moveTo>
                    <a:pt x="45930" y="24400"/>
                  </a:moveTo>
                  <a:lnTo>
                    <a:pt x="4110" y="2950"/>
                  </a:lnTo>
                  <a:lnTo>
                    <a:pt x="4790" y="1610"/>
                  </a:lnTo>
                  <a:lnTo>
                    <a:pt x="46610" y="23070"/>
                  </a:lnTo>
                  <a:lnTo>
                    <a:pt x="45930" y="24400"/>
                  </a:lnTo>
                  <a:moveTo>
                    <a:pt x="3970" y="5410"/>
                  </a:moveTo>
                  <a:lnTo>
                    <a:pt x="0" y="0"/>
                  </a:lnTo>
                  <a:lnTo>
                    <a:pt x="6710" y="70"/>
                  </a:lnTo>
                  <a:lnTo>
                    <a:pt x="3970" y="5410"/>
                  </a:lnTo>
                </a:path>
              </a:pathLst>
            </a:custGeom>
            <a:solidFill>
              <a:srgbClr val="0E28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2" name="Original geometry/22"/>
            <p:cNvSpPr/>
            <p:nvPr/>
          </p:nvSpPr>
          <p:spPr>
            <a:xfrm>
              <a:off x="6327647" y="4876165"/>
              <a:ext cx="408178" cy="190118"/>
            </a:xfrm>
            <a:custGeom>
              <a:avLst/>
              <a:gdLst/>
              <a:ahLst/>
              <a:cxnLst/>
              <a:rect l="0" t="0" r="r" b="b"/>
              <a:pathLst>
                <a:path w="32140" h="14970">
                  <a:moveTo>
                    <a:pt x="31530" y="14970"/>
                  </a:moveTo>
                  <a:lnTo>
                    <a:pt x="4280" y="3040"/>
                  </a:lnTo>
                  <a:lnTo>
                    <a:pt x="4880" y="1660"/>
                  </a:lnTo>
                  <a:lnTo>
                    <a:pt x="32140" y="13600"/>
                  </a:lnTo>
                  <a:lnTo>
                    <a:pt x="31530" y="14970"/>
                  </a:lnTo>
                  <a:moveTo>
                    <a:pt x="4290" y="5500"/>
                  </a:moveTo>
                  <a:lnTo>
                    <a:pt x="0" y="350"/>
                  </a:lnTo>
                  <a:lnTo>
                    <a:pt x="6700" y="0"/>
                  </a:lnTo>
                  <a:lnTo>
                    <a:pt x="4290" y="5500"/>
                  </a:lnTo>
                </a:path>
              </a:pathLst>
            </a:custGeom>
            <a:solidFill>
              <a:srgbClr val="0E28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pSp>
      <p:grpSp>
        <p:nvGrpSpPr>
          <p:cNvPr id="4" name="G-step"/>
          <p:cNvGrpSpPr/>
          <p:nvPr/>
        </p:nvGrpSpPr>
        <p:grpSpPr>
          <a:xfrm>
            <a:off x="825500" y="76200"/>
            <a:ext cx="4057395" cy="5930900"/>
            <a:chOff x="825500" y="76200"/>
            <a:chExt cx="4057395" cy="5930900"/>
          </a:xfrm>
        </p:grpSpPr>
        <p:sp>
          <p:nvSpPr>
            <p:cNvPr id="5" name="G-step/objective background"/>
            <p:cNvSpPr/>
            <p:nvPr/>
          </p:nvSpPr>
          <p:spPr>
            <a:xfrm>
              <a:off x="905255" y="3773804"/>
              <a:ext cx="3977640" cy="320166"/>
            </a:xfrm>
            <a:custGeom>
              <a:avLst/>
              <a:gdLst/>
              <a:ahLst/>
              <a:cxnLst/>
              <a:rect l="0" t="0" r="r" b="b"/>
              <a:pathLst>
                <a:path w="313200" h="25210">
                  <a:moveTo>
                    <a:pt x="0" y="4210"/>
                  </a:moveTo>
                  <a:cubicBezTo>
                    <a:pt x="0" y="1890"/>
                    <a:pt x="1880" y="0"/>
                    <a:pt x="4200" y="0"/>
                  </a:cubicBezTo>
                  <a:lnTo>
                    <a:pt x="309000" y="0"/>
                  </a:lnTo>
                  <a:cubicBezTo>
                    <a:pt x="311320" y="0"/>
                    <a:pt x="313200" y="1890"/>
                    <a:pt x="313200" y="4210"/>
                  </a:cubicBezTo>
                  <a:lnTo>
                    <a:pt x="313200" y="21010"/>
                  </a:lnTo>
                  <a:cubicBezTo>
                    <a:pt x="313200" y="23330"/>
                    <a:pt x="311320" y="25210"/>
                    <a:pt x="309000" y="25210"/>
                  </a:cubicBezTo>
                  <a:lnTo>
                    <a:pt x="4200" y="25210"/>
                  </a:lnTo>
                  <a:cubicBezTo>
                    <a:pt x="1880" y="25210"/>
                    <a:pt x="0" y="23330"/>
                    <a:pt x="0" y="21010"/>
                  </a:cubicBezTo>
                  <a:lnTo>
                    <a:pt x="0" y="4210"/>
                  </a:lnTo>
                </a:path>
              </a:pathLst>
            </a:custGeom>
            <a:solidFill>
              <a:srgbClr val="FAEA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G-step/static loss background"/>
            <p:cNvSpPr/>
            <p:nvPr/>
          </p:nvSpPr>
          <p:spPr>
            <a:xfrm>
              <a:off x="841247" y="3014726"/>
              <a:ext cx="1819655" cy="329310"/>
            </a:xfrm>
            <a:custGeom>
              <a:avLst/>
              <a:gdLst/>
              <a:ahLst/>
              <a:cxnLst/>
              <a:rect l="0" t="0" r="r" b="b"/>
              <a:pathLst>
                <a:path w="143280" h="25930">
                  <a:moveTo>
                    <a:pt x="0" y="4320"/>
                  </a:moveTo>
                  <a:cubicBezTo>
                    <a:pt x="0" y="1930"/>
                    <a:pt x="1930" y="0"/>
                    <a:pt x="4320" y="0"/>
                  </a:cubicBezTo>
                  <a:lnTo>
                    <a:pt x="138960" y="0"/>
                  </a:lnTo>
                  <a:cubicBezTo>
                    <a:pt x="141350" y="0"/>
                    <a:pt x="143280" y="1930"/>
                    <a:pt x="143280" y="4320"/>
                  </a:cubicBezTo>
                  <a:lnTo>
                    <a:pt x="143280" y="21600"/>
                  </a:lnTo>
                  <a:cubicBezTo>
                    <a:pt x="143280" y="23990"/>
                    <a:pt x="141350" y="25930"/>
                    <a:pt x="138960" y="25930"/>
                  </a:cubicBezTo>
                  <a:lnTo>
                    <a:pt x="4320" y="25930"/>
                  </a:lnTo>
                  <a:cubicBezTo>
                    <a:pt x="1930" y="25930"/>
                    <a:pt x="0" y="23990"/>
                    <a:pt x="0" y="21600"/>
                  </a:cubicBezTo>
                  <a:lnTo>
                    <a:pt x="0" y="4320"/>
                  </a:lnTo>
                </a:path>
              </a:pathLst>
            </a:custGeom>
            <a:solidFill>
              <a:srgbClr val="FAEA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G-step/adversarial loss background"/>
            <p:cNvSpPr/>
            <p:nvPr/>
          </p:nvSpPr>
          <p:spPr>
            <a:xfrm>
              <a:off x="3035808" y="3014726"/>
              <a:ext cx="1819655" cy="329310"/>
            </a:xfrm>
            <a:custGeom>
              <a:avLst/>
              <a:gdLst/>
              <a:ahLst/>
              <a:cxnLst/>
              <a:rect l="0" t="0" r="r" b="b"/>
              <a:pathLst>
                <a:path w="143280" h="25930">
                  <a:moveTo>
                    <a:pt x="0" y="4320"/>
                  </a:moveTo>
                  <a:cubicBezTo>
                    <a:pt x="0" y="1930"/>
                    <a:pt x="1930" y="0"/>
                    <a:pt x="4320" y="0"/>
                  </a:cubicBezTo>
                  <a:lnTo>
                    <a:pt x="138960" y="0"/>
                  </a:lnTo>
                  <a:cubicBezTo>
                    <a:pt x="141350" y="0"/>
                    <a:pt x="143280" y="1930"/>
                    <a:pt x="143280" y="4320"/>
                  </a:cubicBezTo>
                  <a:lnTo>
                    <a:pt x="143280" y="21600"/>
                  </a:lnTo>
                  <a:cubicBezTo>
                    <a:pt x="143280" y="23990"/>
                    <a:pt x="141350" y="25930"/>
                    <a:pt x="138960" y="25930"/>
                  </a:cubicBezTo>
                  <a:lnTo>
                    <a:pt x="4320" y="25930"/>
                  </a:lnTo>
                  <a:cubicBezTo>
                    <a:pt x="1930" y="25930"/>
                    <a:pt x="0" y="23990"/>
                    <a:pt x="0" y="21600"/>
                  </a:cubicBezTo>
                  <a:lnTo>
                    <a:pt x="0" y="4320"/>
                  </a:lnTo>
                </a:path>
              </a:pathLst>
            </a:custGeom>
            <a:solidFill>
              <a:srgbClr val="FAEA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G-step/trainable generator"/>
            <p:cNvSpPr/>
            <p:nvPr/>
          </p:nvSpPr>
          <p:spPr>
            <a:xfrm>
              <a:off x="2779776" y="151892"/>
              <a:ext cx="1463039" cy="704341"/>
            </a:xfrm>
            <a:custGeom>
              <a:avLst/>
              <a:gdLst/>
              <a:ahLst/>
              <a:cxnLst/>
              <a:rect l="0" t="0" r="r" b="b"/>
              <a:pathLst>
                <a:path w="115200" h="55460">
                  <a:moveTo>
                    <a:pt x="0" y="9250"/>
                  </a:moveTo>
                  <a:cubicBezTo>
                    <a:pt x="0" y="4140"/>
                    <a:pt x="4140" y="0"/>
                    <a:pt x="9240" y="0"/>
                  </a:cubicBezTo>
                  <a:lnTo>
                    <a:pt x="105960" y="0"/>
                  </a:lnTo>
                  <a:cubicBezTo>
                    <a:pt x="111060" y="0"/>
                    <a:pt x="115200" y="4140"/>
                    <a:pt x="115200" y="9250"/>
                  </a:cubicBezTo>
                  <a:lnTo>
                    <a:pt x="115200" y="46210"/>
                  </a:lnTo>
                  <a:cubicBezTo>
                    <a:pt x="115200" y="51320"/>
                    <a:pt x="111060" y="55460"/>
                    <a:pt x="105960" y="55460"/>
                  </a:cubicBezTo>
                  <a:lnTo>
                    <a:pt x="9240" y="55460"/>
                  </a:lnTo>
                  <a:cubicBezTo>
                    <a:pt x="4140" y="55460"/>
                    <a:pt x="0" y="51320"/>
                    <a:pt x="0" y="46210"/>
                  </a:cubicBezTo>
                  <a:lnTo>
                    <a:pt x="0" y="9250"/>
                  </a:lnTo>
                </a:path>
              </a:pathLst>
            </a:custGeom>
            <a:solidFill>
              <a:srgbClr val="E1B8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G-step/static representation"/>
            <p:cNvSpPr/>
            <p:nvPr/>
          </p:nvSpPr>
          <p:spPr>
            <a:xfrm>
              <a:off x="877824" y="2228088"/>
              <a:ext cx="1819655" cy="512190"/>
            </a:xfrm>
            <a:custGeom>
              <a:avLst/>
              <a:gdLst/>
              <a:ahLst/>
              <a:cxnLst/>
              <a:rect l="0" t="0" r="r" b="b"/>
              <a:pathLst>
                <a:path w="143280" h="40330">
                  <a:moveTo>
                    <a:pt x="0" y="6730"/>
                  </a:moveTo>
                  <a:cubicBezTo>
                    <a:pt x="0" y="3010"/>
                    <a:pt x="3010" y="0"/>
                    <a:pt x="6720" y="0"/>
                  </a:cubicBezTo>
                  <a:lnTo>
                    <a:pt x="136560" y="0"/>
                  </a:lnTo>
                  <a:cubicBezTo>
                    <a:pt x="140270" y="0"/>
                    <a:pt x="143280" y="3010"/>
                    <a:pt x="143280" y="6730"/>
                  </a:cubicBezTo>
                  <a:lnTo>
                    <a:pt x="143280" y="33610"/>
                  </a:lnTo>
                  <a:cubicBezTo>
                    <a:pt x="143280" y="37320"/>
                    <a:pt x="140270" y="40330"/>
                    <a:pt x="136560" y="40330"/>
                  </a:cubicBezTo>
                  <a:lnTo>
                    <a:pt x="6720" y="40330"/>
                  </a:lnTo>
                  <a:cubicBezTo>
                    <a:pt x="3010" y="40330"/>
                    <a:pt x="0" y="37320"/>
                    <a:pt x="0" y="33610"/>
                  </a:cubicBezTo>
                  <a:lnTo>
                    <a:pt x="0" y="6730"/>
                  </a:lnTo>
                </a:path>
              </a:pathLst>
            </a:custGeom>
            <a:solidFill>
              <a:srgbClr val="D0DD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G-step/adverse representation"/>
            <p:cNvSpPr/>
            <p:nvPr/>
          </p:nvSpPr>
          <p:spPr>
            <a:xfrm>
              <a:off x="3035808" y="2228088"/>
              <a:ext cx="1819655" cy="512190"/>
            </a:xfrm>
            <a:custGeom>
              <a:avLst/>
              <a:gdLst/>
              <a:ahLst/>
              <a:cxnLst/>
              <a:rect l="0" t="0" r="r" b="b"/>
              <a:pathLst>
                <a:path w="143280" h="40330">
                  <a:moveTo>
                    <a:pt x="0" y="6730"/>
                  </a:moveTo>
                  <a:cubicBezTo>
                    <a:pt x="0" y="3010"/>
                    <a:pt x="3010" y="0"/>
                    <a:pt x="6720" y="0"/>
                  </a:cubicBezTo>
                  <a:lnTo>
                    <a:pt x="136560" y="0"/>
                  </a:lnTo>
                  <a:cubicBezTo>
                    <a:pt x="140270" y="0"/>
                    <a:pt x="143280" y="3010"/>
                    <a:pt x="143280" y="6730"/>
                  </a:cubicBezTo>
                  <a:lnTo>
                    <a:pt x="143280" y="33610"/>
                  </a:lnTo>
                  <a:cubicBezTo>
                    <a:pt x="143280" y="37320"/>
                    <a:pt x="140270" y="40330"/>
                    <a:pt x="136560" y="40330"/>
                  </a:cubicBezTo>
                  <a:lnTo>
                    <a:pt x="6720" y="40330"/>
                  </a:lnTo>
                  <a:cubicBezTo>
                    <a:pt x="3010" y="40330"/>
                    <a:pt x="0" y="37320"/>
                    <a:pt x="0" y="33610"/>
                  </a:cubicBezTo>
                  <a:lnTo>
                    <a:pt x="0" y="6730"/>
                  </a:lnTo>
                </a:path>
              </a:pathLst>
            </a:custGeom>
            <a:solidFill>
              <a:srgbClr val="D0DD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9" name="G-step/noise texture" descr="image.jpg"/>
            <p:cNvPicPr>
              <a:picLocks noChangeAspect="1"/>
            </p:cNvPicPr>
            <p:nvPr/>
          </p:nvPicPr>
          <p:blipFill>
            <a:blip r:embed="rId2"/>
            <a:stretch>
              <a:fillRect/>
            </a:stretch>
          </p:blipFill>
          <p:spPr>
            <a:xfrm>
              <a:off x="1298448" y="234302"/>
              <a:ext cx="923544" cy="539635"/>
            </a:xfrm>
            <a:prstGeom prst="rect">
              <a:avLst/>
            </a:prstGeom>
          </p:spPr>
        </p:pic>
        <p:sp>
          <p:nvSpPr>
            <p:cNvPr id="71" name="G-step/Noise"/>
            <p:cNvSpPr txBox="1"/>
            <p:nvPr/>
          </p:nvSpPr>
          <p:spPr>
            <a:xfrm>
              <a:off x="1295400" y="800100"/>
              <a:ext cx="939800" cy="266700"/>
            </a:xfrm>
            <a:prstGeom prst="rect">
              <a:avLst/>
            </a:prstGeom>
            <a:noFill/>
          </p:spPr>
          <p:txBody>
            <a:bodyPr wrap="none" lIns="0" rIns="0" tIns="0" bIns="0" anchor="ctr">
              <a:spAutoFit/>
            </a:bodyPr>
            <a:lstStyle/>
            <a:p>
              <a:pPr algn="ctr">
                <a:spcBef>
                  <a:spcPts val="0"/>
                </a:spcBef>
                <a:spcAft>
                  <a:spcPts val="0"/>
                </a:spcAft>
              </a:pPr>
              <a:r>
                <a:rPr sz="1450" b="0" i="0">
                  <a:solidFill>
                    <a:srgbClr val="000000"/>
                  </a:solidFill>
                  <a:latin typeface="Comic Neue"/>
                </a:rPr>
                <a:t>Noise</a:t>
              </a:r>
            </a:p>
          </p:txBody>
        </p:sp>
        <p:sp>
          <p:nvSpPr>
            <p:cNvPr id="72" name="G-step/Generator"/>
            <p:cNvSpPr txBox="1"/>
            <p:nvPr/>
          </p:nvSpPr>
          <p:spPr>
            <a:xfrm>
              <a:off x="2781300" y="355600"/>
              <a:ext cx="1460500" cy="317500"/>
            </a:xfrm>
            <a:prstGeom prst="rect">
              <a:avLst/>
            </a:prstGeom>
            <a:noFill/>
          </p:spPr>
          <p:txBody>
            <a:bodyPr wrap="none" lIns="0" rIns="0" tIns="0" bIns="0" anchor="ctr">
              <a:spAutoFit/>
            </a:bodyPr>
            <a:lstStyle/>
            <a:p>
              <a:pPr algn="ctr">
                <a:spcBef>
                  <a:spcPts val="0"/>
                </a:spcBef>
                <a:spcAft>
                  <a:spcPts val="0"/>
                </a:spcAft>
              </a:pPr>
              <a:r>
                <a:rPr sz="1440" b="0" i="0">
                  <a:solidFill>
                    <a:srgbClr val="0E2841"/>
                  </a:solidFill>
                  <a:latin typeface="Comic Neue"/>
                </a:rPr>
                <a:t>Generator </a:t>
              </a:r>
              <a:r>
                <a:rPr sz="1440" b="0" i="0">
                  <a:solidFill>
                    <a:srgbClr val="0E2841"/>
                  </a:solidFill>
                  <a:latin typeface="DejaVu Serif"/>
                </a:rPr>
                <a:t>G</a:t>
              </a:r>
              <a:r>
                <a:rPr sz="1051" b="0" i="0" baseline="-25000">
                  <a:solidFill>
                    <a:srgbClr val="0E2841"/>
                  </a:solidFill>
                  <a:latin typeface="DejaVu Serif"/>
                </a:rPr>
                <a:t>θ</a:t>
              </a:r>
            </a:p>
          </p:txBody>
        </p:sp>
        <p:sp>
          <p:nvSpPr>
            <p:cNvPr id="73" name="G-step/Real Data"/>
            <p:cNvSpPr txBox="1"/>
            <p:nvPr/>
          </p:nvSpPr>
          <p:spPr>
            <a:xfrm>
              <a:off x="1168400" y="1409700"/>
              <a:ext cx="1193800" cy="254000"/>
            </a:xfrm>
            <a:prstGeom prst="rect">
              <a:avLst/>
            </a:prstGeom>
            <a:noFill/>
          </p:spPr>
          <p:txBody>
            <a:bodyPr wrap="none" lIns="0" rIns="0" tIns="0" bIns="0" anchor="ctr">
              <a:spAutoFit/>
            </a:bodyPr>
            <a:lstStyle/>
            <a:p>
              <a:pPr algn="ctr">
                <a:spcBef>
                  <a:spcPts val="0"/>
                </a:spcBef>
                <a:spcAft>
                  <a:spcPts val="0"/>
                </a:spcAft>
              </a:pPr>
              <a:r>
                <a:rPr sz="1280" b="0" i="0">
                  <a:solidFill>
                    <a:srgbClr val="E1706B"/>
                  </a:solidFill>
                  <a:latin typeface="Comic Neue"/>
                </a:rPr>
                <a:t>Real Data</a:t>
              </a:r>
            </a:p>
          </p:txBody>
        </p:sp>
        <p:sp>
          <p:nvSpPr>
            <p:cNvPr id="74" name="G-step/Fake Batch"/>
            <p:cNvSpPr txBox="1"/>
            <p:nvPr/>
          </p:nvSpPr>
          <p:spPr>
            <a:xfrm>
              <a:off x="2832100" y="1473200"/>
              <a:ext cx="1397000" cy="254000"/>
            </a:xfrm>
            <a:prstGeom prst="rect">
              <a:avLst/>
            </a:prstGeom>
            <a:noFill/>
          </p:spPr>
          <p:txBody>
            <a:bodyPr wrap="none" lIns="0" rIns="0" tIns="0" bIns="0" anchor="ctr">
              <a:spAutoFit/>
            </a:bodyPr>
            <a:lstStyle/>
            <a:p>
              <a:pPr algn="l">
                <a:spcBef>
                  <a:spcPts val="0"/>
                </a:spcBef>
                <a:spcAft>
                  <a:spcPts val="0"/>
                </a:spcAft>
              </a:pPr>
              <a:r>
                <a:rPr sz="1280" b="0" i="0">
                  <a:solidFill>
                    <a:srgbClr val="DFB882"/>
                  </a:solidFill>
                  <a:latin typeface="Comic Neue"/>
                </a:rPr>
                <a:t>Fake Batch</a:t>
              </a:r>
            </a:p>
          </p:txBody>
        </p:sp>
        <p:sp>
          <p:nvSpPr>
            <p:cNvPr id="75" name="G-step/Static Repr"/>
            <p:cNvSpPr txBox="1"/>
            <p:nvPr/>
          </p:nvSpPr>
          <p:spPr>
            <a:xfrm>
              <a:off x="889000" y="2311400"/>
              <a:ext cx="1803400" cy="342900"/>
            </a:xfrm>
            <a:prstGeom prst="rect">
              <a:avLst/>
            </a:prstGeom>
            <a:noFill/>
          </p:spPr>
          <p:txBody>
            <a:bodyPr wrap="none" lIns="0" rIns="0" tIns="0" bIns="0" anchor="ctr">
              <a:spAutoFit/>
            </a:bodyPr>
            <a:lstStyle/>
            <a:p>
              <a:pPr algn="ctr">
                <a:spcBef>
                  <a:spcPts val="0"/>
                </a:spcBef>
                <a:spcAft>
                  <a:spcPts val="0"/>
                </a:spcAft>
              </a:pPr>
              <a:r>
                <a:rPr sz="1440" b="0" i="0">
                  <a:solidFill>
                    <a:srgbClr val="0E2841"/>
                  </a:solidFill>
                  <a:latin typeface="Comic Neue"/>
                </a:rPr>
                <a:t>Static Repr. </a:t>
              </a:r>
              <a:r>
                <a:rPr sz="1440" b="0" i="1">
                  <a:solidFill>
                    <a:srgbClr val="0E2841"/>
                  </a:solidFill>
                  <a:latin typeface="DejaVu Serif"/>
                </a:rPr>
                <a:t>φ</a:t>
              </a:r>
            </a:p>
          </p:txBody>
        </p:sp>
        <p:sp>
          <p:nvSpPr>
            <p:cNvPr id="76" name="G-step/Adverse Repr"/>
            <p:cNvSpPr txBox="1"/>
            <p:nvPr/>
          </p:nvSpPr>
          <p:spPr>
            <a:xfrm>
              <a:off x="3035300" y="2311400"/>
              <a:ext cx="1828800" cy="342900"/>
            </a:xfrm>
            <a:prstGeom prst="rect">
              <a:avLst/>
            </a:prstGeom>
            <a:noFill/>
          </p:spPr>
          <p:txBody>
            <a:bodyPr wrap="none" lIns="0" rIns="0" tIns="0" bIns="0" anchor="ctr">
              <a:spAutoFit/>
            </a:bodyPr>
            <a:lstStyle/>
            <a:p>
              <a:pPr algn="ctr">
                <a:spcBef>
                  <a:spcPts val="0"/>
                </a:spcBef>
                <a:spcAft>
                  <a:spcPts val="0"/>
                </a:spcAft>
              </a:pPr>
              <a:r>
                <a:rPr sz="1440" b="0" i="0">
                  <a:solidFill>
                    <a:srgbClr val="0E2841"/>
                  </a:solidFill>
                  <a:latin typeface="Comic Neue"/>
                </a:rPr>
                <a:t>Adverse Repr. </a:t>
              </a:r>
              <a:r>
                <a:rPr sz="1440" b="0" i="1">
                  <a:solidFill>
                    <a:srgbClr val="0E2841"/>
                  </a:solidFill>
                  <a:latin typeface="DejaVu Serif"/>
                </a:rPr>
                <a:t>ψ</a:t>
              </a:r>
            </a:p>
          </p:txBody>
        </p:sp>
        <p:sp>
          <p:nvSpPr>
            <p:cNvPr id="77" name="G-step/Static FD"/>
            <p:cNvSpPr txBox="1"/>
            <p:nvPr/>
          </p:nvSpPr>
          <p:spPr>
            <a:xfrm>
              <a:off x="838200" y="3009900"/>
              <a:ext cx="1828800" cy="330200"/>
            </a:xfrm>
            <a:prstGeom prst="rect">
              <a:avLst/>
            </a:prstGeom>
            <a:noFill/>
          </p:spPr>
          <p:txBody>
            <a:bodyPr wrap="none" lIns="0" rIns="0" tIns="0" bIns="0" anchor="ctr">
              <a:spAutoFit/>
            </a:bodyPr>
            <a:lstStyle/>
            <a:p>
              <a:pPr algn="ctr">
                <a:spcBef>
                  <a:spcPts val="0"/>
                </a:spcBef>
                <a:spcAft>
                  <a:spcPts val="0"/>
                </a:spcAft>
              </a:pPr>
              <a:r>
                <a:rPr sz="1370" b="0" i="1">
                  <a:solidFill>
                    <a:srgbClr val="0E2841"/>
                  </a:solidFill>
                  <a:latin typeface="DejaVu Serif"/>
                </a:rPr>
                <a:t>D</a:t>
              </a:r>
              <a:r>
                <a:rPr sz="1000" b="0" i="1" baseline="-25000">
                  <a:solidFill>
                    <a:srgbClr val="0E2841"/>
                  </a:solidFill>
                  <a:latin typeface="DejaVu Serif"/>
                </a:rPr>
                <a:t>static</a:t>
              </a:r>
              <a:r>
                <a:rPr sz="1370" b="0" i="1">
                  <a:solidFill>
                    <a:srgbClr val="0E2841"/>
                  </a:solidFill>
                  <a:latin typeface="DejaVu Serif"/>
                </a:rPr>
                <a:t>(p, q</a:t>
              </a:r>
              <a:r>
                <a:rPr sz="1000" b="0" i="1" baseline="-25000">
                  <a:solidFill>
                    <a:srgbClr val="0E2841"/>
                  </a:solidFill>
                  <a:latin typeface="DejaVu Serif"/>
                </a:rPr>
                <a:t>θ</a:t>
              </a:r>
              <a:r>
                <a:rPr sz="1370" b="0" i="1">
                  <a:solidFill>
                    <a:srgbClr val="0E2841"/>
                  </a:solidFill>
                  <a:latin typeface="DejaVu Serif"/>
                </a:rPr>
                <a:t>)</a:t>
              </a:r>
            </a:p>
          </p:txBody>
        </p:sp>
        <p:sp>
          <p:nvSpPr>
            <p:cNvPr id="78" name="G-step/Adverse FD"/>
            <p:cNvSpPr txBox="1"/>
            <p:nvPr/>
          </p:nvSpPr>
          <p:spPr>
            <a:xfrm>
              <a:off x="3035300" y="3009900"/>
              <a:ext cx="1828800" cy="330200"/>
            </a:xfrm>
            <a:prstGeom prst="rect">
              <a:avLst/>
            </a:prstGeom>
            <a:noFill/>
          </p:spPr>
          <p:txBody>
            <a:bodyPr wrap="none" lIns="0" rIns="0" tIns="0" bIns="0" anchor="ctr">
              <a:spAutoFit/>
            </a:bodyPr>
            <a:lstStyle/>
            <a:p>
              <a:pPr algn="ctr">
                <a:spcBef>
                  <a:spcPts val="0"/>
                </a:spcBef>
                <a:spcAft>
                  <a:spcPts val="0"/>
                </a:spcAft>
              </a:pPr>
              <a:r>
                <a:rPr sz="1370" b="0" i="1">
                  <a:solidFill>
                    <a:srgbClr val="0E2841"/>
                  </a:solidFill>
                  <a:latin typeface="DejaVu Serif"/>
                </a:rPr>
                <a:t>D</a:t>
              </a:r>
              <a:r>
                <a:rPr sz="1000" b="0" i="1" baseline="-25000">
                  <a:solidFill>
                    <a:srgbClr val="0E2841"/>
                  </a:solidFill>
                  <a:latin typeface="DejaVu Serif"/>
                </a:rPr>
                <a:t>adv</a:t>
              </a:r>
              <a:r>
                <a:rPr sz="1370" b="0" i="1">
                  <a:solidFill>
                    <a:srgbClr val="0E2841"/>
                  </a:solidFill>
                  <a:latin typeface="DejaVu Serif"/>
                </a:rPr>
                <a:t>(p, q</a:t>
              </a:r>
              <a:r>
                <a:rPr sz="1000" b="0" i="1" baseline="-25000">
                  <a:solidFill>
                    <a:srgbClr val="0E2841"/>
                  </a:solidFill>
                  <a:latin typeface="DejaVu Serif"/>
                </a:rPr>
                <a:t>θ</a:t>
              </a:r>
              <a:r>
                <a:rPr sz="1370" b="0" i="1">
                  <a:solidFill>
                    <a:srgbClr val="0E2841"/>
                  </a:solidFill>
                  <a:latin typeface="DejaVu Serif"/>
                </a:rPr>
                <a:t>)</a:t>
              </a:r>
            </a:p>
          </p:txBody>
        </p:sp>
        <p:sp>
          <p:nvSpPr>
            <p:cNvPr id="87" name="G-step/min objective"/>
            <p:cNvSpPr txBox="1"/>
            <p:nvPr/>
          </p:nvSpPr>
          <p:spPr>
            <a:xfrm>
              <a:off x="901700" y="3771900"/>
              <a:ext cx="3975100" cy="330200"/>
            </a:xfrm>
            <a:prstGeom prst="rect">
              <a:avLst/>
            </a:prstGeom>
            <a:noFill/>
          </p:spPr>
          <p:txBody>
            <a:bodyPr wrap="none" lIns="0" rIns="0" tIns="0" bIns="0" anchor="ctr">
              <a:spAutoFit/>
            </a:bodyPr>
            <a:lstStyle/>
            <a:p>
              <a:pPr algn="ctr">
                <a:spcBef>
                  <a:spcPts val="0"/>
                </a:spcBef>
                <a:spcAft>
                  <a:spcPts val="0"/>
                </a:spcAft>
              </a:pPr>
              <a:r>
                <a:rPr sz="1250" b="1" i="1">
                  <a:solidFill>
                    <a:srgbClr val="C14F15"/>
                  </a:solidFill>
                  <a:latin typeface="DejaVu Serif"/>
                </a:rPr>
                <a:t>min</a:t>
              </a:r>
              <a:r>
                <a:rPr sz="912" b="1" i="1" baseline="-25000">
                  <a:solidFill>
                    <a:srgbClr val="C14F15"/>
                  </a:solidFill>
                  <a:latin typeface="DejaVu Serif"/>
                </a:rPr>
                <a:t>θ</a:t>
              </a:r>
              <a:r>
                <a:rPr sz="1250" b="1" i="1">
                  <a:solidFill>
                    <a:srgbClr val="C14F15"/>
                  </a:solidFill>
                  <a:latin typeface="DejaVu Serif"/>
                </a:rPr>
                <a:t> D</a:t>
              </a:r>
              <a:r>
                <a:rPr sz="912" b="1" i="1" baseline="-25000">
                  <a:solidFill>
                    <a:srgbClr val="C14F15"/>
                  </a:solidFill>
                  <a:latin typeface="DejaVu Serif"/>
                </a:rPr>
                <a:t>static</a:t>
              </a:r>
              <a:r>
                <a:rPr sz="1250" b="1" i="1">
                  <a:solidFill>
                    <a:srgbClr val="C14F15"/>
                  </a:solidFill>
                  <a:latin typeface="DejaVu Serif"/>
                </a:rPr>
                <a:t>(p, q</a:t>
              </a:r>
              <a:r>
                <a:rPr sz="912" b="1" i="1" baseline="-25000">
                  <a:solidFill>
                    <a:srgbClr val="C14F15"/>
                  </a:solidFill>
                  <a:latin typeface="DejaVu Serif"/>
                </a:rPr>
                <a:t>θ</a:t>
              </a:r>
              <a:r>
                <a:rPr sz="1250" b="1" i="1">
                  <a:solidFill>
                    <a:srgbClr val="C14F15"/>
                  </a:solidFill>
                  <a:latin typeface="DejaVu Serif"/>
                </a:rPr>
                <a:t>) + λ</a:t>
              </a:r>
              <a:r>
                <a:rPr sz="912" b="1" i="1" baseline="-25000">
                  <a:solidFill>
                    <a:srgbClr val="C14F15"/>
                  </a:solidFill>
                  <a:latin typeface="DejaVu Serif"/>
                </a:rPr>
                <a:t>adv</a:t>
              </a:r>
              <a:r>
                <a:rPr sz="1250" b="1" i="1">
                  <a:solidFill>
                    <a:srgbClr val="C14F15"/>
                  </a:solidFill>
                  <a:latin typeface="DejaVu Serif"/>
                </a:rPr>
                <a:t> ∗ D</a:t>
              </a:r>
              <a:r>
                <a:rPr sz="912" b="1" i="1" baseline="-25000">
                  <a:solidFill>
                    <a:srgbClr val="C14F15"/>
                  </a:solidFill>
                  <a:latin typeface="DejaVu Serif"/>
                </a:rPr>
                <a:t>adv</a:t>
              </a:r>
              <a:r>
                <a:rPr sz="1250" b="1" i="1">
                  <a:solidFill>
                    <a:srgbClr val="C14F15"/>
                  </a:solidFill>
                  <a:latin typeface="DejaVu Serif"/>
                </a:rPr>
                <a:t>(p, q</a:t>
              </a:r>
              <a:r>
                <a:rPr sz="912" b="1" i="1" baseline="-25000">
                  <a:solidFill>
                    <a:srgbClr val="C14F15"/>
                  </a:solidFill>
                  <a:latin typeface="DejaVu Serif"/>
                </a:rPr>
                <a:t>θ</a:t>
              </a:r>
              <a:r>
                <a:rPr sz="1250" b="1" i="1">
                  <a:solidFill>
                    <a:srgbClr val="C14F15"/>
                  </a:solidFill>
                  <a:latin typeface="DejaVu Serif"/>
                </a:rPr>
                <a:t>)</a:t>
              </a:r>
            </a:p>
          </p:txBody>
        </p:sp>
        <p:sp>
          <p:nvSpPr>
            <p:cNvPr id="89" name="G-step/static frozen/white outline"/>
            <p:cNvSpPr/>
            <p:nvPr/>
          </p:nvSpPr>
          <p:spPr>
            <a:xfrm>
              <a:off x="825500" y="2137914"/>
              <a:ext cx="254000" cy="219970"/>
            </a:xfrm>
            <a:custGeom>
              <a:avLst/>
              <a:gdLst/>
              <a:ahLst/>
              <a:cxnLst/>
              <a:rect l="0" t="0" r="r" b="b"/>
              <a:pathLst>
                <a:path w="20000" h="17321">
                  <a:moveTo>
                    <a:pt x="10000" y="8660"/>
                  </a:moveTo>
                  <a:lnTo>
                    <a:pt x="20000" y="8660"/>
                  </a:lnTo>
                  <a:moveTo>
                    <a:pt x="15300" y="8660"/>
                  </a:moveTo>
                  <a:lnTo>
                    <a:pt x="13000" y="6360"/>
                  </a:lnTo>
                  <a:moveTo>
                    <a:pt x="15300" y="8660"/>
                  </a:moveTo>
                  <a:lnTo>
                    <a:pt x="13000" y="10960"/>
                  </a:lnTo>
                  <a:moveTo>
                    <a:pt x="17600" y="8660"/>
                  </a:moveTo>
                  <a:lnTo>
                    <a:pt x="15300" y="6360"/>
                  </a:lnTo>
                  <a:moveTo>
                    <a:pt x="17600" y="8660"/>
                  </a:moveTo>
                  <a:lnTo>
                    <a:pt x="15300" y="10960"/>
                  </a:lnTo>
                  <a:moveTo>
                    <a:pt x="10000" y="8660"/>
                  </a:moveTo>
                  <a:lnTo>
                    <a:pt x="15000" y="17321"/>
                  </a:lnTo>
                  <a:moveTo>
                    <a:pt x="12650" y="13250"/>
                  </a:moveTo>
                  <a:lnTo>
                    <a:pt x="13492" y="10108"/>
                  </a:lnTo>
                  <a:moveTo>
                    <a:pt x="12650" y="13250"/>
                  </a:moveTo>
                  <a:lnTo>
                    <a:pt x="9508" y="12408"/>
                  </a:lnTo>
                  <a:moveTo>
                    <a:pt x="13800" y="15242"/>
                  </a:moveTo>
                  <a:lnTo>
                    <a:pt x="14642" y="12100"/>
                  </a:lnTo>
                  <a:moveTo>
                    <a:pt x="13800" y="15242"/>
                  </a:moveTo>
                  <a:lnTo>
                    <a:pt x="10658" y="14400"/>
                  </a:lnTo>
                  <a:moveTo>
                    <a:pt x="10000" y="8660"/>
                  </a:moveTo>
                  <a:lnTo>
                    <a:pt x="5000" y="17321"/>
                  </a:lnTo>
                  <a:moveTo>
                    <a:pt x="7350" y="13250"/>
                  </a:moveTo>
                  <a:lnTo>
                    <a:pt x="10492" y="12408"/>
                  </a:lnTo>
                  <a:moveTo>
                    <a:pt x="7350" y="13250"/>
                  </a:moveTo>
                  <a:lnTo>
                    <a:pt x="6508" y="10108"/>
                  </a:lnTo>
                  <a:moveTo>
                    <a:pt x="6200" y="15242"/>
                  </a:moveTo>
                  <a:lnTo>
                    <a:pt x="9342" y="14400"/>
                  </a:lnTo>
                  <a:moveTo>
                    <a:pt x="6200" y="15242"/>
                  </a:moveTo>
                  <a:lnTo>
                    <a:pt x="5358" y="12100"/>
                  </a:lnTo>
                  <a:moveTo>
                    <a:pt x="10000" y="8660"/>
                  </a:moveTo>
                  <a:lnTo>
                    <a:pt x="0" y="8660"/>
                  </a:lnTo>
                  <a:moveTo>
                    <a:pt x="4700" y="8660"/>
                  </a:moveTo>
                  <a:lnTo>
                    <a:pt x="7000" y="10960"/>
                  </a:lnTo>
                  <a:moveTo>
                    <a:pt x="4700" y="8660"/>
                  </a:moveTo>
                  <a:lnTo>
                    <a:pt x="7000" y="6360"/>
                  </a:lnTo>
                  <a:moveTo>
                    <a:pt x="2400" y="8660"/>
                  </a:moveTo>
                  <a:lnTo>
                    <a:pt x="4700" y="10960"/>
                  </a:lnTo>
                  <a:moveTo>
                    <a:pt x="2400" y="8660"/>
                  </a:moveTo>
                  <a:lnTo>
                    <a:pt x="4700" y="6360"/>
                  </a:lnTo>
                  <a:moveTo>
                    <a:pt x="10000" y="8660"/>
                  </a:moveTo>
                  <a:lnTo>
                    <a:pt x="5000" y="0"/>
                  </a:lnTo>
                  <a:moveTo>
                    <a:pt x="7350" y="4070"/>
                  </a:moveTo>
                  <a:lnTo>
                    <a:pt x="6508" y="7212"/>
                  </a:lnTo>
                  <a:moveTo>
                    <a:pt x="7350" y="4070"/>
                  </a:moveTo>
                  <a:lnTo>
                    <a:pt x="10492" y="4912"/>
                  </a:lnTo>
                  <a:moveTo>
                    <a:pt x="6200" y="2078"/>
                  </a:moveTo>
                  <a:lnTo>
                    <a:pt x="5358" y="5220"/>
                  </a:lnTo>
                  <a:moveTo>
                    <a:pt x="6200" y="2078"/>
                  </a:moveTo>
                  <a:lnTo>
                    <a:pt x="9342" y="2920"/>
                  </a:lnTo>
                  <a:moveTo>
                    <a:pt x="10000" y="8660"/>
                  </a:moveTo>
                  <a:lnTo>
                    <a:pt x="15000" y="0"/>
                  </a:lnTo>
                  <a:moveTo>
                    <a:pt x="12650" y="4070"/>
                  </a:moveTo>
                  <a:lnTo>
                    <a:pt x="9508" y="4912"/>
                  </a:lnTo>
                  <a:moveTo>
                    <a:pt x="12650" y="4070"/>
                  </a:moveTo>
                  <a:lnTo>
                    <a:pt x="13492" y="7212"/>
                  </a:lnTo>
                  <a:moveTo>
                    <a:pt x="13800" y="2078"/>
                  </a:moveTo>
                  <a:lnTo>
                    <a:pt x="10658" y="2920"/>
                  </a:lnTo>
                  <a:moveTo>
                    <a:pt x="13800" y="2078"/>
                  </a:moveTo>
                  <a:lnTo>
                    <a:pt x="14642" y="5220"/>
                  </a:lnTo>
                </a:path>
              </a:pathLst>
            </a:custGeom>
            <a:noFill/>
            <a:ln w="317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 name="G-step/static frozen/blue crystal"/>
            <p:cNvSpPr/>
            <p:nvPr/>
          </p:nvSpPr>
          <p:spPr>
            <a:xfrm>
              <a:off x="825500" y="2137914"/>
              <a:ext cx="254000" cy="219970"/>
            </a:xfrm>
            <a:custGeom>
              <a:avLst/>
              <a:gdLst/>
              <a:ahLst/>
              <a:cxnLst/>
              <a:rect l="0" t="0" r="r" b="b"/>
              <a:pathLst>
                <a:path w="20000" h="17321">
                  <a:moveTo>
                    <a:pt x="10000" y="8660"/>
                  </a:moveTo>
                  <a:lnTo>
                    <a:pt x="20000" y="8660"/>
                  </a:lnTo>
                  <a:moveTo>
                    <a:pt x="15300" y="8660"/>
                  </a:moveTo>
                  <a:lnTo>
                    <a:pt x="13000" y="6360"/>
                  </a:lnTo>
                  <a:moveTo>
                    <a:pt x="15300" y="8660"/>
                  </a:moveTo>
                  <a:lnTo>
                    <a:pt x="13000" y="10960"/>
                  </a:lnTo>
                  <a:moveTo>
                    <a:pt x="17600" y="8660"/>
                  </a:moveTo>
                  <a:lnTo>
                    <a:pt x="15300" y="6360"/>
                  </a:lnTo>
                  <a:moveTo>
                    <a:pt x="17600" y="8660"/>
                  </a:moveTo>
                  <a:lnTo>
                    <a:pt x="15300" y="10960"/>
                  </a:lnTo>
                  <a:moveTo>
                    <a:pt x="10000" y="8660"/>
                  </a:moveTo>
                  <a:lnTo>
                    <a:pt x="15000" y="17321"/>
                  </a:lnTo>
                  <a:moveTo>
                    <a:pt x="12650" y="13250"/>
                  </a:moveTo>
                  <a:lnTo>
                    <a:pt x="13492" y="10108"/>
                  </a:lnTo>
                  <a:moveTo>
                    <a:pt x="12650" y="13250"/>
                  </a:moveTo>
                  <a:lnTo>
                    <a:pt x="9508" y="12408"/>
                  </a:lnTo>
                  <a:moveTo>
                    <a:pt x="13800" y="15242"/>
                  </a:moveTo>
                  <a:lnTo>
                    <a:pt x="14642" y="12100"/>
                  </a:lnTo>
                  <a:moveTo>
                    <a:pt x="13800" y="15242"/>
                  </a:moveTo>
                  <a:lnTo>
                    <a:pt x="10658" y="14400"/>
                  </a:lnTo>
                  <a:moveTo>
                    <a:pt x="10000" y="8660"/>
                  </a:moveTo>
                  <a:lnTo>
                    <a:pt x="5000" y="17321"/>
                  </a:lnTo>
                  <a:moveTo>
                    <a:pt x="7350" y="13250"/>
                  </a:moveTo>
                  <a:lnTo>
                    <a:pt x="10492" y="12408"/>
                  </a:lnTo>
                  <a:moveTo>
                    <a:pt x="7350" y="13250"/>
                  </a:moveTo>
                  <a:lnTo>
                    <a:pt x="6508" y="10108"/>
                  </a:lnTo>
                  <a:moveTo>
                    <a:pt x="6200" y="15242"/>
                  </a:moveTo>
                  <a:lnTo>
                    <a:pt x="9342" y="14400"/>
                  </a:lnTo>
                  <a:moveTo>
                    <a:pt x="6200" y="15242"/>
                  </a:moveTo>
                  <a:lnTo>
                    <a:pt x="5358" y="12100"/>
                  </a:lnTo>
                  <a:moveTo>
                    <a:pt x="10000" y="8660"/>
                  </a:moveTo>
                  <a:lnTo>
                    <a:pt x="0" y="8660"/>
                  </a:lnTo>
                  <a:moveTo>
                    <a:pt x="4700" y="8660"/>
                  </a:moveTo>
                  <a:lnTo>
                    <a:pt x="7000" y="10960"/>
                  </a:lnTo>
                  <a:moveTo>
                    <a:pt x="4700" y="8660"/>
                  </a:moveTo>
                  <a:lnTo>
                    <a:pt x="7000" y="6360"/>
                  </a:lnTo>
                  <a:moveTo>
                    <a:pt x="2400" y="8660"/>
                  </a:moveTo>
                  <a:lnTo>
                    <a:pt x="4700" y="10960"/>
                  </a:lnTo>
                  <a:moveTo>
                    <a:pt x="2400" y="8660"/>
                  </a:moveTo>
                  <a:lnTo>
                    <a:pt x="4700" y="6360"/>
                  </a:lnTo>
                  <a:moveTo>
                    <a:pt x="10000" y="8660"/>
                  </a:moveTo>
                  <a:lnTo>
                    <a:pt x="5000" y="0"/>
                  </a:lnTo>
                  <a:moveTo>
                    <a:pt x="7350" y="4070"/>
                  </a:moveTo>
                  <a:lnTo>
                    <a:pt x="6508" y="7212"/>
                  </a:lnTo>
                  <a:moveTo>
                    <a:pt x="7350" y="4070"/>
                  </a:moveTo>
                  <a:lnTo>
                    <a:pt x="10492" y="4912"/>
                  </a:lnTo>
                  <a:moveTo>
                    <a:pt x="6200" y="2078"/>
                  </a:moveTo>
                  <a:lnTo>
                    <a:pt x="5358" y="5220"/>
                  </a:lnTo>
                  <a:moveTo>
                    <a:pt x="6200" y="2078"/>
                  </a:moveTo>
                  <a:lnTo>
                    <a:pt x="9342" y="2920"/>
                  </a:lnTo>
                  <a:moveTo>
                    <a:pt x="10000" y="8660"/>
                  </a:moveTo>
                  <a:lnTo>
                    <a:pt x="15000" y="0"/>
                  </a:lnTo>
                  <a:moveTo>
                    <a:pt x="12650" y="4070"/>
                  </a:moveTo>
                  <a:lnTo>
                    <a:pt x="9508" y="4912"/>
                  </a:lnTo>
                  <a:moveTo>
                    <a:pt x="12650" y="4070"/>
                  </a:moveTo>
                  <a:lnTo>
                    <a:pt x="13492" y="7212"/>
                  </a:lnTo>
                  <a:moveTo>
                    <a:pt x="13800" y="2078"/>
                  </a:moveTo>
                  <a:lnTo>
                    <a:pt x="10658" y="2920"/>
                  </a:lnTo>
                  <a:moveTo>
                    <a:pt x="13800" y="2078"/>
                  </a:moveTo>
                  <a:lnTo>
                    <a:pt x="14642" y="5220"/>
                  </a:lnTo>
                </a:path>
              </a:pathLst>
            </a:custGeom>
            <a:noFill/>
            <a:ln w="12700">
              <a:solidFill>
                <a:srgbClr val="83B8D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 name="G-step/adverse frozen/white outline"/>
            <p:cNvSpPr/>
            <p:nvPr/>
          </p:nvSpPr>
          <p:spPr>
            <a:xfrm>
              <a:off x="2959100" y="2137914"/>
              <a:ext cx="254000" cy="219970"/>
            </a:xfrm>
            <a:custGeom>
              <a:avLst/>
              <a:gdLst/>
              <a:ahLst/>
              <a:cxnLst/>
              <a:rect l="0" t="0" r="r" b="b"/>
              <a:pathLst>
                <a:path w="20000" h="17321">
                  <a:moveTo>
                    <a:pt x="10000" y="8660"/>
                  </a:moveTo>
                  <a:lnTo>
                    <a:pt x="20000" y="8660"/>
                  </a:lnTo>
                  <a:moveTo>
                    <a:pt x="15300" y="8660"/>
                  </a:moveTo>
                  <a:lnTo>
                    <a:pt x="13000" y="6360"/>
                  </a:lnTo>
                  <a:moveTo>
                    <a:pt x="15300" y="8660"/>
                  </a:moveTo>
                  <a:lnTo>
                    <a:pt x="13000" y="10960"/>
                  </a:lnTo>
                  <a:moveTo>
                    <a:pt x="17600" y="8660"/>
                  </a:moveTo>
                  <a:lnTo>
                    <a:pt x="15300" y="6360"/>
                  </a:lnTo>
                  <a:moveTo>
                    <a:pt x="17600" y="8660"/>
                  </a:moveTo>
                  <a:lnTo>
                    <a:pt x="15300" y="10960"/>
                  </a:lnTo>
                  <a:moveTo>
                    <a:pt x="10000" y="8660"/>
                  </a:moveTo>
                  <a:lnTo>
                    <a:pt x="15000" y="17321"/>
                  </a:lnTo>
                  <a:moveTo>
                    <a:pt x="12650" y="13250"/>
                  </a:moveTo>
                  <a:lnTo>
                    <a:pt x="13492" y="10108"/>
                  </a:lnTo>
                  <a:moveTo>
                    <a:pt x="12650" y="13250"/>
                  </a:moveTo>
                  <a:lnTo>
                    <a:pt x="9508" y="12408"/>
                  </a:lnTo>
                  <a:moveTo>
                    <a:pt x="13800" y="15242"/>
                  </a:moveTo>
                  <a:lnTo>
                    <a:pt x="14642" y="12100"/>
                  </a:lnTo>
                  <a:moveTo>
                    <a:pt x="13800" y="15242"/>
                  </a:moveTo>
                  <a:lnTo>
                    <a:pt x="10658" y="14400"/>
                  </a:lnTo>
                  <a:moveTo>
                    <a:pt x="10000" y="8660"/>
                  </a:moveTo>
                  <a:lnTo>
                    <a:pt x="5000" y="17321"/>
                  </a:lnTo>
                  <a:moveTo>
                    <a:pt x="7350" y="13250"/>
                  </a:moveTo>
                  <a:lnTo>
                    <a:pt x="10492" y="12408"/>
                  </a:lnTo>
                  <a:moveTo>
                    <a:pt x="7350" y="13250"/>
                  </a:moveTo>
                  <a:lnTo>
                    <a:pt x="6508" y="10108"/>
                  </a:lnTo>
                  <a:moveTo>
                    <a:pt x="6200" y="15242"/>
                  </a:moveTo>
                  <a:lnTo>
                    <a:pt x="9342" y="14400"/>
                  </a:lnTo>
                  <a:moveTo>
                    <a:pt x="6200" y="15242"/>
                  </a:moveTo>
                  <a:lnTo>
                    <a:pt x="5358" y="12100"/>
                  </a:lnTo>
                  <a:moveTo>
                    <a:pt x="10000" y="8660"/>
                  </a:moveTo>
                  <a:lnTo>
                    <a:pt x="0" y="8660"/>
                  </a:lnTo>
                  <a:moveTo>
                    <a:pt x="4700" y="8660"/>
                  </a:moveTo>
                  <a:lnTo>
                    <a:pt x="7000" y="10960"/>
                  </a:lnTo>
                  <a:moveTo>
                    <a:pt x="4700" y="8660"/>
                  </a:moveTo>
                  <a:lnTo>
                    <a:pt x="7000" y="6360"/>
                  </a:lnTo>
                  <a:moveTo>
                    <a:pt x="2400" y="8660"/>
                  </a:moveTo>
                  <a:lnTo>
                    <a:pt x="4700" y="10960"/>
                  </a:lnTo>
                  <a:moveTo>
                    <a:pt x="2400" y="8660"/>
                  </a:moveTo>
                  <a:lnTo>
                    <a:pt x="4700" y="6360"/>
                  </a:lnTo>
                  <a:moveTo>
                    <a:pt x="10000" y="8660"/>
                  </a:moveTo>
                  <a:lnTo>
                    <a:pt x="5000" y="0"/>
                  </a:lnTo>
                  <a:moveTo>
                    <a:pt x="7350" y="4070"/>
                  </a:moveTo>
                  <a:lnTo>
                    <a:pt x="6508" y="7212"/>
                  </a:lnTo>
                  <a:moveTo>
                    <a:pt x="7350" y="4070"/>
                  </a:moveTo>
                  <a:lnTo>
                    <a:pt x="10492" y="4912"/>
                  </a:lnTo>
                  <a:moveTo>
                    <a:pt x="6200" y="2078"/>
                  </a:moveTo>
                  <a:lnTo>
                    <a:pt x="5358" y="5220"/>
                  </a:lnTo>
                  <a:moveTo>
                    <a:pt x="6200" y="2078"/>
                  </a:moveTo>
                  <a:lnTo>
                    <a:pt x="9342" y="2920"/>
                  </a:lnTo>
                  <a:moveTo>
                    <a:pt x="10000" y="8660"/>
                  </a:moveTo>
                  <a:lnTo>
                    <a:pt x="15000" y="0"/>
                  </a:lnTo>
                  <a:moveTo>
                    <a:pt x="12650" y="4070"/>
                  </a:moveTo>
                  <a:lnTo>
                    <a:pt x="9508" y="4912"/>
                  </a:lnTo>
                  <a:moveTo>
                    <a:pt x="12650" y="4070"/>
                  </a:moveTo>
                  <a:lnTo>
                    <a:pt x="13492" y="7212"/>
                  </a:lnTo>
                  <a:moveTo>
                    <a:pt x="13800" y="2078"/>
                  </a:moveTo>
                  <a:lnTo>
                    <a:pt x="10658" y="2920"/>
                  </a:lnTo>
                  <a:moveTo>
                    <a:pt x="13800" y="2078"/>
                  </a:moveTo>
                  <a:lnTo>
                    <a:pt x="14642" y="5220"/>
                  </a:lnTo>
                </a:path>
              </a:pathLst>
            </a:custGeom>
            <a:noFill/>
            <a:ln w="317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 name="G-step/adverse frozen/blue crystal"/>
            <p:cNvSpPr/>
            <p:nvPr/>
          </p:nvSpPr>
          <p:spPr>
            <a:xfrm>
              <a:off x="2959100" y="2137914"/>
              <a:ext cx="254000" cy="219970"/>
            </a:xfrm>
            <a:custGeom>
              <a:avLst/>
              <a:gdLst/>
              <a:ahLst/>
              <a:cxnLst/>
              <a:rect l="0" t="0" r="r" b="b"/>
              <a:pathLst>
                <a:path w="20000" h="17321">
                  <a:moveTo>
                    <a:pt x="10000" y="8660"/>
                  </a:moveTo>
                  <a:lnTo>
                    <a:pt x="20000" y="8660"/>
                  </a:lnTo>
                  <a:moveTo>
                    <a:pt x="15300" y="8660"/>
                  </a:moveTo>
                  <a:lnTo>
                    <a:pt x="13000" y="6360"/>
                  </a:lnTo>
                  <a:moveTo>
                    <a:pt x="15300" y="8660"/>
                  </a:moveTo>
                  <a:lnTo>
                    <a:pt x="13000" y="10960"/>
                  </a:lnTo>
                  <a:moveTo>
                    <a:pt x="17600" y="8660"/>
                  </a:moveTo>
                  <a:lnTo>
                    <a:pt x="15300" y="6360"/>
                  </a:lnTo>
                  <a:moveTo>
                    <a:pt x="17600" y="8660"/>
                  </a:moveTo>
                  <a:lnTo>
                    <a:pt x="15300" y="10960"/>
                  </a:lnTo>
                  <a:moveTo>
                    <a:pt x="10000" y="8660"/>
                  </a:moveTo>
                  <a:lnTo>
                    <a:pt x="15000" y="17321"/>
                  </a:lnTo>
                  <a:moveTo>
                    <a:pt x="12650" y="13250"/>
                  </a:moveTo>
                  <a:lnTo>
                    <a:pt x="13492" y="10108"/>
                  </a:lnTo>
                  <a:moveTo>
                    <a:pt x="12650" y="13250"/>
                  </a:moveTo>
                  <a:lnTo>
                    <a:pt x="9508" y="12408"/>
                  </a:lnTo>
                  <a:moveTo>
                    <a:pt x="13800" y="15242"/>
                  </a:moveTo>
                  <a:lnTo>
                    <a:pt x="14642" y="12100"/>
                  </a:lnTo>
                  <a:moveTo>
                    <a:pt x="13800" y="15242"/>
                  </a:moveTo>
                  <a:lnTo>
                    <a:pt x="10658" y="14400"/>
                  </a:lnTo>
                  <a:moveTo>
                    <a:pt x="10000" y="8660"/>
                  </a:moveTo>
                  <a:lnTo>
                    <a:pt x="5000" y="17321"/>
                  </a:lnTo>
                  <a:moveTo>
                    <a:pt x="7350" y="13250"/>
                  </a:moveTo>
                  <a:lnTo>
                    <a:pt x="10492" y="12408"/>
                  </a:lnTo>
                  <a:moveTo>
                    <a:pt x="7350" y="13250"/>
                  </a:moveTo>
                  <a:lnTo>
                    <a:pt x="6508" y="10108"/>
                  </a:lnTo>
                  <a:moveTo>
                    <a:pt x="6200" y="15242"/>
                  </a:moveTo>
                  <a:lnTo>
                    <a:pt x="9342" y="14400"/>
                  </a:lnTo>
                  <a:moveTo>
                    <a:pt x="6200" y="15242"/>
                  </a:moveTo>
                  <a:lnTo>
                    <a:pt x="5358" y="12100"/>
                  </a:lnTo>
                  <a:moveTo>
                    <a:pt x="10000" y="8660"/>
                  </a:moveTo>
                  <a:lnTo>
                    <a:pt x="0" y="8660"/>
                  </a:lnTo>
                  <a:moveTo>
                    <a:pt x="4700" y="8660"/>
                  </a:moveTo>
                  <a:lnTo>
                    <a:pt x="7000" y="10960"/>
                  </a:lnTo>
                  <a:moveTo>
                    <a:pt x="4700" y="8660"/>
                  </a:moveTo>
                  <a:lnTo>
                    <a:pt x="7000" y="6360"/>
                  </a:lnTo>
                  <a:moveTo>
                    <a:pt x="2400" y="8660"/>
                  </a:moveTo>
                  <a:lnTo>
                    <a:pt x="4700" y="10960"/>
                  </a:lnTo>
                  <a:moveTo>
                    <a:pt x="2400" y="8660"/>
                  </a:moveTo>
                  <a:lnTo>
                    <a:pt x="4700" y="6360"/>
                  </a:lnTo>
                  <a:moveTo>
                    <a:pt x="10000" y="8660"/>
                  </a:moveTo>
                  <a:lnTo>
                    <a:pt x="5000" y="0"/>
                  </a:lnTo>
                  <a:moveTo>
                    <a:pt x="7350" y="4070"/>
                  </a:moveTo>
                  <a:lnTo>
                    <a:pt x="6508" y="7212"/>
                  </a:lnTo>
                  <a:moveTo>
                    <a:pt x="7350" y="4070"/>
                  </a:moveTo>
                  <a:lnTo>
                    <a:pt x="10492" y="4912"/>
                  </a:lnTo>
                  <a:moveTo>
                    <a:pt x="6200" y="2078"/>
                  </a:moveTo>
                  <a:lnTo>
                    <a:pt x="5358" y="5220"/>
                  </a:lnTo>
                  <a:moveTo>
                    <a:pt x="6200" y="2078"/>
                  </a:moveTo>
                  <a:lnTo>
                    <a:pt x="9342" y="2920"/>
                  </a:lnTo>
                  <a:moveTo>
                    <a:pt x="10000" y="8660"/>
                  </a:moveTo>
                  <a:lnTo>
                    <a:pt x="15000" y="0"/>
                  </a:lnTo>
                  <a:moveTo>
                    <a:pt x="12650" y="4070"/>
                  </a:moveTo>
                  <a:lnTo>
                    <a:pt x="9508" y="4912"/>
                  </a:lnTo>
                  <a:moveTo>
                    <a:pt x="12650" y="4070"/>
                  </a:moveTo>
                  <a:lnTo>
                    <a:pt x="13492" y="7212"/>
                  </a:lnTo>
                  <a:moveTo>
                    <a:pt x="13800" y="2078"/>
                  </a:moveTo>
                  <a:lnTo>
                    <a:pt x="10658" y="2920"/>
                  </a:lnTo>
                  <a:moveTo>
                    <a:pt x="13800" y="2078"/>
                  </a:moveTo>
                  <a:lnTo>
                    <a:pt x="14642" y="5220"/>
                  </a:lnTo>
                </a:path>
              </a:pathLst>
            </a:custGeom>
            <a:noFill/>
            <a:ln w="12700">
              <a:solidFill>
                <a:srgbClr val="83B8D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 name="G-step/generator training/red"/>
            <p:cNvSpPr/>
            <p:nvPr/>
          </p:nvSpPr>
          <p:spPr>
            <a:xfrm>
              <a:off x="2710180" y="76200"/>
              <a:ext cx="274319" cy="284480"/>
            </a:xfrm>
            <a:custGeom>
              <a:avLst/>
              <a:gdLst/>
              <a:ahLst/>
              <a:cxnLst/>
              <a:rect l="0" t="0" r="r" b="b"/>
              <a:pathLst>
                <a:path w="21600" h="22400">
                  <a:moveTo>
                    <a:pt x="9600" y="21600"/>
                  </a:moveTo>
                  <a:cubicBezTo>
                    <a:pt x="0" y="18400"/>
                    <a:pt x="3200" y="10400"/>
                    <a:pt x="5600" y="8000"/>
                  </a:cubicBezTo>
                  <a:cubicBezTo>
                    <a:pt x="4800" y="12800"/>
                    <a:pt x="8800" y="13600"/>
                    <a:pt x="8000" y="8800"/>
                  </a:cubicBezTo>
                  <a:cubicBezTo>
                    <a:pt x="6400" y="5600"/>
                    <a:pt x="12000" y="4000"/>
                    <a:pt x="9600" y="0"/>
                  </a:cubicBezTo>
                  <a:cubicBezTo>
                    <a:pt x="18400" y="4000"/>
                    <a:pt x="14400" y="9600"/>
                    <a:pt x="16800" y="7200"/>
                  </a:cubicBezTo>
                  <a:cubicBezTo>
                    <a:pt x="21600" y="12800"/>
                    <a:pt x="19200" y="20000"/>
                    <a:pt x="13600" y="21600"/>
                  </a:cubicBezTo>
                  <a:cubicBezTo>
                    <a:pt x="12000" y="22400"/>
                    <a:pt x="10400" y="22400"/>
                    <a:pt x="9600" y="21600"/>
                  </a:cubicBezTo>
                  <a:close/>
                </a:path>
              </a:pathLst>
            </a:custGeom>
            <a:solidFill>
              <a:srgbClr val="FF18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 name="G-step/generator training/gold"/>
            <p:cNvSpPr/>
            <p:nvPr/>
          </p:nvSpPr>
          <p:spPr>
            <a:xfrm>
              <a:off x="2791460" y="208279"/>
              <a:ext cx="121919" cy="132080"/>
            </a:xfrm>
            <a:custGeom>
              <a:avLst/>
              <a:gdLst/>
              <a:ahLst/>
              <a:cxnLst/>
              <a:rect l="0" t="0" r="r" b="b"/>
              <a:pathLst>
                <a:path w="9600" h="10400">
                  <a:moveTo>
                    <a:pt x="4000" y="10400"/>
                  </a:moveTo>
                  <a:cubicBezTo>
                    <a:pt x="0" y="8800"/>
                    <a:pt x="0" y="4000"/>
                    <a:pt x="2400" y="1600"/>
                  </a:cubicBezTo>
                  <a:cubicBezTo>
                    <a:pt x="2400" y="5600"/>
                    <a:pt x="5600" y="5600"/>
                    <a:pt x="4800" y="0"/>
                  </a:cubicBezTo>
                  <a:cubicBezTo>
                    <a:pt x="9600" y="3200"/>
                    <a:pt x="9600" y="8800"/>
                    <a:pt x="5600" y="10400"/>
                  </a:cubicBezTo>
                  <a:close/>
                </a:path>
              </a:pathLst>
            </a:custGeom>
            <a:solidFill>
              <a:srgbClr val="FFD5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7" name="G-step/update label"/>
            <p:cNvSpPr txBox="1"/>
            <p:nvPr/>
          </p:nvSpPr>
          <p:spPr>
            <a:xfrm>
              <a:off x="2743200" y="4648200"/>
              <a:ext cx="952500" cy="304800"/>
            </a:xfrm>
            <a:prstGeom prst="rect">
              <a:avLst/>
            </a:prstGeom>
            <a:noFill/>
          </p:spPr>
          <p:txBody>
            <a:bodyPr wrap="none" lIns="0" rIns="0" tIns="0" bIns="0" anchor="ctr">
              <a:spAutoFit/>
            </a:bodyPr>
            <a:lstStyle/>
            <a:p>
              <a:pPr algn="ctr">
                <a:spcBef>
                  <a:spcPts val="0"/>
                </a:spcBef>
                <a:spcAft>
                  <a:spcPts val="0"/>
                </a:spcAft>
              </a:pPr>
              <a:r>
                <a:rPr sz="1430" b="0" i="0">
                  <a:solidFill>
                    <a:srgbClr val="000000"/>
                  </a:solidFill>
                  <a:latin typeface="Comic Neue"/>
                </a:rPr>
                <a:t>Update </a:t>
              </a:r>
              <a:r>
                <a:rPr sz="1430" b="0" i="0">
                  <a:solidFill>
                    <a:srgbClr val="000000"/>
                  </a:solidFill>
                  <a:latin typeface="DejaVu Serif"/>
                </a:rPr>
                <a:t>G</a:t>
              </a:r>
              <a:r>
                <a:rPr sz="1043" b="0" i="0" baseline="-25000">
                  <a:solidFill>
                    <a:srgbClr val="000000"/>
                  </a:solidFill>
                  <a:latin typeface="DejaVu Serif"/>
                </a:rPr>
                <a:t>θ</a:t>
              </a:r>
            </a:p>
          </p:txBody>
        </p:sp>
        <p:sp>
          <p:nvSpPr>
            <p:cNvPr id="768" name="G-step/action label"/>
            <p:cNvSpPr txBox="1"/>
            <p:nvPr/>
          </p:nvSpPr>
          <p:spPr>
            <a:xfrm>
              <a:off x="2743200" y="5067300"/>
              <a:ext cx="952500" cy="304800"/>
            </a:xfrm>
            <a:prstGeom prst="rect">
              <a:avLst/>
            </a:prstGeom>
            <a:noFill/>
          </p:spPr>
          <p:txBody>
            <a:bodyPr wrap="none" lIns="0" rIns="0" tIns="0" bIns="0" anchor="ctr">
              <a:spAutoFit/>
            </a:bodyPr>
            <a:lstStyle/>
            <a:p>
              <a:pPr algn="ctr">
                <a:spcBef>
                  <a:spcPts val="0"/>
                </a:spcBef>
                <a:spcAft>
                  <a:spcPts val="0"/>
                </a:spcAft>
              </a:pPr>
              <a:r>
                <a:rPr sz="1430" b="0" i="0">
                  <a:solidFill>
                    <a:srgbClr val="000000"/>
                  </a:solidFill>
                  <a:latin typeface="Comic Neue"/>
                </a:rPr>
                <a:t>Pull Closer</a:t>
              </a:r>
            </a:p>
          </p:txBody>
        </p:sp>
        <p:sp>
          <p:nvSpPr>
            <p:cNvPr id="771" name="G-step/panel title"/>
            <p:cNvSpPr txBox="1"/>
            <p:nvPr/>
          </p:nvSpPr>
          <p:spPr>
            <a:xfrm>
              <a:off x="1917700" y="5626100"/>
              <a:ext cx="2311400" cy="381000"/>
            </a:xfrm>
            <a:prstGeom prst="rect">
              <a:avLst/>
            </a:prstGeom>
            <a:noFill/>
          </p:spPr>
          <p:txBody>
            <a:bodyPr wrap="none" lIns="0" rIns="0" tIns="0" bIns="0" anchor="ctr">
              <a:spAutoFit/>
            </a:bodyPr>
            <a:lstStyle/>
            <a:p>
              <a:pPr algn="ctr">
                <a:spcBef>
                  <a:spcPts val="0"/>
                </a:spcBef>
                <a:spcAft>
                  <a:spcPts val="0"/>
                </a:spcAft>
              </a:pPr>
              <a:r>
                <a:rPr sz="1650" b="1" i="0">
                  <a:solidFill>
                    <a:srgbClr val="000000"/>
                  </a:solidFill>
                  <a:latin typeface="Comic Neue"/>
                </a:rPr>
                <a:t>(a) G-step Training</a:t>
              </a:r>
            </a:p>
          </p:txBody>
        </p:sp>
      </p:grpSp>
      <p:grpSp>
        <p:nvGrpSpPr>
          <p:cNvPr id="9" name="D-step"/>
          <p:cNvGrpSpPr/>
          <p:nvPr/>
        </p:nvGrpSpPr>
        <p:grpSpPr>
          <a:xfrm>
            <a:off x="6299200" y="118614"/>
            <a:ext cx="4034536" cy="5888486"/>
            <a:chOff x="6299200" y="118614"/>
            <a:chExt cx="4034536" cy="5888486"/>
          </a:xfrm>
        </p:grpSpPr>
        <p:sp>
          <p:nvSpPr>
            <p:cNvPr id="10" name="D-step/static loss background"/>
            <p:cNvSpPr/>
            <p:nvPr/>
          </p:nvSpPr>
          <p:spPr>
            <a:xfrm>
              <a:off x="6309359" y="3014726"/>
              <a:ext cx="1819656" cy="329310"/>
            </a:xfrm>
            <a:custGeom>
              <a:avLst/>
              <a:gdLst/>
              <a:ahLst/>
              <a:cxnLst/>
              <a:rect l="0" t="0" r="r" b="b"/>
              <a:pathLst>
                <a:path w="143280" h="25930">
                  <a:moveTo>
                    <a:pt x="0" y="4320"/>
                  </a:moveTo>
                  <a:cubicBezTo>
                    <a:pt x="0" y="1930"/>
                    <a:pt x="1930" y="0"/>
                    <a:pt x="4320" y="0"/>
                  </a:cubicBezTo>
                  <a:lnTo>
                    <a:pt x="138960" y="0"/>
                  </a:lnTo>
                  <a:cubicBezTo>
                    <a:pt x="141350" y="0"/>
                    <a:pt x="143280" y="1930"/>
                    <a:pt x="143280" y="4320"/>
                  </a:cubicBezTo>
                  <a:lnTo>
                    <a:pt x="143280" y="21600"/>
                  </a:lnTo>
                  <a:cubicBezTo>
                    <a:pt x="143280" y="23990"/>
                    <a:pt x="141350" y="25930"/>
                    <a:pt x="138960" y="25930"/>
                  </a:cubicBezTo>
                  <a:lnTo>
                    <a:pt x="4320" y="25930"/>
                  </a:lnTo>
                  <a:cubicBezTo>
                    <a:pt x="1930" y="25930"/>
                    <a:pt x="0" y="23990"/>
                    <a:pt x="0" y="21600"/>
                  </a:cubicBezTo>
                  <a:lnTo>
                    <a:pt x="0" y="4320"/>
                  </a:lnTo>
                </a:path>
              </a:pathLst>
            </a:custGeom>
            <a:solidFill>
              <a:srgbClr val="FAEA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D-step/adversarial loss background"/>
            <p:cNvSpPr/>
            <p:nvPr/>
          </p:nvSpPr>
          <p:spPr>
            <a:xfrm>
              <a:off x="8503919" y="3014726"/>
              <a:ext cx="1819656" cy="329310"/>
            </a:xfrm>
            <a:custGeom>
              <a:avLst/>
              <a:gdLst/>
              <a:ahLst/>
              <a:cxnLst/>
              <a:rect l="0" t="0" r="r" b="b"/>
              <a:pathLst>
                <a:path w="143280" h="25930">
                  <a:moveTo>
                    <a:pt x="0" y="4320"/>
                  </a:moveTo>
                  <a:cubicBezTo>
                    <a:pt x="0" y="1930"/>
                    <a:pt x="1930" y="0"/>
                    <a:pt x="4320" y="0"/>
                  </a:cubicBezTo>
                  <a:lnTo>
                    <a:pt x="138960" y="0"/>
                  </a:lnTo>
                  <a:cubicBezTo>
                    <a:pt x="141350" y="0"/>
                    <a:pt x="143280" y="1930"/>
                    <a:pt x="143280" y="4320"/>
                  </a:cubicBezTo>
                  <a:lnTo>
                    <a:pt x="143280" y="21600"/>
                  </a:lnTo>
                  <a:cubicBezTo>
                    <a:pt x="143280" y="23990"/>
                    <a:pt x="141350" y="25930"/>
                    <a:pt x="138960" y="25930"/>
                  </a:cubicBezTo>
                  <a:lnTo>
                    <a:pt x="4320" y="25930"/>
                  </a:lnTo>
                  <a:cubicBezTo>
                    <a:pt x="1930" y="25930"/>
                    <a:pt x="0" y="23990"/>
                    <a:pt x="0" y="21600"/>
                  </a:cubicBezTo>
                  <a:lnTo>
                    <a:pt x="0" y="4320"/>
                  </a:lnTo>
                </a:path>
              </a:pathLst>
            </a:custGeom>
            <a:solidFill>
              <a:srgbClr val="FAEA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D-step/objective background"/>
            <p:cNvSpPr/>
            <p:nvPr/>
          </p:nvSpPr>
          <p:spPr>
            <a:xfrm>
              <a:off x="6336792" y="3773804"/>
              <a:ext cx="3977639" cy="320166"/>
            </a:xfrm>
            <a:custGeom>
              <a:avLst/>
              <a:gdLst/>
              <a:ahLst/>
              <a:cxnLst/>
              <a:rect l="0" t="0" r="r" b="b"/>
              <a:pathLst>
                <a:path w="313200" h="25210">
                  <a:moveTo>
                    <a:pt x="0" y="4210"/>
                  </a:moveTo>
                  <a:cubicBezTo>
                    <a:pt x="0" y="1890"/>
                    <a:pt x="1880" y="0"/>
                    <a:pt x="4200" y="0"/>
                  </a:cubicBezTo>
                  <a:lnTo>
                    <a:pt x="309000" y="0"/>
                  </a:lnTo>
                  <a:cubicBezTo>
                    <a:pt x="311320" y="0"/>
                    <a:pt x="313200" y="1890"/>
                    <a:pt x="313200" y="4210"/>
                  </a:cubicBezTo>
                  <a:lnTo>
                    <a:pt x="313200" y="21010"/>
                  </a:lnTo>
                  <a:cubicBezTo>
                    <a:pt x="313200" y="23330"/>
                    <a:pt x="311320" y="25210"/>
                    <a:pt x="309000" y="25210"/>
                  </a:cubicBezTo>
                  <a:lnTo>
                    <a:pt x="4200" y="25210"/>
                  </a:lnTo>
                  <a:cubicBezTo>
                    <a:pt x="1880" y="25210"/>
                    <a:pt x="0" y="23330"/>
                    <a:pt x="0" y="21010"/>
                  </a:cubicBezTo>
                  <a:lnTo>
                    <a:pt x="0" y="4210"/>
                  </a:lnTo>
                </a:path>
              </a:pathLst>
            </a:custGeom>
            <a:solidFill>
              <a:srgbClr val="FAEA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D-step/frozen generator"/>
            <p:cNvSpPr/>
            <p:nvPr/>
          </p:nvSpPr>
          <p:spPr>
            <a:xfrm>
              <a:off x="8238743" y="151892"/>
              <a:ext cx="1472184" cy="704341"/>
            </a:xfrm>
            <a:custGeom>
              <a:avLst/>
              <a:gdLst/>
              <a:ahLst/>
              <a:cxnLst/>
              <a:rect l="0" t="0" r="r" b="b"/>
              <a:pathLst>
                <a:path w="115920" h="55460">
                  <a:moveTo>
                    <a:pt x="0" y="9250"/>
                  </a:moveTo>
                  <a:cubicBezTo>
                    <a:pt x="0" y="4140"/>
                    <a:pt x="4140" y="0"/>
                    <a:pt x="9240" y="0"/>
                  </a:cubicBezTo>
                  <a:lnTo>
                    <a:pt x="106680" y="0"/>
                  </a:lnTo>
                  <a:cubicBezTo>
                    <a:pt x="111780" y="0"/>
                    <a:pt x="115920" y="4140"/>
                    <a:pt x="115920" y="9250"/>
                  </a:cubicBezTo>
                  <a:lnTo>
                    <a:pt x="115920" y="46210"/>
                  </a:lnTo>
                  <a:cubicBezTo>
                    <a:pt x="115920" y="51320"/>
                    <a:pt x="111780" y="55460"/>
                    <a:pt x="106680" y="55460"/>
                  </a:cubicBezTo>
                  <a:lnTo>
                    <a:pt x="9240" y="55460"/>
                  </a:lnTo>
                  <a:cubicBezTo>
                    <a:pt x="4140" y="55460"/>
                    <a:pt x="0" y="51320"/>
                    <a:pt x="0" y="46210"/>
                  </a:cubicBezTo>
                  <a:lnTo>
                    <a:pt x="0" y="9250"/>
                  </a:lnTo>
                </a:path>
              </a:pathLst>
            </a:custGeom>
            <a:solidFill>
              <a:srgbClr val="D0DD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D-step/static representation"/>
            <p:cNvSpPr/>
            <p:nvPr/>
          </p:nvSpPr>
          <p:spPr>
            <a:xfrm>
              <a:off x="6336792" y="2228088"/>
              <a:ext cx="1828800" cy="512190"/>
            </a:xfrm>
            <a:custGeom>
              <a:avLst/>
              <a:gdLst/>
              <a:ahLst/>
              <a:cxnLst/>
              <a:rect l="0" t="0" r="r" b="b"/>
              <a:pathLst>
                <a:path w="144000" h="40330">
                  <a:moveTo>
                    <a:pt x="0" y="6730"/>
                  </a:moveTo>
                  <a:cubicBezTo>
                    <a:pt x="0" y="3010"/>
                    <a:pt x="3010" y="0"/>
                    <a:pt x="6720" y="0"/>
                  </a:cubicBezTo>
                  <a:lnTo>
                    <a:pt x="137280" y="0"/>
                  </a:lnTo>
                  <a:cubicBezTo>
                    <a:pt x="140990" y="0"/>
                    <a:pt x="144000" y="3010"/>
                    <a:pt x="144000" y="6730"/>
                  </a:cubicBezTo>
                  <a:lnTo>
                    <a:pt x="144000" y="33610"/>
                  </a:lnTo>
                  <a:cubicBezTo>
                    <a:pt x="144000" y="37320"/>
                    <a:pt x="140990" y="40330"/>
                    <a:pt x="137280" y="40330"/>
                  </a:cubicBezTo>
                  <a:lnTo>
                    <a:pt x="6720" y="40330"/>
                  </a:lnTo>
                  <a:cubicBezTo>
                    <a:pt x="3010" y="40330"/>
                    <a:pt x="0" y="37320"/>
                    <a:pt x="0" y="33610"/>
                  </a:cubicBezTo>
                  <a:lnTo>
                    <a:pt x="0" y="6730"/>
                  </a:lnTo>
                </a:path>
              </a:pathLst>
            </a:custGeom>
            <a:solidFill>
              <a:srgbClr val="D0DD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D-step/trainable adverse representation"/>
            <p:cNvSpPr/>
            <p:nvPr/>
          </p:nvSpPr>
          <p:spPr>
            <a:xfrm>
              <a:off x="8494776" y="2228088"/>
              <a:ext cx="1828800" cy="512190"/>
            </a:xfrm>
            <a:custGeom>
              <a:avLst/>
              <a:gdLst/>
              <a:ahLst/>
              <a:cxnLst/>
              <a:rect l="0" t="0" r="r" b="b"/>
              <a:pathLst>
                <a:path w="144000" h="40330">
                  <a:moveTo>
                    <a:pt x="0" y="6730"/>
                  </a:moveTo>
                  <a:cubicBezTo>
                    <a:pt x="0" y="3010"/>
                    <a:pt x="3010" y="0"/>
                    <a:pt x="6720" y="0"/>
                  </a:cubicBezTo>
                  <a:lnTo>
                    <a:pt x="137280" y="0"/>
                  </a:lnTo>
                  <a:cubicBezTo>
                    <a:pt x="140990" y="0"/>
                    <a:pt x="144000" y="3010"/>
                    <a:pt x="144000" y="6730"/>
                  </a:cubicBezTo>
                  <a:lnTo>
                    <a:pt x="144000" y="33610"/>
                  </a:lnTo>
                  <a:cubicBezTo>
                    <a:pt x="144000" y="37320"/>
                    <a:pt x="140990" y="40330"/>
                    <a:pt x="137280" y="40330"/>
                  </a:cubicBezTo>
                  <a:lnTo>
                    <a:pt x="6720" y="40330"/>
                  </a:lnTo>
                  <a:cubicBezTo>
                    <a:pt x="3010" y="40330"/>
                    <a:pt x="0" y="37320"/>
                    <a:pt x="0" y="33610"/>
                  </a:cubicBezTo>
                  <a:lnTo>
                    <a:pt x="0" y="6730"/>
                  </a:lnTo>
                </a:path>
              </a:pathLst>
            </a:custGeom>
            <a:solidFill>
              <a:srgbClr val="E1B8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0" name="D-step/noise texture" descr="image.jpg"/>
            <p:cNvPicPr>
              <a:picLocks noChangeAspect="1"/>
            </p:cNvPicPr>
            <p:nvPr/>
          </p:nvPicPr>
          <p:blipFill>
            <a:blip r:embed="rId2"/>
            <a:stretch>
              <a:fillRect/>
            </a:stretch>
          </p:blipFill>
          <p:spPr>
            <a:xfrm>
              <a:off x="6757416" y="234302"/>
              <a:ext cx="932688" cy="539635"/>
            </a:xfrm>
            <a:prstGeom prst="rect">
              <a:avLst/>
            </a:prstGeom>
          </p:spPr>
        </p:pic>
        <p:sp>
          <p:nvSpPr>
            <p:cNvPr id="79" name="D-step/Noise"/>
            <p:cNvSpPr txBox="1"/>
            <p:nvPr/>
          </p:nvSpPr>
          <p:spPr>
            <a:xfrm>
              <a:off x="6765036" y="800100"/>
              <a:ext cx="939800" cy="266700"/>
            </a:xfrm>
            <a:prstGeom prst="rect">
              <a:avLst/>
            </a:prstGeom>
            <a:noFill/>
          </p:spPr>
          <p:txBody>
            <a:bodyPr wrap="none" lIns="0" rIns="0" tIns="0" bIns="0" anchor="ctr">
              <a:spAutoFit/>
            </a:bodyPr>
            <a:lstStyle/>
            <a:p>
              <a:pPr algn="ctr">
                <a:spcBef>
                  <a:spcPts val="0"/>
                </a:spcBef>
                <a:spcAft>
                  <a:spcPts val="0"/>
                </a:spcAft>
              </a:pPr>
              <a:r>
                <a:rPr sz="1450" b="0" i="0">
                  <a:solidFill>
                    <a:srgbClr val="000000"/>
                  </a:solidFill>
                  <a:latin typeface="Comic Neue"/>
                </a:rPr>
                <a:t>Noise</a:t>
              </a:r>
            </a:p>
          </p:txBody>
        </p:sp>
        <p:sp>
          <p:nvSpPr>
            <p:cNvPr id="80" name="D-step/Generator"/>
            <p:cNvSpPr txBox="1"/>
            <p:nvPr/>
          </p:nvSpPr>
          <p:spPr>
            <a:xfrm>
              <a:off x="8250936" y="355600"/>
              <a:ext cx="1460500" cy="317500"/>
            </a:xfrm>
            <a:prstGeom prst="rect">
              <a:avLst/>
            </a:prstGeom>
            <a:noFill/>
          </p:spPr>
          <p:txBody>
            <a:bodyPr wrap="none" lIns="0" rIns="0" tIns="0" bIns="0" anchor="ctr">
              <a:spAutoFit/>
            </a:bodyPr>
            <a:lstStyle/>
            <a:p>
              <a:pPr algn="ctr">
                <a:spcBef>
                  <a:spcPts val="0"/>
                </a:spcBef>
                <a:spcAft>
                  <a:spcPts val="0"/>
                </a:spcAft>
              </a:pPr>
              <a:r>
                <a:rPr sz="1440" b="0" i="0">
                  <a:solidFill>
                    <a:srgbClr val="0E2841"/>
                  </a:solidFill>
                  <a:latin typeface="Comic Neue"/>
                </a:rPr>
                <a:t>Generator </a:t>
              </a:r>
              <a:r>
                <a:rPr sz="1440" b="0" i="0">
                  <a:solidFill>
                    <a:srgbClr val="0E2841"/>
                  </a:solidFill>
                  <a:latin typeface="DejaVu Serif"/>
                </a:rPr>
                <a:t>G</a:t>
              </a:r>
              <a:r>
                <a:rPr sz="1051" b="0" i="0" baseline="-25000">
                  <a:solidFill>
                    <a:srgbClr val="0E2841"/>
                  </a:solidFill>
                  <a:latin typeface="DejaVu Serif"/>
                </a:rPr>
                <a:t>θ</a:t>
              </a:r>
            </a:p>
          </p:txBody>
        </p:sp>
        <p:sp>
          <p:nvSpPr>
            <p:cNvPr id="81" name="D-step/Real Data"/>
            <p:cNvSpPr txBox="1"/>
            <p:nvPr/>
          </p:nvSpPr>
          <p:spPr>
            <a:xfrm>
              <a:off x="6638036" y="1409700"/>
              <a:ext cx="1193800" cy="254000"/>
            </a:xfrm>
            <a:prstGeom prst="rect">
              <a:avLst/>
            </a:prstGeom>
            <a:noFill/>
          </p:spPr>
          <p:txBody>
            <a:bodyPr wrap="none" lIns="0" rIns="0" tIns="0" bIns="0" anchor="ctr">
              <a:spAutoFit/>
            </a:bodyPr>
            <a:lstStyle/>
            <a:p>
              <a:pPr algn="ctr">
                <a:spcBef>
                  <a:spcPts val="0"/>
                </a:spcBef>
                <a:spcAft>
                  <a:spcPts val="0"/>
                </a:spcAft>
              </a:pPr>
              <a:r>
                <a:rPr sz="1280" b="0" i="0">
                  <a:solidFill>
                    <a:srgbClr val="E1706B"/>
                  </a:solidFill>
                  <a:latin typeface="Comic Neue"/>
                </a:rPr>
                <a:t>Real Data</a:t>
              </a:r>
            </a:p>
          </p:txBody>
        </p:sp>
        <p:sp>
          <p:nvSpPr>
            <p:cNvPr id="82" name="D-step/Fake Batch"/>
            <p:cNvSpPr txBox="1"/>
            <p:nvPr/>
          </p:nvSpPr>
          <p:spPr>
            <a:xfrm>
              <a:off x="8301736" y="1473200"/>
              <a:ext cx="1397000" cy="254000"/>
            </a:xfrm>
            <a:prstGeom prst="rect">
              <a:avLst/>
            </a:prstGeom>
            <a:noFill/>
          </p:spPr>
          <p:txBody>
            <a:bodyPr wrap="none" lIns="0" rIns="0" tIns="0" bIns="0" anchor="ctr">
              <a:spAutoFit/>
            </a:bodyPr>
            <a:lstStyle/>
            <a:p>
              <a:pPr algn="l">
                <a:spcBef>
                  <a:spcPts val="0"/>
                </a:spcBef>
                <a:spcAft>
                  <a:spcPts val="0"/>
                </a:spcAft>
              </a:pPr>
              <a:r>
                <a:rPr sz="1280" b="0" i="0">
                  <a:solidFill>
                    <a:srgbClr val="DFB882"/>
                  </a:solidFill>
                  <a:latin typeface="Comic Neue"/>
                </a:rPr>
                <a:t>Fake Batch</a:t>
              </a:r>
            </a:p>
          </p:txBody>
        </p:sp>
        <p:sp>
          <p:nvSpPr>
            <p:cNvPr id="83" name="D-step/Static Repr"/>
            <p:cNvSpPr txBox="1"/>
            <p:nvPr/>
          </p:nvSpPr>
          <p:spPr>
            <a:xfrm>
              <a:off x="6358636" y="2311400"/>
              <a:ext cx="1803400" cy="342900"/>
            </a:xfrm>
            <a:prstGeom prst="rect">
              <a:avLst/>
            </a:prstGeom>
            <a:noFill/>
          </p:spPr>
          <p:txBody>
            <a:bodyPr wrap="none" lIns="0" rIns="0" tIns="0" bIns="0" anchor="ctr">
              <a:spAutoFit/>
            </a:bodyPr>
            <a:lstStyle/>
            <a:p>
              <a:pPr algn="ctr">
                <a:spcBef>
                  <a:spcPts val="0"/>
                </a:spcBef>
                <a:spcAft>
                  <a:spcPts val="0"/>
                </a:spcAft>
              </a:pPr>
              <a:r>
                <a:rPr sz="1440" b="0" i="0">
                  <a:solidFill>
                    <a:srgbClr val="0E2841"/>
                  </a:solidFill>
                  <a:latin typeface="Comic Neue"/>
                </a:rPr>
                <a:t>Static Repr. </a:t>
              </a:r>
              <a:r>
                <a:rPr sz="1440" b="0" i="1">
                  <a:solidFill>
                    <a:srgbClr val="0E2841"/>
                  </a:solidFill>
                  <a:latin typeface="DejaVu Serif"/>
                </a:rPr>
                <a:t>φ</a:t>
              </a:r>
            </a:p>
          </p:txBody>
        </p:sp>
        <p:sp>
          <p:nvSpPr>
            <p:cNvPr id="84" name="D-step/Adverse Repr"/>
            <p:cNvSpPr txBox="1"/>
            <p:nvPr/>
          </p:nvSpPr>
          <p:spPr>
            <a:xfrm>
              <a:off x="8504936" y="2311400"/>
              <a:ext cx="1828800" cy="342900"/>
            </a:xfrm>
            <a:prstGeom prst="rect">
              <a:avLst/>
            </a:prstGeom>
            <a:noFill/>
          </p:spPr>
          <p:txBody>
            <a:bodyPr wrap="none" lIns="0" rIns="0" tIns="0" bIns="0" anchor="ctr">
              <a:spAutoFit/>
            </a:bodyPr>
            <a:lstStyle/>
            <a:p>
              <a:pPr algn="ctr">
                <a:spcBef>
                  <a:spcPts val="0"/>
                </a:spcBef>
                <a:spcAft>
                  <a:spcPts val="0"/>
                </a:spcAft>
              </a:pPr>
              <a:r>
                <a:rPr sz="1440" b="0" i="0">
                  <a:solidFill>
                    <a:srgbClr val="0E2841"/>
                  </a:solidFill>
                  <a:latin typeface="Comic Neue"/>
                </a:rPr>
                <a:t>Adverse Repr. </a:t>
              </a:r>
              <a:r>
                <a:rPr sz="1440" b="0" i="1">
                  <a:solidFill>
                    <a:srgbClr val="0E2841"/>
                  </a:solidFill>
                  <a:latin typeface="DejaVu Serif"/>
                </a:rPr>
                <a:t>ψ</a:t>
              </a:r>
            </a:p>
          </p:txBody>
        </p:sp>
        <p:sp>
          <p:nvSpPr>
            <p:cNvPr id="85" name="D-step/Static FD"/>
            <p:cNvSpPr txBox="1"/>
            <p:nvPr/>
          </p:nvSpPr>
          <p:spPr>
            <a:xfrm>
              <a:off x="6307836" y="3009900"/>
              <a:ext cx="1828800" cy="330200"/>
            </a:xfrm>
            <a:prstGeom prst="rect">
              <a:avLst/>
            </a:prstGeom>
            <a:noFill/>
          </p:spPr>
          <p:txBody>
            <a:bodyPr wrap="none" lIns="0" rIns="0" tIns="0" bIns="0" anchor="ctr">
              <a:spAutoFit/>
            </a:bodyPr>
            <a:lstStyle/>
            <a:p>
              <a:pPr algn="ctr">
                <a:spcBef>
                  <a:spcPts val="0"/>
                </a:spcBef>
                <a:spcAft>
                  <a:spcPts val="0"/>
                </a:spcAft>
              </a:pPr>
              <a:r>
                <a:rPr sz="1370" b="0" i="1">
                  <a:solidFill>
                    <a:srgbClr val="0E2841"/>
                  </a:solidFill>
                  <a:latin typeface="DejaVu Serif"/>
                </a:rPr>
                <a:t>D</a:t>
              </a:r>
              <a:r>
                <a:rPr sz="1000" b="0" i="1" baseline="-25000">
                  <a:solidFill>
                    <a:srgbClr val="0E2841"/>
                  </a:solidFill>
                  <a:latin typeface="DejaVu Serif"/>
                </a:rPr>
                <a:t>static</a:t>
              </a:r>
              <a:r>
                <a:rPr sz="1370" b="0" i="1">
                  <a:solidFill>
                    <a:srgbClr val="0E2841"/>
                  </a:solidFill>
                  <a:latin typeface="DejaVu Serif"/>
                </a:rPr>
                <a:t>(p, q</a:t>
              </a:r>
              <a:r>
                <a:rPr sz="1000" b="0" i="1" baseline="-25000">
                  <a:solidFill>
                    <a:srgbClr val="0E2841"/>
                  </a:solidFill>
                  <a:latin typeface="DejaVu Serif"/>
                </a:rPr>
                <a:t>θ</a:t>
              </a:r>
              <a:r>
                <a:rPr sz="1370" b="0" i="1">
                  <a:solidFill>
                    <a:srgbClr val="0E2841"/>
                  </a:solidFill>
                  <a:latin typeface="DejaVu Serif"/>
                </a:rPr>
                <a:t>)</a:t>
              </a:r>
            </a:p>
          </p:txBody>
        </p:sp>
        <p:sp>
          <p:nvSpPr>
            <p:cNvPr id="86" name="D-step/Adverse FD"/>
            <p:cNvSpPr txBox="1"/>
            <p:nvPr/>
          </p:nvSpPr>
          <p:spPr>
            <a:xfrm>
              <a:off x="8504936" y="3009900"/>
              <a:ext cx="1828800" cy="330200"/>
            </a:xfrm>
            <a:prstGeom prst="rect">
              <a:avLst/>
            </a:prstGeom>
            <a:noFill/>
          </p:spPr>
          <p:txBody>
            <a:bodyPr wrap="none" lIns="0" rIns="0" tIns="0" bIns="0" anchor="ctr">
              <a:spAutoFit/>
            </a:bodyPr>
            <a:lstStyle/>
            <a:p>
              <a:pPr algn="ctr">
                <a:spcBef>
                  <a:spcPts val="0"/>
                </a:spcBef>
                <a:spcAft>
                  <a:spcPts val="0"/>
                </a:spcAft>
              </a:pPr>
              <a:r>
                <a:rPr sz="1370" b="0" i="1">
                  <a:solidFill>
                    <a:srgbClr val="0E2841"/>
                  </a:solidFill>
                  <a:latin typeface="DejaVu Serif"/>
                </a:rPr>
                <a:t>D</a:t>
              </a:r>
              <a:r>
                <a:rPr sz="1000" b="0" i="1" baseline="-25000">
                  <a:solidFill>
                    <a:srgbClr val="0E2841"/>
                  </a:solidFill>
                  <a:latin typeface="DejaVu Serif"/>
                </a:rPr>
                <a:t>adv</a:t>
              </a:r>
              <a:r>
                <a:rPr sz="1370" b="0" i="1">
                  <a:solidFill>
                    <a:srgbClr val="0E2841"/>
                  </a:solidFill>
                  <a:latin typeface="DejaVu Serif"/>
                </a:rPr>
                <a:t>(p, q</a:t>
              </a:r>
              <a:r>
                <a:rPr sz="1000" b="0" i="1" baseline="-25000">
                  <a:solidFill>
                    <a:srgbClr val="0E2841"/>
                  </a:solidFill>
                  <a:latin typeface="DejaVu Serif"/>
                </a:rPr>
                <a:t>θ</a:t>
              </a:r>
              <a:r>
                <a:rPr sz="1370" b="0" i="1">
                  <a:solidFill>
                    <a:srgbClr val="0E2841"/>
                  </a:solidFill>
                  <a:latin typeface="DejaVu Serif"/>
                </a:rPr>
                <a:t>)</a:t>
              </a:r>
            </a:p>
          </p:txBody>
        </p:sp>
        <p:sp>
          <p:nvSpPr>
            <p:cNvPr id="88" name="D-step/max objective"/>
            <p:cNvSpPr txBox="1"/>
            <p:nvPr/>
          </p:nvSpPr>
          <p:spPr>
            <a:xfrm>
              <a:off x="6337300" y="3771900"/>
              <a:ext cx="3975100" cy="330200"/>
            </a:xfrm>
            <a:prstGeom prst="rect">
              <a:avLst/>
            </a:prstGeom>
            <a:noFill/>
          </p:spPr>
          <p:txBody>
            <a:bodyPr wrap="none" lIns="0" rIns="0" tIns="0" bIns="0" anchor="ctr">
              <a:spAutoFit/>
            </a:bodyPr>
            <a:lstStyle/>
            <a:p>
              <a:pPr algn="ctr">
                <a:spcBef>
                  <a:spcPts val="0"/>
                </a:spcBef>
                <a:spcAft>
                  <a:spcPts val="0"/>
                </a:spcAft>
              </a:pPr>
              <a:r>
                <a:rPr sz="1370" b="1" i="1">
                  <a:solidFill>
                    <a:srgbClr val="C14F15"/>
                  </a:solidFill>
                  <a:latin typeface="DejaVu Serif"/>
                </a:rPr>
                <a:t>max</a:t>
              </a:r>
              <a:r>
                <a:rPr sz="1000" b="1" i="1" baseline="-25000">
                  <a:solidFill>
                    <a:srgbClr val="C14F15"/>
                  </a:solidFill>
                  <a:latin typeface="DejaVu Serif"/>
                </a:rPr>
                <a:t>ψ</a:t>
              </a:r>
              <a:r>
                <a:rPr sz="1370" b="1" i="1">
                  <a:solidFill>
                    <a:srgbClr val="C14F15"/>
                  </a:solidFill>
                  <a:latin typeface="DejaVu Serif"/>
                </a:rPr>
                <a:t> D</a:t>
              </a:r>
              <a:r>
                <a:rPr sz="1000" b="1" i="1" baseline="-25000">
                  <a:solidFill>
                    <a:srgbClr val="C14F15"/>
                  </a:solidFill>
                  <a:latin typeface="DejaVu Serif"/>
                </a:rPr>
                <a:t>adv</a:t>
              </a:r>
              <a:r>
                <a:rPr sz="1370" b="1" i="1">
                  <a:solidFill>
                    <a:srgbClr val="C14F15"/>
                  </a:solidFill>
                  <a:latin typeface="DejaVu Serif"/>
                </a:rPr>
                <a:t>(p, q</a:t>
              </a:r>
              <a:r>
                <a:rPr sz="1000" b="1" i="1" baseline="-25000">
                  <a:solidFill>
                    <a:srgbClr val="C14F15"/>
                  </a:solidFill>
                  <a:latin typeface="DejaVu Serif"/>
                </a:rPr>
                <a:t>θ</a:t>
              </a:r>
              <a:r>
                <a:rPr sz="1370" b="1" i="1">
                  <a:solidFill>
                    <a:srgbClr val="C14F15"/>
                  </a:solidFill>
                  <a:latin typeface="DejaVu Serif"/>
                </a:rPr>
                <a:t>)</a:t>
              </a:r>
            </a:p>
          </p:txBody>
        </p:sp>
        <p:sp>
          <p:nvSpPr>
            <p:cNvPr id="93" name="D-step/static frozen/white outline"/>
            <p:cNvSpPr/>
            <p:nvPr/>
          </p:nvSpPr>
          <p:spPr>
            <a:xfrm>
              <a:off x="6299200" y="2137914"/>
              <a:ext cx="254000" cy="219970"/>
            </a:xfrm>
            <a:custGeom>
              <a:avLst/>
              <a:gdLst/>
              <a:ahLst/>
              <a:cxnLst/>
              <a:rect l="0" t="0" r="r" b="b"/>
              <a:pathLst>
                <a:path w="20000" h="17321">
                  <a:moveTo>
                    <a:pt x="10000" y="8660"/>
                  </a:moveTo>
                  <a:lnTo>
                    <a:pt x="20000" y="8660"/>
                  </a:lnTo>
                  <a:moveTo>
                    <a:pt x="15300" y="8660"/>
                  </a:moveTo>
                  <a:lnTo>
                    <a:pt x="13000" y="6360"/>
                  </a:lnTo>
                  <a:moveTo>
                    <a:pt x="15300" y="8660"/>
                  </a:moveTo>
                  <a:lnTo>
                    <a:pt x="13000" y="10960"/>
                  </a:lnTo>
                  <a:moveTo>
                    <a:pt x="17600" y="8660"/>
                  </a:moveTo>
                  <a:lnTo>
                    <a:pt x="15300" y="6360"/>
                  </a:lnTo>
                  <a:moveTo>
                    <a:pt x="17600" y="8660"/>
                  </a:moveTo>
                  <a:lnTo>
                    <a:pt x="15300" y="10960"/>
                  </a:lnTo>
                  <a:moveTo>
                    <a:pt x="10000" y="8660"/>
                  </a:moveTo>
                  <a:lnTo>
                    <a:pt x="15000" y="17321"/>
                  </a:lnTo>
                  <a:moveTo>
                    <a:pt x="12650" y="13250"/>
                  </a:moveTo>
                  <a:lnTo>
                    <a:pt x="13492" y="10108"/>
                  </a:lnTo>
                  <a:moveTo>
                    <a:pt x="12650" y="13250"/>
                  </a:moveTo>
                  <a:lnTo>
                    <a:pt x="9508" y="12408"/>
                  </a:lnTo>
                  <a:moveTo>
                    <a:pt x="13800" y="15242"/>
                  </a:moveTo>
                  <a:lnTo>
                    <a:pt x="14642" y="12100"/>
                  </a:lnTo>
                  <a:moveTo>
                    <a:pt x="13800" y="15242"/>
                  </a:moveTo>
                  <a:lnTo>
                    <a:pt x="10658" y="14400"/>
                  </a:lnTo>
                  <a:moveTo>
                    <a:pt x="10000" y="8660"/>
                  </a:moveTo>
                  <a:lnTo>
                    <a:pt x="5000" y="17321"/>
                  </a:lnTo>
                  <a:moveTo>
                    <a:pt x="7350" y="13250"/>
                  </a:moveTo>
                  <a:lnTo>
                    <a:pt x="10492" y="12408"/>
                  </a:lnTo>
                  <a:moveTo>
                    <a:pt x="7350" y="13250"/>
                  </a:moveTo>
                  <a:lnTo>
                    <a:pt x="6508" y="10108"/>
                  </a:lnTo>
                  <a:moveTo>
                    <a:pt x="6200" y="15242"/>
                  </a:moveTo>
                  <a:lnTo>
                    <a:pt x="9342" y="14400"/>
                  </a:lnTo>
                  <a:moveTo>
                    <a:pt x="6200" y="15242"/>
                  </a:moveTo>
                  <a:lnTo>
                    <a:pt x="5358" y="12100"/>
                  </a:lnTo>
                  <a:moveTo>
                    <a:pt x="10000" y="8660"/>
                  </a:moveTo>
                  <a:lnTo>
                    <a:pt x="0" y="8660"/>
                  </a:lnTo>
                  <a:moveTo>
                    <a:pt x="4700" y="8660"/>
                  </a:moveTo>
                  <a:lnTo>
                    <a:pt x="7000" y="10960"/>
                  </a:lnTo>
                  <a:moveTo>
                    <a:pt x="4700" y="8660"/>
                  </a:moveTo>
                  <a:lnTo>
                    <a:pt x="7000" y="6360"/>
                  </a:lnTo>
                  <a:moveTo>
                    <a:pt x="2400" y="8660"/>
                  </a:moveTo>
                  <a:lnTo>
                    <a:pt x="4700" y="10960"/>
                  </a:lnTo>
                  <a:moveTo>
                    <a:pt x="2400" y="8660"/>
                  </a:moveTo>
                  <a:lnTo>
                    <a:pt x="4700" y="6360"/>
                  </a:lnTo>
                  <a:moveTo>
                    <a:pt x="10000" y="8660"/>
                  </a:moveTo>
                  <a:lnTo>
                    <a:pt x="5000" y="0"/>
                  </a:lnTo>
                  <a:moveTo>
                    <a:pt x="7350" y="4070"/>
                  </a:moveTo>
                  <a:lnTo>
                    <a:pt x="6508" y="7212"/>
                  </a:lnTo>
                  <a:moveTo>
                    <a:pt x="7350" y="4070"/>
                  </a:moveTo>
                  <a:lnTo>
                    <a:pt x="10492" y="4912"/>
                  </a:lnTo>
                  <a:moveTo>
                    <a:pt x="6200" y="2078"/>
                  </a:moveTo>
                  <a:lnTo>
                    <a:pt x="5358" y="5220"/>
                  </a:lnTo>
                  <a:moveTo>
                    <a:pt x="6200" y="2078"/>
                  </a:moveTo>
                  <a:lnTo>
                    <a:pt x="9342" y="2920"/>
                  </a:lnTo>
                  <a:moveTo>
                    <a:pt x="10000" y="8660"/>
                  </a:moveTo>
                  <a:lnTo>
                    <a:pt x="15000" y="0"/>
                  </a:lnTo>
                  <a:moveTo>
                    <a:pt x="12650" y="4070"/>
                  </a:moveTo>
                  <a:lnTo>
                    <a:pt x="9508" y="4912"/>
                  </a:lnTo>
                  <a:moveTo>
                    <a:pt x="12650" y="4070"/>
                  </a:moveTo>
                  <a:lnTo>
                    <a:pt x="13492" y="7212"/>
                  </a:lnTo>
                  <a:moveTo>
                    <a:pt x="13800" y="2078"/>
                  </a:moveTo>
                  <a:lnTo>
                    <a:pt x="10658" y="2920"/>
                  </a:lnTo>
                  <a:moveTo>
                    <a:pt x="13800" y="2078"/>
                  </a:moveTo>
                  <a:lnTo>
                    <a:pt x="14642" y="5220"/>
                  </a:lnTo>
                </a:path>
              </a:pathLst>
            </a:custGeom>
            <a:noFill/>
            <a:ln w="317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 name="D-step/static frozen/blue crystal"/>
            <p:cNvSpPr/>
            <p:nvPr/>
          </p:nvSpPr>
          <p:spPr>
            <a:xfrm>
              <a:off x="6299200" y="2137914"/>
              <a:ext cx="254000" cy="219970"/>
            </a:xfrm>
            <a:custGeom>
              <a:avLst/>
              <a:gdLst/>
              <a:ahLst/>
              <a:cxnLst/>
              <a:rect l="0" t="0" r="r" b="b"/>
              <a:pathLst>
                <a:path w="20000" h="17321">
                  <a:moveTo>
                    <a:pt x="10000" y="8660"/>
                  </a:moveTo>
                  <a:lnTo>
                    <a:pt x="20000" y="8660"/>
                  </a:lnTo>
                  <a:moveTo>
                    <a:pt x="15300" y="8660"/>
                  </a:moveTo>
                  <a:lnTo>
                    <a:pt x="13000" y="6360"/>
                  </a:lnTo>
                  <a:moveTo>
                    <a:pt x="15300" y="8660"/>
                  </a:moveTo>
                  <a:lnTo>
                    <a:pt x="13000" y="10960"/>
                  </a:lnTo>
                  <a:moveTo>
                    <a:pt x="17600" y="8660"/>
                  </a:moveTo>
                  <a:lnTo>
                    <a:pt x="15300" y="6360"/>
                  </a:lnTo>
                  <a:moveTo>
                    <a:pt x="17600" y="8660"/>
                  </a:moveTo>
                  <a:lnTo>
                    <a:pt x="15300" y="10960"/>
                  </a:lnTo>
                  <a:moveTo>
                    <a:pt x="10000" y="8660"/>
                  </a:moveTo>
                  <a:lnTo>
                    <a:pt x="15000" y="17321"/>
                  </a:lnTo>
                  <a:moveTo>
                    <a:pt x="12650" y="13250"/>
                  </a:moveTo>
                  <a:lnTo>
                    <a:pt x="13492" y="10108"/>
                  </a:lnTo>
                  <a:moveTo>
                    <a:pt x="12650" y="13250"/>
                  </a:moveTo>
                  <a:lnTo>
                    <a:pt x="9508" y="12408"/>
                  </a:lnTo>
                  <a:moveTo>
                    <a:pt x="13800" y="15242"/>
                  </a:moveTo>
                  <a:lnTo>
                    <a:pt x="14642" y="12100"/>
                  </a:lnTo>
                  <a:moveTo>
                    <a:pt x="13800" y="15242"/>
                  </a:moveTo>
                  <a:lnTo>
                    <a:pt x="10658" y="14400"/>
                  </a:lnTo>
                  <a:moveTo>
                    <a:pt x="10000" y="8660"/>
                  </a:moveTo>
                  <a:lnTo>
                    <a:pt x="5000" y="17321"/>
                  </a:lnTo>
                  <a:moveTo>
                    <a:pt x="7350" y="13250"/>
                  </a:moveTo>
                  <a:lnTo>
                    <a:pt x="10492" y="12408"/>
                  </a:lnTo>
                  <a:moveTo>
                    <a:pt x="7350" y="13250"/>
                  </a:moveTo>
                  <a:lnTo>
                    <a:pt x="6508" y="10108"/>
                  </a:lnTo>
                  <a:moveTo>
                    <a:pt x="6200" y="15242"/>
                  </a:moveTo>
                  <a:lnTo>
                    <a:pt x="9342" y="14400"/>
                  </a:lnTo>
                  <a:moveTo>
                    <a:pt x="6200" y="15242"/>
                  </a:moveTo>
                  <a:lnTo>
                    <a:pt x="5358" y="12100"/>
                  </a:lnTo>
                  <a:moveTo>
                    <a:pt x="10000" y="8660"/>
                  </a:moveTo>
                  <a:lnTo>
                    <a:pt x="0" y="8660"/>
                  </a:lnTo>
                  <a:moveTo>
                    <a:pt x="4700" y="8660"/>
                  </a:moveTo>
                  <a:lnTo>
                    <a:pt x="7000" y="10960"/>
                  </a:lnTo>
                  <a:moveTo>
                    <a:pt x="4700" y="8660"/>
                  </a:moveTo>
                  <a:lnTo>
                    <a:pt x="7000" y="6360"/>
                  </a:lnTo>
                  <a:moveTo>
                    <a:pt x="2400" y="8660"/>
                  </a:moveTo>
                  <a:lnTo>
                    <a:pt x="4700" y="10960"/>
                  </a:lnTo>
                  <a:moveTo>
                    <a:pt x="2400" y="8660"/>
                  </a:moveTo>
                  <a:lnTo>
                    <a:pt x="4700" y="6360"/>
                  </a:lnTo>
                  <a:moveTo>
                    <a:pt x="10000" y="8660"/>
                  </a:moveTo>
                  <a:lnTo>
                    <a:pt x="5000" y="0"/>
                  </a:lnTo>
                  <a:moveTo>
                    <a:pt x="7350" y="4070"/>
                  </a:moveTo>
                  <a:lnTo>
                    <a:pt x="6508" y="7212"/>
                  </a:lnTo>
                  <a:moveTo>
                    <a:pt x="7350" y="4070"/>
                  </a:moveTo>
                  <a:lnTo>
                    <a:pt x="10492" y="4912"/>
                  </a:lnTo>
                  <a:moveTo>
                    <a:pt x="6200" y="2078"/>
                  </a:moveTo>
                  <a:lnTo>
                    <a:pt x="5358" y="5220"/>
                  </a:lnTo>
                  <a:moveTo>
                    <a:pt x="6200" y="2078"/>
                  </a:moveTo>
                  <a:lnTo>
                    <a:pt x="9342" y="2920"/>
                  </a:lnTo>
                  <a:moveTo>
                    <a:pt x="10000" y="8660"/>
                  </a:moveTo>
                  <a:lnTo>
                    <a:pt x="15000" y="0"/>
                  </a:lnTo>
                  <a:moveTo>
                    <a:pt x="12650" y="4070"/>
                  </a:moveTo>
                  <a:lnTo>
                    <a:pt x="9508" y="4912"/>
                  </a:lnTo>
                  <a:moveTo>
                    <a:pt x="12650" y="4070"/>
                  </a:moveTo>
                  <a:lnTo>
                    <a:pt x="13492" y="7212"/>
                  </a:lnTo>
                  <a:moveTo>
                    <a:pt x="13800" y="2078"/>
                  </a:moveTo>
                  <a:lnTo>
                    <a:pt x="10658" y="2920"/>
                  </a:lnTo>
                  <a:moveTo>
                    <a:pt x="13800" y="2078"/>
                  </a:moveTo>
                  <a:lnTo>
                    <a:pt x="14642" y="5220"/>
                  </a:lnTo>
                </a:path>
              </a:pathLst>
            </a:custGeom>
            <a:noFill/>
            <a:ln w="12700">
              <a:solidFill>
                <a:srgbClr val="83B8D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 name="D-step/generator frozen/white outline"/>
            <p:cNvSpPr/>
            <p:nvPr/>
          </p:nvSpPr>
          <p:spPr>
            <a:xfrm>
              <a:off x="8191500" y="118614"/>
              <a:ext cx="254000" cy="219970"/>
            </a:xfrm>
            <a:custGeom>
              <a:avLst/>
              <a:gdLst/>
              <a:ahLst/>
              <a:cxnLst/>
              <a:rect l="0" t="0" r="r" b="b"/>
              <a:pathLst>
                <a:path w="20000" h="17321">
                  <a:moveTo>
                    <a:pt x="10000" y="8660"/>
                  </a:moveTo>
                  <a:lnTo>
                    <a:pt x="20000" y="8660"/>
                  </a:lnTo>
                  <a:moveTo>
                    <a:pt x="15300" y="8660"/>
                  </a:moveTo>
                  <a:lnTo>
                    <a:pt x="13000" y="6360"/>
                  </a:lnTo>
                  <a:moveTo>
                    <a:pt x="15300" y="8660"/>
                  </a:moveTo>
                  <a:lnTo>
                    <a:pt x="13000" y="10960"/>
                  </a:lnTo>
                  <a:moveTo>
                    <a:pt x="17600" y="8660"/>
                  </a:moveTo>
                  <a:lnTo>
                    <a:pt x="15300" y="6360"/>
                  </a:lnTo>
                  <a:moveTo>
                    <a:pt x="17600" y="8660"/>
                  </a:moveTo>
                  <a:lnTo>
                    <a:pt x="15300" y="10960"/>
                  </a:lnTo>
                  <a:moveTo>
                    <a:pt x="10000" y="8660"/>
                  </a:moveTo>
                  <a:lnTo>
                    <a:pt x="15000" y="17321"/>
                  </a:lnTo>
                  <a:moveTo>
                    <a:pt x="12650" y="13250"/>
                  </a:moveTo>
                  <a:lnTo>
                    <a:pt x="13492" y="10108"/>
                  </a:lnTo>
                  <a:moveTo>
                    <a:pt x="12650" y="13250"/>
                  </a:moveTo>
                  <a:lnTo>
                    <a:pt x="9508" y="12408"/>
                  </a:lnTo>
                  <a:moveTo>
                    <a:pt x="13800" y="15242"/>
                  </a:moveTo>
                  <a:lnTo>
                    <a:pt x="14642" y="12100"/>
                  </a:lnTo>
                  <a:moveTo>
                    <a:pt x="13800" y="15242"/>
                  </a:moveTo>
                  <a:lnTo>
                    <a:pt x="10658" y="14400"/>
                  </a:lnTo>
                  <a:moveTo>
                    <a:pt x="10000" y="8660"/>
                  </a:moveTo>
                  <a:lnTo>
                    <a:pt x="5000" y="17321"/>
                  </a:lnTo>
                  <a:moveTo>
                    <a:pt x="7350" y="13250"/>
                  </a:moveTo>
                  <a:lnTo>
                    <a:pt x="10492" y="12408"/>
                  </a:lnTo>
                  <a:moveTo>
                    <a:pt x="7350" y="13250"/>
                  </a:moveTo>
                  <a:lnTo>
                    <a:pt x="6508" y="10108"/>
                  </a:lnTo>
                  <a:moveTo>
                    <a:pt x="6200" y="15242"/>
                  </a:moveTo>
                  <a:lnTo>
                    <a:pt x="9342" y="14400"/>
                  </a:lnTo>
                  <a:moveTo>
                    <a:pt x="6200" y="15242"/>
                  </a:moveTo>
                  <a:lnTo>
                    <a:pt x="5358" y="12100"/>
                  </a:lnTo>
                  <a:moveTo>
                    <a:pt x="10000" y="8660"/>
                  </a:moveTo>
                  <a:lnTo>
                    <a:pt x="0" y="8660"/>
                  </a:lnTo>
                  <a:moveTo>
                    <a:pt x="4700" y="8660"/>
                  </a:moveTo>
                  <a:lnTo>
                    <a:pt x="7000" y="10960"/>
                  </a:lnTo>
                  <a:moveTo>
                    <a:pt x="4700" y="8660"/>
                  </a:moveTo>
                  <a:lnTo>
                    <a:pt x="7000" y="6360"/>
                  </a:lnTo>
                  <a:moveTo>
                    <a:pt x="2400" y="8660"/>
                  </a:moveTo>
                  <a:lnTo>
                    <a:pt x="4700" y="10960"/>
                  </a:lnTo>
                  <a:moveTo>
                    <a:pt x="2400" y="8660"/>
                  </a:moveTo>
                  <a:lnTo>
                    <a:pt x="4700" y="6360"/>
                  </a:lnTo>
                  <a:moveTo>
                    <a:pt x="10000" y="8660"/>
                  </a:moveTo>
                  <a:lnTo>
                    <a:pt x="5000" y="0"/>
                  </a:lnTo>
                  <a:moveTo>
                    <a:pt x="7350" y="4070"/>
                  </a:moveTo>
                  <a:lnTo>
                    <a:pt x="6508" y="7212"/>
                  </a:lnTo>
                  <a:moveTo>
                    <a:pt x="7350" y="4070"/>
                  </a:moveTo>
                  <a:lnTo>
                    <a:pt x="10492" y="4912"/>
                  </a:lnTo>
                  <a:moveTo>
                    <a:pt x="6200" y="2078"/>
                  </a:moveTo>
                  <a:lnTo>
                    <a:pt x="5358" y="5220"/>
                  </a:lnTo>
                  <a:moveTo>
                    <a:pt x="6200" y="2078"/>
                  </a:moveTo>
                  <a:lnTo>
                    <a:pt x="9342" y="2920"/>
                  </a:lnTo>
                  <a:moveTo>
                    <a:pt x="10000" y="8660"/>
                  </a:moveTo>
                  <a:lnTo>
                    <a:pt x="15000" y="0"/>
                  </a:lnTo>
                  <a:moveTo>
                    <a:pt x="12650" y="4070"/>
                  </a:moveTo>
                  <a:lnTo>
                    <a:pt x="9508" y="4912"/>
                  </a:lnTo>
                  <a:moveTo>
                    <a:pt x="12650" y="4070"/>
                  </a:moveTo>
                  <a:lnTo>
                    <a:pt x="13492" y="7212"/>
                  </a:lnTo>
                  <a:moveTo>
                    <a:pt x="13800" y="2078"/>
                  </a:moveTo>
                  <a:lnTo>
                    <a:pt x="10658" y="2920"/>
                  </a:lnTo>
                  <a:moveTo>
                    <a:pt x="13800" y="2078"/>
                  </a:moveTo>
                  <a:lnTo>
                    <a:pt x="14642" y="5220"/>
                  </a:lnTo>
                </a:path>
              </a:pathLst>
            </a:custGeom>
            <a:noFill/>
            <a:ln w="317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 name="D-step/generator frozen/blue crystal"/>
            <p:cNvSpPr/>
            <p:nvPr/>
          </p:nvSpPr>
          <p:spPr>
            <a:xfrm>
              <a:off x="8191500" y="118614"/>
              <a:ext cx="254000" cy="219970"/>
            </a:xfrm>
            <a:custGeom>
              <a:avLst/>
              <a:gdLst/>
              <a:ahLst/>
              <a:cxnLst/>
              <a:rect l="0" t="0" r="r" b="b"/>
              <a:pathLst>
                <a:path w="20000" h="17321">
                  <a:moveTo>
                    <a:pt x="10000" y="8660"/>
                  </a:moveTo>
                  <a:lnTo>
                    <a:pt x="20000" y="8660"/>
                  </a:lnTo>
                  <a:moveTo>
                    <a:pt x="15300" y="8660"/>
                  </a:moveTo>
                  <a:lnTo>
                    <a:pt x="13000" y="6360"/>
                  </a:lnTo>
                  <a:moveTo>
                    <a:pt x="15300" y="8660"/>
                  </a:moveTo>
                  <a:lnTo>
                    <a:pt x="13000" y="10960"/>
                  </a:lnTo>
                  <a:moveTo>
                    <a:pt x="17600" y="8660"/>
                  </a:moveTo>
                  <a:lnTo>
                    <a:pt x="15300" y="6360"/>
                  </a:lnTo>
                  <a:moveTo>
                    <a:pt x="17600" y="8660"/>
                  </a:moveTo>
                  <a:lnTo>
                    <a:pt x="15300" y="10960"/>
                  </a:lnTo>
                  <a:moveTo>
                    <a:pt x="10000" y="8660"/>
                  </a:moveTo>
                  <a:lnTo>
                    <a:pt x="15000" y="17321"/>
                  </a:lnTo>
                  <a:moveTo>
                    <a:pt x="12650" y="13250"/>
                  </a:moveTo>
                  <a:lnTo>
                    <a:pt x="13492" y="10108"/>
                  </a:lnTo>
                  <a:moveTo>
                    <a:pt x="12650" y="13250"/>
                  </a:moveTo>
                  <a:lnTo>
                    <a:pt x="9508" y="12408"/>
                  </a:lnTo>
                  <a:moveTo>
                    <a:pt x="13800" y="15242"/>
                  </a:moveTo>
                  <a:lnTo>
                    <a:pt x="14642" y="12100"/>
                  </a:lnTo>
                  <a:moveTo>
                    <a:pt x="13800" y="15242"/>
                  </a:moveTo>
                  <a:lnTo>
                    <a:pt x="10658" y="14400"/>
                  </a:lnTo>
                  <a:moveTo>
                    <a:pt x="10000" y="8660"/>
                  </a:moveTo>
                  <a:lnTo>
                    <a:pt x="5000" y="17321"/>
                  </a:lnTo>
                  <a:moveTo>
                    <a:pt x="7350" y="13250"/>
                  </a:moveTo>
                  <a:lnTo>
                    <a:pt x="10492" y="12408"/>
                  </a:lnTo>
                  <a:moveTo>
                    <a:pt x="7350" y="13250"/>
                  </a:moveTo>
                  <a:lnTo>
                    <a:pt x="6508" y="10108"/>
                  </a:lnTo>
                  <a:moveTo>
                    <a:pt x="6200" y="15242"/>
                  </a:moveTo>
                  <a:lnTo>
                    <a:pt x="9342" y="14400"/>
                  </a:lnTo>
                  <a:moveTo>
                    <a:pt x="6200" y="15242"/>
                  </a:moveTo>
                  <a:lnTo>
                    <a:pt x="5358" y="12100"/>
                  </a:lnTo>
                  <a:moveTo>
                    <a:pt x="10000" y="8660"/>
                  </a:moveTo>
                  <a:lnTo>
                    <a:pt x="0" y="8660"/>
                  </a:lnTo>
                  <a:moveTo>
                    <a:pt x="4700" y="8660"/>
                  </a:moveTo>
                  <a:lnTo>
                    <a:pt x="7000" y="10960"/>
                  </a:lnTo>
                  <a:moveTo>
                    <a:pt x="4700" y="8660"/>
                  </a:moveTo>
                  <a:lnTo>
                    <a:pt x="7000" y="6360"/>
                  </a:lnTo>
                  <a:moveTo>
                    <a:pt x="2400" y="8660"/>
                  </a:moveTo>
                  <a:lnTo>
                    <a:pt x="4700" y="10960"/>
                  </a:lnTo>
                  <a:moveTo>
                    <a:pt x="2400" y="8660"/>
                  </a:moveTo>
                  <a:lnTo>
                    <a:pt x="4700" y="6360"/>
                  </a:lnTo>
                  <a:moveTo>
                    <a:pt x="10000" y="8660"/>
                  </a:moveTo>
                  <a:lnTo>
                    <a:pt x="5000" y="0"/>
                  </a:lnTo>
                  <a:moveTo>
                    <a:pt x="7350" y="4070"/>
                  </a:moveTo>
                  <a:lnTo>
                    <a:pt x="6508" y="7212"/>
                  </a:lnTo>
                  <a:moveTo>
                    <a:pt x="7350" y="4070"/>
                  </a:moveTo>
                  <a:lnTo>
                    <a:pt x="10492" y="4912"/>
                  </a:lnTo>
                  <a:moveTo>
                    <a:pt x="6200" y="2078"/>
                  </a:moveTo>
                  <a:lnTo>
                    <a:pt x="5358" y="5220"/>
                  </a:lnTo>
                  <a:moveTo>
                    <a:pt x="6200" y="2078"/>
                  </a:moveTo>
                  <a:lnTo>
                    <a:pt x="9342" y="2920"/>
                  </a:lnTo>
                  <a:moveTo>
                    <a:pt x="10000" y="8660"/>
                  </a:moveTo>
                  <a:lnTo>
                    <a:pt x="15000" y="0"/>
                  </a:lnTo>
                  <a:moveTo>
                    <a:pt x="12650" y="4070"/>
                  </a:moveTo>
                  <a:lnTo>
                    <a:pt x="9508" y="4912"/>
                  </a:lnTo>
                  <a:moveTo>
                    <a:pt x="12650" y="4070"/>
                  </a:moveTo>
                  <a:lnTo>
                    <a:pt x="13492" y="7212"/>
                  </a:lnTo>
                  <a:moveTo>
                    <a:pt x="13800" y="2078"/>
                  </a:moveTo>
                  <a:lnTo>
                    <a:pt x="10658" y="2920"/>
                  </a:lnTo>
                  <a:moveTo>
                    <a:pt x="13800" y="2078"/>
                  </a:moveTo>
                  <a:lnTo>
                    <a:pt x="14642" y="5220"/>
                  </a:lnTo>
                </a:path>
              </a:pathLst>
            </a:custGeom>
            <a:noFill/>
            <a:ln w="12700">
              <a:solidFill>
                <a:srgbClr val="83B8D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 name="D-step/adverse training/red"/>
            <p:cNvSpPr/>
            <p:nvPr/>
          </p:nvSpPr>
          <p:spPr>
            <a:xfrm>
              <a:off x="8437880" y="2108200"/>
              <a:ext cx="274320" cy="284480"/>
            </a:xfrm>
            <a:custGeom>
              <a:avLst/>
              <a:gdLst/>
              <a:ahLst/>
              <a:cxnLst/>
              <a:rect l="0" t="0" r="r" b="b"/>
              <a:pathLst>
                <a:path w="21600" h="22400">
                  <a:moveTo>
                    <a:pt x="9600" y="21600"/>
                  </a:moveTo>
                  <a:cubicBezTo>
                    <a:pt x="0" y="18400"/>
                    <a:pt x="3200" y="10400"/>
                    <a:pt x="5600" y="8000"/>
                  </a:cubicBezTo>
                  <a:cubicBezTo>
                    <a:pt x="4800" y="12800"/>
                    <a:pt x="8800" y="13600"/>
                    <a:pt x="8000" y="8800"/>
                  </a:cubicBezTo>
                  <a:cubicBezTo>
                    <a:pt x="6400" y="5600"/>
                    <a:pt x="12000" y="4000"/>
                    <a:pt x="9600" y="0"/>
                  </a:cubicBezTo>
                  <a:cubicBezTo>
                    <a:pt x="18400" y="4000"/>
                    <a:pt x="14400" y="9600"/>
                    <a:pt x="16800" y="7200"/>
                  </a:cubicBezTo>
                  <a:cubicBezTo>
                    <a:pt x="21600" y="12800"/>
                    <a:pt x="19200" y="20000"/>
                    <a:pt x="13600" y="21600"/>
                  </a:cubicBezTo>
                  <a:cubicBezTo>
                    <a:pt x="12000" y="22400"/>
                    <a:pt x="10400" y="22400"/>
                    <a:pt x="9600" y="21600"/>
                  </a:cubicBezTo>
                  <a:close/>
                </a:path>
              </a:pathLst>
            </a:custGeom>
            <a:solidFill>
              <a:srgbClr val="FF18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 name="D-step/adverse training/gold"/>
            <p:cNvSpPr/>
            <p:nvPr/>
          </p:nvSpPr>
          <p:spPr>
            <a:xfrm>
              <a:off x="8519160" y="2240280"/>
              <a:ext cx="121920" cy="132080"/>
            </a:xfrm>
            <a:custGeom>
              <a:avLst/>
              <a:gdLst/>
              <a:ahLst/>
              <a:cxnLst/>
              <a:rect l="0" t="0" r="r" b="b"/>
              <a:pathLst>
                <a:path w="9600" h="10400">
                  <a:moveTo>
                    <a:pt x="4000" y="10400"/>
                  </a:moveTo>
                  <a:cubicBezTo>
                    <a:pt x="0" y="8800"/>
                    <a:pt x="0" y="4000"/>
                    <a:pt x="2400" y="1600"/>
                  </a:cubicBezTo>
                  <a:cubicBezTo>
                    <a:pt x="2400" y="5600"/>
                    <a:pt x="5600" y="5600"/>
                    <a:pt x="4800" y="0"/>
                  </a:cubicBezTo>
                  <a:cubicBezTo>
                    <a:pt x="9600" y="3200"/>
                    <a:pt x="9600" y="8800"/>
                    <a:pt x="5600" y="10400"/>
                  </a:cubicBezTo>
                  <a:close/>
                </a:path>
              </a:pathLst>
            </a:custGeom>
            <a:solidFill>
              <a:srgbClr val="FFD5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9" name="D-step/update label"/>
            <p:cNvSpPr txBox="1"/>
            <p:nvPr/>
          </p:nvSpPr>
          <p:spPr>
            <a:xfrm>
              <a:off x="7721600" y="4648200"/>
              <a:ext cx="965200" cy="304800"/>
            </a:xfrm>
            <a:prstGeom prst="rect">
              <a:avLst/>
            </a:prstGeom>
            <a:noFill/>
          </p:spPr>
          <p:txBody>
            <a:bodyPr wrap="none" lIns="0" rIns="0" tIns="0" bIns="0" anchor="ctr">
              <a:spAutoFit/>
            </a:bodyPr>
            <a:lstStyle/>
            <a:p>
              <a:pPr algn="ctr">
                <a:spcBef>
                  <a:spcPts val="0"/>
                </a:spcBef>
                <a:spcAft>
                  <a:spcPts val="0"/>
                </a:spcAft>
              </a:pPr>
              <a:r>
                <a:rPr sz="1430" b="0" i="0">
                  <a:solidFill>
                    <a:srgbClr val="000000"/>
                  </a:solidFill>
                  <a:latin typeface="Comic Neue"/>
                </a:rPr>
                <a:t>Update </a:t>
              </a:r>
              <a:r>
                <a:rPr sz="1430" b="0" i="1">
                  <a:solidFill>
                    <a:srgbClr val="000000"/>
                  </a:solidFill>
                  <a:latin typeface="DejaVu Serif"/>
                </a:rPr>
                <a:t>ψ</a:t>
              </a:r>
            </a:p>
          </p:txBody>
        </p:sp>
        <p:sp>
          <p:nvSpPr>
            <p:cNvPr id="770" name="D-step/action label"/>
            <p:cNvSpPr txBox="1"/>
            <p:nvPr/>
          </p:nvSpPr>
          <p:spPr>
            <a:xfrm>
              <a:off x="7721600" y="5067300"/>
              <a:ext cx="965200" cy="304800"/>
            </a:xfrm>
            <a:prstGeom prst="rect">
              <a:avLst/>
            </a:prstGeom>
            <a:noFill/>
          </p:spPr>
          <p:txBody>
            <a:bodyPr wrap="none" lIns="0" rIns="0" tIns="0" bIns="0" anchor="ctr">
              <a:spAutoFit/>
            </a:bodyPr>
            <a:lstStyle/>
            <a:p>
              <a:pPr algn="ctr">
                <a:spcBef>
                  <a:spcPts val="0"/>
                </a:spcBef>
                <a:spcAft>
                  <a:spcPts val="0"/>
                </a:spcAft>
              </a:pPr>
              <a:r>
                <a:rPr sz="1430" b="0" i="0">
                  <a:solidFill>
                    <a:srgbClr val="000000"/>
                  </a:solidFill>
                  <a:latin typeface="Comic Neue"/>
                </a:rPr>
                <a:t>Push Apart</a:t>
              </a:r>
            </a:p>
          </p:txBody>
        </p:sp>
        <p:sp>
          <p:nvSpPr>
            <p:cNvPr id="772" name="D-step/panel title"/>
            <p:cNvSpPr txBox="1"/>
            <p:nvPr/>
          </p:nvSpPr>
          <p:spPr>
            <a:xfrm>
              <a:off x="7264400" y="5626100"/>
              <a:ext cx="2311400" cy="381000"/>
            </a:xfrm>
            <a:prstGeom prst="rect">
              <a:avLst/>
            </a:prstGeom>
            <a:noFill/>
          </p:spPr>
          <p:txBody>
            <a:bodyPr wrap="none" lIns="0" rIns="0" tIns="0" bIns="0" anchor="ctr">
              <a:spAutoFit/>
            </a:bodyPr>
            <a:lstStyle/>
            <a:p>
              <a:pPr algn="ctr">
                <a:spcBef>
                  <a:spcPts val="0"/>
                </a:spcBef>
                <a:spcAft>
                  <a:spcPts val="0"/>
                </a:spcAft>
              </a:pPr>
              <a:r>
                <a:rPr sz="1650" b="1" i="0">
                  <a:solidFill>
                    <a:srgbClr val="000000"/>
                  </a:solidFill>
                  <a:latin typeface="Comic Neue"/>
                </a:rPr>
                <a:t>(b) D-step Training</a:t>
              </a:r>
            </a:p>
          </p:txBody>
        </p:sp>
      </p:grpSp>
      <p:grpSp>
        <p:nvGrpSpPr>
          <p:cNvPr id="101" name="G-before"/>
          <p:cNvGrpSpPr/>
          <p:nvPr/>
        </p:nvGrpSpPr>
        <p:grpSpPr>
          <a:xfrm>
            <a:off x="101600" y="4140200"/>
            <a:ext cx="2583180" cy="1494790"/>
            <a:chOff x="101600" y="4140200"/>
            <a:chExt cx="2583180" cy="1494790"/>
          </a:xfrm>
        </p:grpSpPr>
        <p:sp>
          <p:nvSpPr>
            <p:cNvPr id="102" name="G-before/real/contour 1.35"/>
            <p:cNvSpPr/>
            <p:nvPr/>
          </p:nvSpPr>
          <p:spPr>
            <a:xfrm>
              <a:off x="1315720" y="4880610"/>
              <a:ext cx="822960" cy="754380"/>
            </a:xfrm>
            <a:prstGeom prst="ellipse">
              <a:avLst/>
            </a:prstGeom>
            <a:solidFill>
              <a:srgbClr val="D74732">
                <a:alpha val="4500"/>
              </a:srgbClr>
            </a:solidFill>
            <a:ln w="4445">
              <a:solidFill>
                <a:srgbClr val="D74732">
                  <a:alpha val="45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 name="G-before/real/contour 1.05"/>
            <p:cNvSpPr/>
            <p:nvPr/>
          </p:nvSpPr>
          <p:spPr>
            <a:xfrm>
              <a:off x="1407160" y="4964430"/>
              <a:ext cx="640080" cy="586740"/>
            </a:xfrm>
            <a:prstGeom prst="ellipse">
              <a:avLst/>
            </a:prstGeom>
            <a:solidFill>
              <a:srgbClr val="D74732">
                <a:alpha val="7000"/>
              </a:srgbClr>
            </a:solidFill>
            <a:ln w="4445">
              <a:solidFill>
                <a:srgbClr val="D74732">
                  <a:alpha val="7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 name="G-before/real/contour 0.75"/>
            <p:cNvSpPr/>
            <p:nvPr/>
          </p:nvSpPr>
          <p:spPr>
            <a:xfrm>
              <a:off x="1498600" y="5048250"/>
              <a:ext cx="457200" cy="419100"/>
            </a:xfrm>
            <a:prstGeom prst="ellipse">
              <a:avLst/>
            </a:prstGeom>
            <a:solidFill>
              <a:srgbClr val="D74732">
                <a:alpha val="10000"/>
              </a:srgbClr>
            </a:solidFill>
            <a:ln w="4445">
              <a:solidFill>
                <a:srgbClr val="D74732">
                  <a:alpha val="10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5" name="G-before/real/point 000"/>
            <p:cNvSpPr/>
            <p:nvPr/>
          </p:nvSpPr>
          <p:spPr>
            <a:xfrm>
              <a:off x="1611794" y="5271510"/>
              <a:ext cx="18621" cy="18621"/>
            </a:xfrm>
            <a:prstGeom prst="ellipse">
              <a:avLst/>
            </a:prstGeom>
            <a:solidFill>
              <a:srgbClr val="D74732">
                <a:alpha val="82929"/>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6" name="G-before/real/point 001"/>
            <p:cNvSpPr/>
            <p:nvPr/>
          </p:nvSpPr>
          <p:spPr>
            <a:xfrm>
              <a:off x="1845307" y="5247639"/>
              <a:ext cx="30200" cy="30200"/>
            </a:xfrm>
            <a:prstGeom prst="ellipse">
              <a:avLst/>
            </a:prstGeom>
            <a:solidFill>
              <a:srgbClr val="D74732">
                <a:alpha val="53071"/>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7" name="G-before/real/point 002"/>
            <p:cNvSpPr/>
            <p:nvPr/>
          </p:nvSpPr>
          <p:spPr>
            <a:xfrm>
              <a:off x="1571455" y="5201359"/>
              <a:ext cx="17133" cy="17133"/>
            </a:xfrm>
            <a:prstGeom prst="ellipse">
              <a:avLst/>
            </a:prstGeom>
            <a:solidFill>
              <a:srgbClr val="D74732">
                <a:alpha val="64403"/>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8" name="G-before/real/point 003"/>
            <p:cNvSpPr/>
            <p:nvPr/>
          </p:nvSpPr>
          <p:spPr>
            <a:xfrm>
              <a:off x="1677777" y="5135441"/>
              <a:ext cx="27559" cy="27559"/>
            </a:xfrm>
            <a:prstGeom prst="ellipse">
              <a:avLst/>
            </a:prstGeom>
            <a:solidFill>
              <a:srgbClr val="D74732">
                <a:alpha val="55972"/>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9" name="G-before/real/point 004"/>
            <p:cNvSpPr/>
            <p:nvPr/>
          </p:nvSpPr>
          <p:spPr>
            <a:xfrm>
              <a:off x="1719202" y="5295680"/>
              <a:ext cx="24225" cy="24225"/>
            </a:xfrm>
            <a:prstGeom prst="ellipse">
              <a:avLst/>
            </a:prstGeom>
            <a:solidFill>
              <a:srgbClr val="D74732">
                <a:alpha val="85106"/>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0" name="G-before/real/point 005"/>
            <p:cNvSpPr/>
            <p:nvPr/>
          </p:nvSpPr>
          <p:spPr>
            <a:xfrm>
              <a:off x="1552029" y="5150653"/>
              <a:ext cx="22357" cy="22357"/>
            </a:xfrm>
            <a:prstGeom prst="ellipse">
              <a:avLst/>
            </a:prstGeom>
            <a:solidFill>
              <a:srgbClr val="D74732">
                <a:alpha val="78352"/>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1" name="G-before/real/point 006"/>
            <p:cNvSpPr/>
            <p:nvPr/>
          </p:nvSpPr>
          <p:spPr>
            <a:xfrm>
              <a:off x="1788920" y="5295544"/>
              <a:ext cx="26785" cy="26785"/>
            </a:xfrm>
            <a:prstGeom prst="ellipse">
              <a:avLst/>
            </a:prstGeom>
            <a:solidFill>
              <a:srgbClr val="D74732">
                <a:alpha val="77577"/>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2" name="G-before/real/point 007"/>
            <p:cNvSpPr/>
            <p:nvPr/>
          </p:nvSpPr>
          <p:spPr>
            <a:xfrm>
              <a:off x="1674312" y="5268422"/>
              <a:ext cx="20575" cy="20575"/>
            </a:xfrm>
            <a:prstGeom prst="ellipse">
              <a:avLst/>
            </a:prstGeom>
            <a:solidFill>
              <a:srgbClr val="D74732">
                <a:alpha val="57976"/>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3" name="G-before/real/point 008"/>
            <p:cNvSpPr/>
            <p:nvPr/>
          </p:nvSpPr>
          <p:spPr>
            <a:xfrm>
              <a:off x="1677441" y="5432681"/>
              <a:ext cx="19550" cy="19550"/>
            </a:xfrm>
            <a:prstGeom prst="ellipse">
              <a:avLst/>
            </a:prstGeom>
            <a:solidFill>
              <a:srgbClr val="D74732">
                <a:alpha val="83683"/>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4" name="G-before/real/point 009"/>
            <p:cNvSpPr/>
            <p:nvPr/>
          </p:nvSpPr>
          <p:spPr>
            <a:xfrm>
              <a:off x="1743554" y="5222802"/>
              <a:ext cx="22283" cy="22283"/>
            </a:xfrm>
            <a:prstGeom prst="ellipse">
              <a:avLst/>
            </a:prstGeom>
            <a:solidFill>
              <a:srgbClr val="D74732">
                <a:alpha val="68685"/>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5" name="G-before/real/point 010"/>
            <p:cNvSpPr/>
            <p:nvPr/>
          </p:nvSpPr>
          <p:spPr>
            <a:xfrm>
              <a:off x="1829342" y="5258620"/>
              <a:ext cx="30323" cy="30323"/>
            </a:xfrm>
            <a:prstGeom prst="ellipse">
              <a:avLst/>
            </a:prstGeom>
            <a:solidFill>
              <a:srgbClr val="D74732">
                <a:alpha val="54258"/>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6" name="G-before/real/point 011"/>
            <p:cNvSpPr/>
            <p:nvPr/>
          </p:nvSpPr>
          <p:spPr>
            <a:xfrm>
              <a:off x="1667491" y="5215091"/>
              <a:ext cx="25329" cy="25329"/>
            </a:xfrm>
            <a:prstGeom prst="ellipse">
              <a:avLst/>
            </a:prstGeom>
            <a:solidFill>
              <a:srgbClr val="D74732">
                <a:alpha val="84022"/>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7" name="G-before/real/point 012"/>
            <p:cNvSpPr/>
            <p:nvPr/>
          </p:nvSpPr>
          <p:spPr>
            <a:xfrm>
              <a:off x="1722529" y="5261642"/>
              <a:ext cx="17782" cy="17782"/>
            </a:xfrm>
            <a:prstGeom prst="ellipse">
              <a:avLst/>
            </a:prstGeom>
            <a:solidFill>
              <a:srgbClr val="D74732">
                <a:alpha val="70511"/>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8" name="G-before/real/point 013"/>
            <p:cNvSpPr/>
            <p:nvPr/>
          </p:nvSpPr>
          <p:spPr>
            <a:xfrm>
              <a:off x="1762361" y="5250527"/>
              <a:ext cx="24080" cy="24080"/>
            </a:xfrm>
            <a:prstGeom prst="ellipse">
              <a:avLst/>
            </a:prstGeom>
            <a:solidFill>
              <a:srgbClr val="D74732">
                <a:alpha val="84995"/>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9" name="G-before/real/point 014"/>
            <p:cNvSpPr/>
            <p:nvPr/>
          </p:nvSpPr>
          <p:spPr>
            <a:xfrm>
              <a:off x="1614454" y="5294802"/>
              <a:ext cx="26244" cy="26244"/>
            </a:xfrm>
            <a:prstGeom prst="ellipse">
              <a:avLst/>
            </a:prstGeom>
            <a:solidFill>
              <a:srgbClr val="D74732">
                <a:alpha val="5355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0" name="G-before/real/point 015"/>
            <p:cNvSpPr/>
            <p:nvPr/>
          </p:nvSpPr>
          <p:spPr>
            <a:xfrm>
              <a:off x="1653436" y="5214322"/>
              <a:ext cx="25789" cy="25789"/>
            </a:xfrm>
            <a:prstGeom prst="ellipse">
              <a:avLst/>
            </a:prstGeom>
            <a:solidFill>
              <a:srgbClr val="D74732">
                <a:alpha val="86416"/>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1" name="G-before/real/point 016"/>
            <p:cNvSpPr/>
            <p:nvPr/>
          </p:nvSpPr>
          <p:spPr>
            <a:xfrm>
              <a:off x="1849614" y="5288846"/>
              <a:ext cx="25751" cy="25751"/>
            </a:xfrm>
            <a:prstGeom prst="ellipse">
              <a:avLst/>
            </a:prstGeom>
            <a:solidFill>
              <a:srgbClr val="D74732">
                <a:alpha val="55674"/>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2" name="G-before/real/point 017"/>
            <p:cNvSpPr/>
            <p:nvPr/>
          </p:nvSpPr>
          <p:spPr>
            <a:xfrm>
              <a:off x="1770925" y="5243496"/>
              <a:ext cx="27261" cy="27261"/>
            </a:xfrm>
            <a:prstGeom prst="ellipse">
              <a:avLst/>
            </a:prstGeom>
            <a:solidFill>
              <a:srgbClr val="D74732">
                <a:alpha val="86135"/>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3" name="G-before/real/point 018"/>
            <p:cNvSpPr/>
            <p:nvPr/>
          </p:nvSpPr>
          <p:spPr>
            <a:xfrm>
              <a:off x="1731471" y="5390811"/>
              <a:ext cx="17165" cy="17165"/>
            </a:xfrm>
            <a:prstGeom prst="ellipse">
              <a:avLst/>
            </a:prstGeom>
            <a:solidFill>
              <a:srgbClr val="D74732">
                <a:alpha val="63906"/>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4" name="G-before/real/point 019"/>
            <p:cNvSpPr/>
            <p:nvPr/>
          </p:nvSpPr>
          <p:spPr>
            <a:xfrm>
              <a:off x="1643911" y="5120944"/>
              <a:ext cx="28315" cy="28315"/>
            </a:xfrm>
            <a:prstGeom prst="ellipse">
              <a:avLst/>
            </a:prstGeom>
            <a:solidFill>
              <a:srgbClr val="D74732">
                <a:alpha val="53296"/>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5" name="G-before/real/point 020"/>
            <p:cNvSpPr/>
            <p:nvPr/>
          </p:nvSpPr>
          <p:spPr>
            <a:xfrm>
              <a:off x="1585300" y="5414280"/>
              <a:ext cx="25412" cy="25412"/>
            </a:xfrm>
            <a:prstGeom prst="ellipse">
              <a:avLst/>
            </a:prstGeom>
            <a:solidFill>
              <a:srgbClr val="D74732">
                <a:alpha val="67149"/>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6" name="G-before/real/point 021"/>
            <p:cNvSpPr/>
            <p:nvPr/>
          </p:nvSpPr>
          <p:spPr>
            <a:xfrm>
              <a:off x="1445203" y="5419469"/>
              <a:ext cx="25264" cy="25264"/>
            </a:xfrm>
            <a:prstGeom prst="ellipse">
              <a:avLst/>
            </a:prstGeom>
            <a:solidFill>
              <a:srgbClr val="D74732">
                <a:alpha val="50698"/>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7" name="G-before/real/point 022"/>
            <p:cNvSpPr/>
            <p:nvPr/>
          </p:nvSpPr>
          <p:spPr>
            <a:xfrm>
              <a:off x="1746376" y="5158349"/>
              <a:ext cx="23117" cy="23117"/>
            </a:xfrm>
            <a:prstGeom prst="ellipse">
              <a:avLst/>
            </a:prstGeom>
            <a:solidFill>
              <a:srgbClr val="D74732">
                <a:alpha val="5811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8" name="G-before/real/point 023"/>
            <p:cNvSpPr/>
            <p:nvPr/>
          </p:nvSpPr>
          <p:spPr>
            <a:xfrm>
              <a:off x="1624453" y="5280431"/>
              <a:ext cx="17863" cy="17863"/>
            </a:xfrm>
            <a:prstGeom prst="ellipse">
              <a:avLst/>
            </a:prstGeom>
            <a:solidFill>
              <a:srgbClr val="D74732">
                <a:alpha val="73921"/>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9" name="G-before/real/point 024"/>
            <p:cNvSpPr/>
            <p:nvPr/>
          </p:nvSpPr>
          <p:spPr>
            <a:xfrm>
              <a:off x="1876237" y="5358551"/>
              <a:ext cx="16896" cy="16896"/>
            </a:xfrm>
            <a:prstGeom prst="ellipse">
              <a:avLst/>
            </a:prstGeom>
            <a:solidFill>
              <a:srgbClr val="D74732">
                <a:alpha val="79667"/>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0" name="G-before/real/point 025"/>
            <p:cNvSpPr/>
            <p:nvPr/>
          </p:nvSpPr>
          <p:spPr>
            <a:xfrm>
              <a:off x="1760332" y="5130729"/>
              <a:ext cx="27321" cy="27321"/>
            </a:xfrm>
            <a:prstGeom prst="ellipse">
              <a:avLst/>
            </a:prstGeom>
            <a:solidFill>
              <a:srgbClr val="D74732">
                <a:alpha val="59434"/>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1" name="G-before/real/point 026"/>
            <p:cNvSpPr/>
            <p:nvPr/>
          </p:nvSpPr>
          <p:spPr>
            <a:xfrm>
              <a:off x="1707963" y="5139356"/>
              <a:ext cx="20029" cy="20029"/>
            </a:xfrm>
            <a:prstGeom prst="ellipse">
              <a:avLst/>
            </a:prstGeom>
            <a:solidFill>
              <a:srgbClr val="D74732">
                <a:alpha val="86635"/>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2" name="G-before/real/point 027"/>
            <p:cNvSpPr/>
            <p:nvPr/>
          </p:nvSpPr>
          <p:spPr>
            <a:xfrm>
              <a:off x="1623877" y="5301242"/>
              <a:ext cx="29614" cy="29614"/>
            </a:xfrm>
            <a:prstGeom prst="ellipse">
              <a:avLst/>
            </a:prstGeom>
            <a:solidFill>
              <a:srgbClr val="D74732">
                <a:alpha val="64036"/>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3" name="G-before/real/point 028"/>
            <p:cNvSpPr/>
            <p:nvPr/>
          </p:nvSpPr>
          <p:spPr>
            <a:xfrm>
              <a:off x="1678294" y="5188113"/>
              <a:ext cx="29361" cy="29361"/>
            </a:xfrm>
            <a:prstGeom prst="ellipse">
              <a:avLst/>
            </a:prstGeom>
            <a:solidFill>
              <a:srgbClr val="D74732">
                <a:alpha val="59839"/>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4" name="G-before/real/point 029"/>
            <p:cNvSpPr/>
            <p:nvPr/>
          </p:nvSpPr>
          <p:spPr>
            <a:xfrm>
              <a:off x="2009067" y="5335967"/>
              <a:ext cx="19142" cy="19142"/>
            </a:xfrm>
            <a:prstGeom prst="ellipse">
              <a:avLst/>
            </a:prstGeom>
            <a:solidFill>
              <a:srgbClr val="D74732">
                <a:alpha val="85968"/>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5" name="G-before/real/point 030"/>
            <p:cNvSpPr/>
            <p:nvPr/>
          </p:nvSpPr>
          <p:spPr>
            <a:xfrm>
              <a:off x="1872312" y="5237196"/>
              <a:ext cx="16690" cy="16690"/>
            </a:xfrm>
            <a:prstGeom prst="ellipse">
              <a:avLst/>
            </a:prstGeom>
            <a:solidFill>
              <a:srgbClr val="D74732">
                <a:alpha val="52315"/>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6" name="G-before/real/point 031"/>
            <p:cNvSpPr/>
            <p:nvPr/>
          </p:nvSpPr>
          <p:spPr>
            <a:xfrm>
              <a:off x="1743070" y="5344029"/>
              <a:ext cx="25830" cy="25830"/>
            </a:xfrm>
            <a:prstGeom prst="ellipse">
              <a:avLst/>
            </a:prstGeom>
            <a:solidFill>
              <a:srgbClr val="D74732">
                <a:alpha val="86724"/>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7" name="G-before/real/point 032"/>
            <p:cNvSpPr/>
            <p:nvPr/>
          </p:nvSpPr>
          <p:spPr>
            <a:xfrm>
              <a:off x="1676750" y="5290340"/>
              <a:ext cx="25073" cy="25073"/>
            </a:xfrm>
            <a:prstGeom prst="ellipse">
              <a:avLst/>
            </a:prstGeom>
            <a:solidFill>
              <a:srgbClr val="D74732">
                <a:alpha val="55217"/>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8" name="G-before/real/point 033"/>
            <p:cNvSpPr/>
            <p:nvPr/>
          </p:nvSpPr>
          <p:spPr>
            <a:xfrm>
              <a:off x="1836596" y="5312424"/>
              <a:ext cx="27116" cy="27116"/>
            </a:xfrm>
            <a:prstGeom prst="ellipse">
              <a:avLst/>
            </a:prstGeom>
            <a:solidFill>
              <a:srgbClr val="D74732">
                <a:alpha val="52493"/>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9" name="G-before/real/point 034"/>
            <p:cNvSpPr/>
            <p:nvPr/>
          </p:nvSpPr>
          <p:spPr>
            <a:xfrm>
              <a:off x="1545325" y="5292206"/>
              <a:ext cx="28155" cy="28155"/>
            </a:xfrm>
            <a:prstGeom prst="ellipse">
              <a:avLst/>
            </a:prstGeom>
            <a:solidFill>
              <a:srgbClr val="D74732">
                <a:alpha val="64554"/>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0" name="G-before/real/point 035"/>
            <p:cNvSpPr/>
            <p:nvPr/>
          </p:nvSpPr>
          <p:spPr>
            <a:xfrm>
              <a:off x="1765596" y="5203132"/>
              <a:ext cx="27413" cy="27413"/>
            </a:xfrm>
            <a:prstGeom prst="ellipse">
              <a:avLst/>
            </a:prstGeom>
            <a:solidFill>
              <a:srgbClr val="D74732">
                <a:alpha val="79325"/>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1" name="G-before/real/point 036"/>
            <p:cNvSpPr/>
            <p:nvPr/>
          </p:nvSpPr>
          <p:spPr>
            <a:xfrm>
              <a:off x="1814352" y="5166276"/>
              <a:ext cx="18022" cy="18022"/>
            </a:xfrm>
            <a:prstGeom prst="ellipse">
              <a:avLst/>
            </a:prstGeom>
            <a:solidFill>
              <a:srgbClr val="D74732">
                <a:alpha val="51841"/>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2" name="G-before/real/point 037"/>
            <p:cNvSpPr/>
            <p:nvPr/>
          </p:nvSpPr>
          <p:spPr>
            <a:xfrm>
              <a:off x="1645702" y="5233252"/>
              <a:ext cx="26106" cy="26106"/>
            </a:xfrm>
            <a:prstGeom prst="ellipse">
              <a:avLst/>
            </a:prstGeom>
            <a:solidFill>
              <a:srgbClr val="D74732">
                <a:alpha val="53202"/>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3" name="G-before/real/point 038"/>
            <p:cNvSpPr/>
            <p:nvPr/>
          </p:nvSpPr>
          <p:spPr>
            <a:xfrm>
              <a:off x="1733908" y="5177431"/>
              <a:ext cx="16708" cy="16708"/>
            </a:xfrm>
            <a:prstGeom prst="ellipse">
              <a:avLst/>
            </a:prstGeom>
            <a:solidFill>
              <a:srgbClr val="D74732">
                <a:alpha val="56682"/>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4" name="G-before/real/point 039"/>
            <p:cNvSpPr/>
            <p:nvPr/>
          </p:nvSpPr>
          <p:spPr>
            <a:xfrm>
              <a:off x="1576937" y="5282147"/>
              <a:ext cx="22427" cy="22427"/>
            </a:xfrm>
            <a:prstGeom prst="ellipse">
              <a:avLst/>
            </a:prstGeom>
            <a:solidFill>
              <a:srgbClr val="D74732">
                <a:alpha val="56576"/>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5" name="G-before/real/point 040"/>
            <p:cNvSpPr/>
            <p:nvPr/>
          </p:nvSpPr>
          <p:spPr>
            <a:xfrm>
              <a:off x="1443738" y="5273596"/>
              <a:ext cx="24669" cy="24669"/>
            </a:xfrm>
            <a:prstGeom prst="ellipse">
              <a:avLst/>
            </a:prstGeom>
            <a:solidFill>
              <a:srgbClr val="D74732">
                <a:alpha val="85769"/>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6" name="G-before/real/point 041"/>
            <p:cNvSpPr/>
            <p:nvPr/>
          </p:nvSpPr>
          <p:spPr>
            <a:xfrm>
              <a:off x="1823335" y="5162304"/>
              <a:ext cx="24488" cy="24488"/>
            </a:xfrm>
            <a:prstGeom prst="ellipse">
              <a:avLst/>
            </a:prstGeom>
            <a:solidFill>
              <a:srgbClr val="D74732">
                <a:alpha val="70411"/>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7" name="G-before/real/point 042"/>
            <p:cNvSpPr/>
            <p:nvPr/>
          </p:nvSpPr>
          <p:spPr>
            <a:xfrm>
              <a:off x="1749052" y="5224150"/>
              <a:ext cx="26306" cy="26306"/>
            </a:xfrm>
            <a:prstGeom prst="ellipse">
              <a:avLst/>
            </a:prstGeom>
            <a:solidFill>
              <a:srgbClr val="D74732">
                <a:alpha val="70602"/>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8" name="G-before/real/point 043"/>
            <p:cNvSpPr/>
            <p:nvPr/>
          </p:nvSpPr>
          <p:spPr>
            <a:xfrm>
              <a:off x="1657116" y="5401917"/>
              <a:ext cx="27493" cy="27493"/>
            </a:xfrm>
            <a:prstGeom prst="ellipse">
              <a:avLst/>
            </a:prstGeom>
            <a:solidFill>
              <a:srgbClr val="D74732">
                <a:alpha val="53922"/>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9" name="G-before/real/point 044"/>
            <p:cNvSpPr/>
            <p:nvPr/>
          </p:nvSpPr>
          <p:spPr>
            <a:xfrm>
              <a:off x="1676542" y="5137830"/>
              <a:ext cx="23980" cy="23980"/>
            </a:xfrm>
            <a:prstGeom prst="ellipse">
              <a:avLst/>
            </a:prstGeom>
            <a:solidFill>
              <a:srgbClr val="D74732">
                <a:alpha val="74197"/>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0" name="G-before/real/point 045"/>
            <p:cNvSpPr/>
            <p:nvPr/>
          </p:nvSpPr>
          <p:spPr>
            <a:xfrm>
              <a:off x="1860974" y="5292587"/>
              <a:ext cx="22196" cy="22196"/>
            </a:xfrm>
            <a:prstGeom prst="ellipse">
              <a:avLst/>
            </a:prstGeom>
            <a:solidFill>
              <a:srgbClr val="D74732">
                <a:alpha val="83392"/>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1" name="G-before/real/point 046"/>
            <p:cNvSpPr/>
            <p:nvPr/>
          </p:nvSpPr>
          <p:spPr>
            <a:xfrm>
              <a:off x="1738247" y="5435052"/>
              <a:ext cx="27628" cy="27628"/>
            </a:xfrm>
            <a:prstGeom prst="ellipse">
              <a:avLst/>
            </a:prstGeom>
            <a:solidFill>
              <a:srgbClr val="D74732">
                <a:alpha val="73749"/>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2" name="G-before/real/point 047"/>
            <p:cNvSpPr/>
            <p:nvPr/>
          </p:nvSpPr>
          <p:spPr>
            <a:xfrm>
              <a:off x="1736104" y="5225307"/>
              <a:ext cx="25607" cy="25607"/>
            </a:xfrm>
            <a:prstGeom prst="ellipse">
              <a:avLst/>
            </a:prstGeom>
            <a:solidFill>
              <a:srgbClr val="D74732">
                <a:alpha val="73304"/>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3" name="G-before/real/point 048"/>
            <p:cNvSpPr/>
            <p:nvPr/>
          </p:nvSpPr>
          <p:spPr>
            <a:xfrm>
              <a:off x="1668086" y="5153999"/>
              <a:ext cx="17561" cy="17561"/>
            </a:xfrm>
            <a:prstGeom prst="ellipse">
              <a:avLst/>
            </a:prstGeom>
            <a:solidFill>
              <a:srgbClr val="D74732">
                <a:alpha val="57185"/>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4" name="G-before/real/point 049"/>
            <p:cNvSpPr/>
            <p:nvPr/>
          </p:nvSpPr>
          <p:spPr>
            <a:xfrm>
              <a:off x="1662951" y="5207968"/>
              <a:ext cx="17498" cy="17498"/>
            </a:xfrm>
            <a:prstGeom prst="ellipse">
              <a:avLst/>
            </a:prstGeom>
            <a:solidFill>
              <a:srgbClr val="D74732">
                <a:alpha val="63482"/>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5" name="G-before/real/point 050"/>
            <p:cNvSpPr/>
            <p:nvPr/>
          </p:nvSpPr>
          <p:spPr>
            <a:xfrm>
              <a:off x="1581508" y="5273147"/>
              <a:ext cx="16905" cy="16905"/>
            </a:xfrm>
            <a:prstGeom prst="ellipse">
              <a:avLst/>
            </a:prstGeom>
            <a:solidFill>
              <a:srgbClr val="D74732">
                <a:alpha val="79472"/>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6" name="G-before/real/point 051"/>
            <p:cNvSpPr/>
            <p:nvPr/>
          </p:nvSpPr>
          <p:spPr>
            <a:xfrm>
              <a:off x="1619805" y="5405655"/>
              <a:ext cx="16640" cy="16640"/>
            </a:xfrm>
            <a:prstGeom prst="ellipse">
              <a:avLst/>
            </a:prstGeom>
            <a:solidFill>
              <a:srgbClr val="D74732">
                <a:alpha val="86254"/>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7" name="G-before/real/point 052"/>
            <p:cNvSpPr/>
            <p:nvPr/>
          </p:nvSpPr>
          <p:spPr>
            <a:xfrm>
              <a:off x="1451086" y="5090062"/>
              <a:ext cx="31541" cy="31541"/>
            </a:xfrm>
            <a:prstGeom prst="ellipse">
              <a:avLst/>
            </a:prstGeom>
            <a:solidFill>
              <a:srgbClr val="D74732">
                <a:alpha val="81646"/>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8" name="G-before/real/point 053"/>
            <p:cNvSpPr/>
            <p:nvPr/>
          </p:nvSpPr>
          <p:spPr>
            <a:xfrm>
              <a:off x="1799213" y="5307050"/>
              <a:ext cx="20035" cy="20035"/>
            </a:xfrm>
            <a:prstGeom prst="ellipse">
              <a:avLst/>
            </a:prstGeom>
            <a:solidFill>
              <a:srgbClr val="D74732">
                <a:alpha val="79639"/>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9" name="G-before/real/point 054"/>
            <p:cNvSpPr/>
            <p:nvPr/>
          </p:nvSpPr>
          <p:spPr>
            <a:xfrm>
              <a:off x="1746444" y="5317019"/>
              <a:ext cx="18195" cy="18195"/>
            </a:xfrm>
            <a:prstGeom prst="ellipse">
              <a:avLst/>
            </a:prstGeom>
            <a:solidFill>
              <a:srgbClr val="D74732">
                <a:alpha val="54563"/>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0" name="G-before/real/point 055"/>
            <p:cNvSpPr/>
            <p:nvPr/>
          </p:nvSpPr>
          <p:spPr>
            <a:xfrm>
              <a:off x="2001447" y="5139577"/>
              <a:ext cx="22185" cy="22185"/>
            </a:xfrm>
            <a:prstGeom prst="ellipse">
              <a:avLst/>
            </a:prstGeom>
            <a:solidFill>
              <a:srgbClr val="D74732">
                <a:alpha val="7816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1" name="G-before/real/point 056"/>
            <p:cNvSpPr/>
            <p:nvPr/>
          </p:nvSpPr>
          <p:spPr>
            <a:xfrm>
              <a:off x="1581946" y="5272194"/>
              <a:ext cx="22141" cy="22141"/>
            </a:xfrm>
            <a:prstGeom prst="ellipse">
              <a:avLst/>
            </a:prstGeom>
            <a:solidFill>
              <a:srgbClr val="D74732">
                <a:alpha val="74119"/>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2" name="G-before/real/point 057"/>
            <p:cNvSpPr/>
            <p:nvPr/>
          </p:nvSpPr>
          <p:spPr>
            <a:xfrm>
              <a:off x="1722541" y="5324866"/>
              <a:ext cx="24401" cy="24401"/>
            </a:xfrm>
            <a:prstGeom prst="ellipse">
              <a:avLst/>
            </a:prstGeom>
            <a:solidFill>
              <a:srgbClr val="D74732">
                <a:alpha val="575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3" name="G-before/real/point 058"/>
            <p:cNvSpPr/>
            <p:nvPr/>
          </p:nvSpPr>
          <p:spPr>
            <a:xfrm>
              <a:off x="1467560" y="5341798"/>
              <a:ext cx="16848" cy="16848"/>
            </a:xfrm>
            <a:prstGeom prst="ellipse">
              <a:avLst/>
            </a:prstGeom>
            <a:solidFill>
              <a:srgbClr val="D74732">
                <a:alpha val="53924"/>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4" name="G-before/real/point 059"/>
            <p:cNvSpPr/>
            <p:nvPr/>
          </p:nvSpPr>
          <p:spPr>
            <a:xfrm>
              <a:off x="1729049" y="5213700"/>
              <a:ext cx="20338" cy="20338"/>
            </a:xfrm>
            <a:prstGeom prst="ellipse">
              <a:avLst/>
            </a:prstGeom>
            <a:solidFill>
              <a:srgbClr val="D74732">
                <a:alpha val="82362"/>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5" name="G-before/real/point 060"/>
            <p:cNvSpPr/>
            <p:nvPr/>
          </p:nvSpPr>
          <p:spPr>
            <a:xfrm>
              <a:off x="1655646" y="5204260"/>
              <a:ext cx="17403" cy="17403"/>
            </a:xfrm>
            <a:prstGeom prst="ellipse">
              <a:avLst/>
            </a:prstGeom>
            <a:solidFill>
              <a:srgbClr val="D74732">
                <a:alpha val="60457"/>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6" name="G-before/real/point 061"/>
            <p:cNvSpPr/>
            <p:nvPr/>
          </p:nvSpPr>
          <p:spPr>
            <a:xfrm>
              <a:off x="1648779" y="5418529"/>
              <a:ext cx="31377" cy="31377"/>
            </a:xfrm>
            <a:prstGeom prst="ellipse">
              <a:avLst/>
            </a:prstGeom>
            <a:solidFill>
              <a:srgbClr val="D74732">
                <a:alpha val="79879"/>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7" name="G-before/real/point 062"/>
            <p:cNvSpPr/>
            <p:nvPr/>
          </p:nvSpPr>
          <p:spPr>
            <a:xfrm>
              <a:off x="1924734" y="5104607"/>
              <a:ext cx="29869" cy="29869"/>
            </a:xfrm>
            <a:prstGeom prst="ellipse">
              <a:avLst/>
            </a:prstGeom>
            <a:solidFill>
              <a:srgbClr val="D74732">
                <a:alpha val="84959"/>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8" name="G-before/real/point 063"/>
            <p:cNvSpPr/>
            <p:nvPr/>
          </p:nvSpPr>
          <p:spPr>
            <a:xfrm>
              <a:off x="1765709" y="5237798"/>
              <a:ext cx="21351" cy="21351"/>
            </a:xfrm>
            <a:prstGeom prst="ellipse">
              <a:avLst/>
            </a:prstGeom>
            <a:solidFill>
              <a:srgbClr val="D74732">
                <a:alpha val="59393"/>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9" name="G-before/real/point 064"/>
            <p:cNvSpPr/>
            <p:nvPr/>
          </p:nvSpPr>
          <p:spPr>
            <a:xfrm>
              <a:off x="1612216" y="5173686"/>
              <a:ext cx="21797" cy="21797"/>
            </a:xfrm>
            <a:prstGeom prst="ellipse">
              <a:avLst/>
            </a:prstGeom>
            <a:solidFill>
              <a:srgbClr val="D74732">
                <a:alpha val="8181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0" name="G-before/real/point 065"/>
            <p:cNvSpPr/>
            <p:nvPr/>
          </p:nvSpPr>
          <p:spPr>
            <a:xfrm>
              <a:off x="1654633" y="5289367"/>
              <a:ext cx="20722" cy="20722"/>
            </a:xfrm>
            <a:prstGeom prst="ellipse">
              <a:avLst/>
            </a:prstGeom>
            <a:solidFill>
              <a:srgbClr val="D74732">
                <a:alpha val="67546"/>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1" name="G-before/real/point 066"/>
            <p:cNvSpPr/>
            <p:nvPr/>
          </p:nvSpPr>
          <p:spPr>
            <a:xfrm>
              <a:off x="1603215" y="5160460"/>
              <a:ext cx="23214" cy="23214"/>
            </a:xfrm>
            <a:prstGeom prst="ellipse">
              <a:avLst/>
            </a:prstGeom>
            <a:solidFill>
              <a:srgbClr val="D74732">
                <a:alpha val="57081"/>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2" name="G-before/real/point 067"/>
            <p:cNvSpPr/>
            <p:nvPr/>
          </p:nvSpPr>
          <p:spPr>
            <a:xfrm>
              <a:off x="1635956" y="5301107"/>
              <a:ext cx="19109" cy="19109"/>
            </a:xfrm>
            <a:prstGeom prst="ellipse">
              <a:avLst/>
            </a:prstGeom>
            <a:solidFill>
              <a:srgbClr val="D74732">
                <a:alpha val="70668"/>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3" name="G-before/real/point 068"/>
            <p:cNvSpPr/>
            <p:nvPr/>
          </p:nvSpPr>
          <p:spPr>
            <a:xfrm>
              <a:off x="1780885" y="5395552"/>
              <a:ext cx="26549" cy="26549"/>
            </a:xfrm>
            <a:prstGeom prst="ellipse">
              <a:avLst/>
            </a:prstGeom>
            <a:solidFill>
              <a:srgbClr val="D74732">
                <a:alpha val="55232"/>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 name="G-before/real/point 069"/>
            <p:cNvSpPr/>
            <p:nvPr/>
          </p:nvSpPr>
          <p:spPr>
            <a:xfrm>
              <a:off x="1643296" y="5179607"/>
              <a:ext cx="23323" cy="23323"/>
            </a:xfrm>
            <a:prstGeom prst="ellipse">
              <a:avLst/>
            </a:prstGeom>
            <a:solidFill>
              <a:srgbClr val="D74732">
                <a:alpha val="73049"/>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5" name="G-before/real/point 070"/>
            <p:cNvSpPr/>
            <p:nvPr/>
          </p:nvSpPr>
          <p:spPr>
            <a:xfrm>
              <a:off x="1730392" y="5030130"/>
              <a:ext cx="27689" cy="27689"/>
            </a:xfrm>
            <a:prstGeom prst="ellipse">
              <a:avLst/>
            </a:prstGeom>
            <a:solidFill>
              <a:srgbClr val="D74732">
                <a:alpha val="58027"/>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6" name="G-before/real/point 071"/>
            <p:cNvSpPr/>
            <p:nvPr/>
          </p:nvSpPr>
          <p:spPr>
            <a:xfrm>
              <a:off x="1620378" y="5225059"/>
              <a:ext cx="16801" cy="16801"/>
            </a:xfrm>
            <a:prstGeom prst="ellipse">
              <a:avLst/>
            </a:prstGeom>
            <a:solidFill>
              <a:srgbClr val="D74732">
                <a:alpha val="70994"/>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7" name="G-before/real/point 072"/>
            <p:cNvSpPr/>
            <p:nvPr/>
          </p:nvSpPr>
          <p:spPr>
            <a:xfrm>
              <a:off x="1493840" y="5285216"/>
              <a:ext cx="21443" cy="21443"/>
            </a:xfrm>
            <a:prstGeom prst="ellipse">
              <a:avLst/>
            </a:prstGeom>
            <a:solidFill>
              <a:srgbClr val="D74732">
                <a:alpha val="81676"/>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8" name="G-before/real/point 073"/>
            <p:cNvSpPr/>
            <p:nvPr/>
          </p:nvSpPr>
          <p:spPr>
            <a:xfrm>
              <a:off x="1662163" y="5239890"/>
              <a:ext cx="27435" cy="27435"/>
            </a:xfrm>
            <a:prstGeom prst="ellipse">
              <a:avLst/>
            </a:prstGeom>
            <a:solidFill>
              <a:srgbClr val="D74732">
                <a:alpha val="60817"/>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9" name="G-before/real/point 074"/>
            <p:cNvSpPr/>
            <p:nvPr/>
          </p:nvSpPr>
          <p:spPr>
            <a:xfrm>
              <a:off x="1676404" y="5241147"/>
              <a:ext cx="16674" cy="16674"/>
            </a:xfrm>
            <a:prstGeom prst="ellipse">
              <a:avLst/>
            </a:prstGeom>
            <a:solidFill>
              <a:srgbClr val="D74732">
                <a:alpha val="84998"/>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0" name="G-before/fake/contour 1.35"/>
            <p:cNvSpPr/>
            <p:nvPr/>
          </p:nvSpPr>
          <p:spPr>
            <a:xfrm>
              <a:off x="1861820" y="4223385"/>
              <a:ext cx="822960" cy="925830"/>
            </a:xfrm>
            <a:prstGeom prst="ellipse">
              <a:avLst/>
            </a:prstGeom>
            <a:solidFill>
              <a:srgbClr val="3072D5">
                <a:alpha val="4500"/>
              </a:srgbClr>
            </a:solidFill>
            <a:ln w="4445">
              <a:solidFill>
                <a:srgbClr val="3072D5">
                  <a:alpha val="45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1" name="G-before/fake/contour 1.05"/>
            <p:cNvSpPr/>
            <p:nvPr/>
          </p:nvSpPr>
          <p:spPr>
            <a:xfrm>
              <a:off x="1953260" y="4326255"/>
              <a:ext cx="640080" cy="720090"/>
            </a:xfrm>
            <a:prstGeom prst="ellipse">
              <a:avLst/>
            </a:prstGeom>
            <a:solidFill>
              <a:srgbClr val="3072D5">
                <a:alpha val="7000"/>
              </a:srgbClr>
            </a:solidFill>
            <a:ln w="4445">
              <a:solidFill>
                <a:srgbClr val="3072D5">
                  <a:alpha val="7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2" name="G-before/fake/contour 0.75"/>
            <p:cNvSpPr/>
            <p:nvPr/>
          </p:nvSpPr>
          <p:spPr>
            <a:xfrm>
              <a:off x="2044700" y="4429125"/>
              <a:ext cx="457200" cy="514350"/>
            </a:xfrm>
            <a:prstGeom prst="ellipse">
              <a:avLst/>
            </a:prstGeom>
            <a:solidFill>
              <a:srgbClr val="3072D5">
                <a:alpha val="10000"/>
              </a:srgbClr>
            </a:solidFill>
            <a:ln w="4445">
              <a:solidFill>
                <a:srgbClr val="3072D5">
                  <a:alpha val="10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3" name="G-before/fake/point 000"/>
            <p:cNvSpPr/>
            <p:nvPr/>
          </p:nvSpPr>
          <p:spPr>
            <a:xfrm>
              <a:off x="2173681" y="4474567"/>
              <a:ext cx="24441" cy="24441"/>
            </a:xfrm>
            <a:prstGeom prst="ellipse">
              <a:avLst/>
            </a:prstGeom>
            <a:solidFill>
              <a:srgbClr val="3072D5">
                <a:alpha val="69437"/>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4" name="G-before/fake/point 001"/>
            <p:cNvSpPr/>
            <p:nvPr/>
          </p:nvSpPr>
          <p:spPr>
            <a:xfrm>
              <a:off x="2247413" y="4745744"/>
              <a:ext cx="20488" cy="20488"/>
            </a:xfrm>
            <a:prstGeom prst="ellipse">
              <a:avLst/>
            </a:prstGeom>
            <a:solidFill>
              <a:srgbClr val="3072D5">
                <a:alpha val="59897"/>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5" name="G-before/fake/point 002"/>
            <p:cNvSpPr/>
            <p:nvPr/>
          </p:nvSpPr>
          <p:spPr>
            <a:xfrm>
              <a:off x="2222614" y="4765815"/>
              <a:ext cx="18150" cy="18150"/>
            </a:xfrm>
            <a:prstGeom prst="ellipse">
              <a:avLst/>
            </a:prstGeom>
            <a:solidFill>
              <a:srgbClr val="3072D5">
                <a:alpha val="62369"/>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6" name="G-before/fake/point 003"/>
            <p:cNvSpPr/>
            <p:nvPr/>
          </p:nvSpPr>
          <p:spPr>
            <a:xfrm>
              <a:off x="2208718" y="4829198"/>
              <a:ext cx="19582" cy="19582"/>
            </a:xfrm>
            <a:prstGeom prst="ellipse">
              <a:avLst/>
            </a:prstGeom>
            <a:solidFill>
              <a:srgbClr val="3072D5">
                <a:alpha val="5269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7" name="G-before/fake/point 004"/>
            <p:cNvSpPr/>
            <p:nvPr/>
          </p:nvSpPr>
          <p:spPr>
            <a:xfrm>
              <a:off x="2303506" y="4826738"/>
              <a:ext cx="22431" cy="22431"/>
            </a:xfrm>
            <a:prstGeom prst="ellipse">
              <a:avLst/>
            </a:prstGeom>
            <a:solidFill>
              <a:srgbClr val="3072D5">
                <a:alpha val="77872"/>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8" name="G-before/fake/point 005"/>
            <p:cNvSpPr/>
            <p:nvPr/>
          </p:nvSpPr>
          <p:spPr>
            <a:xfrm>
              <a:off x="2302469" y="4553254"/>
              <a:ext cx="18024" cy="18024"/>
            </a:xfrm>
            <a:prstGeom prst="ellipse">
              <a:avLst/>
            </a:prstGeom>
            <a:solidFill>
              <a:srgbClr val="3072D5">
                <a:alpha val="77664"/>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9" name="G-before/fake/point 006"/>
            <p:cNvSpPr/>
            <p:nvPr/>
          </p:nvSpPr>
          <p:spPr>
            <a:xfrm>
              <a:off x="2264058" y="4545693"/>
              <a:ext cx="26542" cy="26542"/>
            </a:xfrm>
            <a:prstGeom prst="ellipse">
              <a:avLst/>
            </a:prstGeom>
            <a:solidFill>
              <a:srgbClr val="3072D5">
                <a:alpha val="61364"/>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0" name="G-before/fake/point 007"/>
            <p:cNvSpPr/>
            <p:nvPr/>
          </p:nvSpPr>
          <p:spPr>
            <a:xfrm>
              <a:off x="2442840" y="4549516"/>
              <a:ext cx="28579" cy="28579"/>
            </a:xfrm>
            <a:prstGeom prst="ellipse">
              <a:avLst/>
            </a:prstGeom>
            <a:solidFill>
              <a:srgbClr val="3072D5">
                <a:alpha val="86249"/>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1" name="G-before/fake/point 008"/>
            <p:cNvSpPr/>
            <p:nvPr/>
          </p:nvSpPr>
          <p:spPr>
            <a:xfrm>
              <a:off x="2274706" y="4830823"/>
              <a:ext cx="27656" cy="27656"/>
            </a:xfrm>
            <a:prstGeom prst="ellipse">
              <a:avLst/>
            </a:prstGeom>
            <a:solidFill>
              <a:srgbClr val="3072D5">
                <a:alpha val="80456"/>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2" name="G-before/fake/point 009"/>
            <p:cNvSpPr/>
            <p:nvPr/>
          </p:nvSpPr>
          <p:spPr>
            <a:xfrm>
              <a:off x="2212746" y="4717345"/>
              <a:ext cx="26055" cy="26055"/>
            </a:xfrm>
            <a:prstGeom prst="ellipse">
              <a:avLst/>
            </a:prstGeom>
            <a:solidFill>
              <a:srgbClr val="3072D5">
                <a:alpha val="53976"/>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3" name="G-before/fake/point 010"/>
            <p:cNvSpPr/>
            <p:nvPr/>
          </p:nvSpPr>
          <p:spPr>
            <a:xfrm>
              <a:off x="2257893" y="4660177"/>
              <a:ext cx="23436" cy="23436"/>
            </a:xfrm>
            <a:prstGeom prst="ellipse">
              <a:avLst/>
            </a:prstGeom>
            <a:solidFill>
              <a:srgbClr val="3072D5">
                <a:alpha val="68231"/>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4" name="G-before/fake/point 011"/>
            <p:cNvSpPr/>
            <p:nvPr/>
          </p:nvSpPr>
          <p:spPr>
            <a:xfrm>
              <a:off x="2355389" y="4773452"/>
              <a:ext cx="24131" cy="24131"/>
            </a:xfrm>
            <a:prstGeom prst="ellipse">
              <a:avLst/>
            </a:prstGeom>
            <a:solidFill>
              <a:srgbClr val="3072D5">
                <a:alpha val="64025"/>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5" name="G-before/fake/point 012"/>
            <p:cNvSpPr/>
            <p:nvPr/>
          </p:nvSpPr>
          <p:spPr>
            <a:xfrm>
              <a:off x="2438047" y="4516944"/>
              <a:ext cx="30081" cy="30081"/>
            </a:xfrm>
            <a:prstGeom prst="ellipse">
              <a:avLst/>
            </a:prstGeom>
            <a:solidFill>
              <a:srgbClr val="3072D5">
                <a:alpha val="59306"/>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6" name="G-before/fake/point 013"/>
            <p:cNvSpPr/>
            <p:nvPr/>
          </p:nvSpPr>
          <p:spPr>
            <a:xfrm>
              <a:off x="2372373" y="4697149"/>
              <a:ext cx="18242" cy="18242"/>
            </a:xfrm>
            <a:prstGeom prst="ellipse">
              <a:avLst/>
            </a:prstGeom>
            <a:solidFill>
              <a:srgbClr val="3072D5">
                <a:alpha val="76799"/>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7" name="G-before/fake/point 014"/>
            <p:cNvSpPr/>
            <p:nvPr/>
          </p:nvSpPr>
          <p:spPr>
            <a:xfrm>
              <a:off x="2258082" y="4742173"/>
              <a:ext cx="20833" cy="20833"/>
            </a:xfrm>
            <a:prstGeom prst="ellipse">
              <a:avLst/>
            </a:prstGeom>
            <a:solidFill>
              <a:srgbClr val="3072D5">
                <a:alpha val="6533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8" name="G-before/fake/point 015"/>
            <p:cNvSpPr/>
            <p:nvPr/>
          </p:nvSpPr>
          <p:spPr>
            <a:xfrm>
              <a:off x="2251263" y="4535278"/>
              <a:ext cx="21099" cy="21099"/>
            </a:xfrm>
            <a:prstGeom prst="ellipse">
              <a:avLst/>
            </a:prstGeom>
            <a:solidFill>
              <a:srgbClr val="3072D5">
                <a:alpha val="7574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9" name="G-before/fake/point 016"/>
            <p:cNvSpPr/>
            <p:nvPr/>
          </p:nvSpPr>
          <p:spPr>
            <a:xfrm>
              <a:off x="2333962" y="4697229"/>
              <a:ext cx="26987" cy="26987"/>
            </a:xfrm>
            <a:prstGeom prst="ellipse">
              <a:avLst/>
            </a:prstGeom>
            <a:solidFill>
              <a:srgbClr val="3072D5">
                <a:alpha val="78578"/>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0" name="G-before/fake/point 017"/>
            <p:cNvSpPr/>
            <p:nvPr/>
          </p:nvSpPr>
          <p:spPr>
            <a:xfrm>
              <a:off x="2294826" y="4702161"/>
              <a:ext cx="24218" cy="24218"/>
            </a:xfrm>
            <a:prstGeom prst="ellipse">
              <a:avLst/>
            </a:prstGeom>
            <a:solidFill>
              <a:srgbClr val="3072D5">
                <a:alpha val="74945"/>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1" name="G-before/fake/point 018"/>
            <p:cNvSpPr/>
            <p:nvPr/>
          </p:nvSpPr>
          <p:spPr>
            <a:xfrm>
              <a:off x="2383173" y="4689693"/>
              <a:ext cx="20697" cy="20697"/>
            </a:xfrm>
            <a:prstGeom prst="ellipse">
              <a:avLst/>
            </a:prstGeom>
            <a:solidFill>
              <a:srgbClr val="3072D5">
                <a:alpha val="53234"/>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2" name="G-before/fake/point 019"/>
            <p:cNvSpPr/>
            <p:nvPr/>
          </p:nvSpPr>
          <p:spPr>
            <a:xfrm>
              <a:off x="2305485" y="4766070"/>
              <a:ext cx="23627" cy="23627"/>
            </a:xfrm>
            <a:prstGeom prst="ellipse">
              <a:avLst/>
            </a:prstGeom>
            <a:solidFill>
              <a:srgbClr val="3072D5">
                <a:alpha val="54264"/>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3" name="G-before/fake/point 020"/>
            <p:cNvSpPr/>
            <p:nvPr/>
          </p:nvSpPr>
          <p:spPr>
            <a:xfrm>
              <a:off x="2091296" y="4494012"/>
              <a:ext cx="26933" cy="26933"/>
            </a:xfrm>
            <a:prstGeom prst="ellipse">
              <a:avLst/>
            </a:prstGeom>
            <a:solidFill>
              <a:srgbClr val="3072D5">
                <a:alpha val="52583"/>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4" name="G-before/fake/point 021"/>
            <p:cNvSpPr/>
            <p:nvPr/>
          </p:nvSpPr>
          <p:spPr>
            <a:xfrm>
              <a:off x="2169791" y="4533480"/>
              <a:ext cx="16643" cy="16643"/>
            </a:xfrm>
            <a:prstGeom prst="ellipse">
              <a:avLst/>
            </a:prstGeom>
            <a:solidFill>
              <a:srgbClr val="3072D5">
                <a:alpha val="64619"/>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5" name="G-before/fake/point 022"/>
            <p:cNvSpPr/>
            <p:nvPr/>
          </p:nvSpPr>
          <p:spPr>
            <a:xfrm>
              <a:off x="2099232" y="4416712"/>
              <a:ext cx="30667" cy="30667"/>
            </a:xfrm>
            <a:prstGeom prst="ellipse">
              <a:avLst/>
            </a:prstGeom>
            <a:solidFill>
              <a:srgbClr val="3072D5">
                <a:alpha val="71642"/>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6" name="G-before/fake/point 023"/>
            <p:cNvSpPr/>
            <p:nvPr/>
          </p:nvSpPr>
          <p:spPr>
            <a:xfrm>
              <a:off x="2022161" y="4506915"/>
              <a:ext cx="19719" cy="19719"/>
            </a:xfrm>
            <a:prstGeom prst="ellipse">
              <a:avLst/>
            </a:prstGeom>
            <a:solidFill>
              <a:srgbClr val="3072D5">
                <a:alpha val="69347"/>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7" name="G-before/fake/point 024"/>
            <p:cNvSpPr/>
            <p:nvPr/>
          </p:nvSpPr>
          <p:spPr>
            <a:xfrm>
              <a:off x="2440362" y="4755657"/>
              <a:ext cx="26471" cy="26471"/>
            </a:xfrm>
            <a:prstGeom prst="ellipse">
              <a:avLst/>
            </a:prstGeom>
            <a:solidFill>
              <a:srgbClr val="3072D5">
                <a:alpha val="58002"/>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8" name="G-before/fake/point 025"/>
            <p:cNvSpPr/>
            <p:nvPr/>
          </p:nvSpPr>
          <p:spPr>
            <a:xfrm>
              <a:off x="2304150" y="4818384"/>
              <a:ext cx="27965" cy="27965"/>
            </a:xfrm>
            <a:prstGeom prst="ellipse">
              <a:avLst/>
            </a:prstGeom>
            <a:solidFill>
              <a:srgbClr val="3072D5">
                <a:alpha val="55164"/>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9" name="G-before/fake/point 026"/>
            <p:cNvSpPr/>
            <p:nvPr/>
          </p:nvSpPr>
          <p:spPr>
            <a:xfrm>
              <a:off x="2202869" y="4812298"/>
              <a:ext cx="20490" cy="20490"/>
            </a:xfrm>
            <a:prstGeom prst="ellipse">
              <a:avLst/>
            </a:prstGeom>
            <a:solidFill>
              <a:srgbClr val="3072D5">
                <a:alpha val="8361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0" name="G-before/fake/point 027"/>
            <p:cNvSpPr/>
            <p:nvPr/>
          </p:nvSpPr>
          <p:spPr>
            <a:xfrm>
              <a:off x="2216224" y="4360621"/>
              <a:ext cx="26278" cy="26278"/>
            </a:xfrm>
            <a:prstGeom prst="ellipse">
              <a:avLst/>
            </a:prstGeom>
            <a:solidFill>
              <a:srgbClr val="3072D5">
                <a:alpha val="75888"/>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1" name="G-before/fake/point 028"/>
            <p:cNvSpPr/>
            <p:nvPr/>
          </p:nvSpPr>
          <p:spPr>
            <a:xfrm>
              <a:off x="2232227" y="4821453"/>
              <a:ext cx="23051" cy="23051"/>
            </a:xfrm>
            <a:prstGeom prst="ellipse">
              <a:avLst/>
            </a:prstGeom>
            <a:solidFill>
              <a:srgbClr val="3072D5">
                <a:alpha val="68181"/>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2" name="G-before/fake/point 029"/>
            <p:cNvSpPr/>
            <p:nvPr/>
          </p:nvSpPr>
          <p:spPr>
            <a:xfrm>
              <a:off x="2466721" y="4771344"/>
              <a:ext cx="18863" cy="18863"/>
            </a:xfrm>
            <a:prstGeom prst="ellipse">
              <a:avLst/>
            </a:prstGeom>
            <a:solidFill>
              <a:srgbClr val="3072D5">
                <a:alpha val="67417"/>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3" name="G-before/fake/point 030"/>
            <p:cNvSpPr/>
            <p:nvPr/>
          </p:nvSpPr>
          <p:spPr>
            <a:xfrm>
              <a:off x="2380842" y="4606666"/>
              <a:ext cx="29746" cy="29746"/>
            </a:xfrm>
            <a:prstGeom prst="ellipse">
              <a:avLst/>
            </a:prstGeom>
            <a:solidFill>
              <a:srgbClr val="3072D5">
                <a:alpha val="59899"/>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4" name="G-before/fake/point 031"/>
            <p:cNvSpPr/>
            <p:nvPr/>
          </p:nvSpPr>
          <p:spPr>
            <a:xfrm>
              <a:off x="2154822" y="4701192"/>
              <a:ext cx="21452" cy="21452"/>
            </a:xfrm>
            <a:prstGeom prst="ellipse">
              <a:avLst/>
            </a:prstGeom>
            <a:solidFill>
              <a:srgbClr val="3072D5">
                <a:alpha val="64038"/>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5" name="G-before/fake/point 032"/>
            <p:cNvSpPr/>
            <p:nvPr/>
          </p:nvSpPr>
          <p:spPr>
            <a:xfrm>
              <a:off x="2053778" y="4752820"/>
              <a:ext cx="31307" cy="31307"/>
            </a:xfrm>
            <a:prstGeom prst="ellipse">
              <a:avLst/>
            </a:prstGeom>
            <a:solidFill>
              <a:srgbClr val="3072D5">
                <a:alpha val="53595"/>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6" name="G-before/fake/point 033"/>
            <p:cNvSpPr/>
            <p:nvPr/>
          </p:nvSpPr>
          <p:spPr>
            <a:xfrm>
              <a:off x="2193491" y="4539599"/>
              <a:ext cx="22806" cy="22806"/>
            </a:xfrm>
            <a:prstGeom prst="ellipse">
              <a:avLst/>
            </a:prstGeom>
            <a:solidFill>
              <a:srgbClr val="3072D5">
                <a:alpha val="51549"/>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7" name="G-before/fake/point 034"/>
            <p:cNvSpPr/>
            <p:nvPr/>
          </p:nvSpPr>
          <p:spPr>
            <a:xfrm>
              <a:off x="2198601" y="4759789"/>
              <a:ext cx="22104" cy="22104"/>
            </a:xfrm>
            <a:prstGeom prst="ellipse">
              <a:avLst/>
            </a:prstGeom>
            <a:solidFill>
              <a:srgbClr val="3072D5">
                <a:alpha val="72552"/>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8" name="G-before/fake/point 035"/>
            <p:cNvSpPr/>
            <p:nvPr/>
          </p:nvSpPr>
          <p:spPr>
            <a:xfrm>
              <a:off x="2199567" y="4754718"/>
              <a:ext cx="20689" cy="20689"/>
            </a:xfrm>
            <a:prstGeom prst="ellipse">
              <a:avLst/>
            </a:prstGeom>
            <a:solidFill>
              <a:srgbClr val="3072D5">
                <a:alpha val="87137"/>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9" name="G-before/fake/point 036"/>
            <p:cNvSpPr/>
            <p:nvPr/>
          </p:nvSpPr>
          <p:spPr>
            <a:xfrm>
              <a:off x="2028149" y="4890931"/>
              <a:ext cx="19034" cy="19034"/>
            </a:xfrm>
            <a:prstGeom prst="ellipse">
              <a:avLst/>
            </a:prstGeom>
            <a:solidFill>
              <a:srgbClr val="3072D5">
                <a:alpha val="75228"/>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0" name="G-before/fake/point 037"/>
            <p:cNvSpPr/>
            <p:nvPr/>
          </p:nvSpPr>
          <p:spPr>
            <a:xfrm>
              <a:off x="2093995" y="4607138"/>
              <a:ext cx="24349" cy="24349"/>
            </a:xfrm>
            <a:prstGeom prst="ellipse">
              <a:avLst/>
            </a:prstGeom>
            <a:solidFill>
              <a:srgbClr val="3072D5">
                <a:alpha val="83207"/>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1" name="G-before/fake/point 038"/>
            <p:cNvSpPr/>
            <p:nvPr/>
          </p:nvSpPr>
          <p:spPr>
            <a:xfrm>
              <a:off x="2230129" y="4652341"/>
              <a:ext cx="26913" cy="26913"/>
            </a:xfrm>
            <a:prstGeom prst="ellipse">
              <a:avLst/>
            </a:prstGeom>
            <a:solidFill>
              <a:srgbClr val="3072D5">
                <a:alpha val="733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2" name="G-before/fake/point 039"/>
            <p:cNvSpPr/>
            <p:nvPr/>
          </p:nvSpPr>
          <p:spPr>
            <a:xfrm>
              <a:off x="2264065" y="4877086"/>
              <a:ext cx="29246" cy="29246"/>
            </a:xfrm>
            <a:prstGeom prst="ellipse">
              <a:avLst/>
            </a:prstGeom>
            <a:solidFill>
              <a:srgbClr val="3072D5">
                <a:alpha val="60532"/>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3" name="G-before/fake/point 040"/>
            <p:cNvSpPr/>
            <p:nvPr/>
          </p:nvSpPr>
          <p:spPr>
            <a:xfrm>
              <a:off x="2316063" y="4757735"/>
              <a:ext cx="25493" cy="25493"/>
            </a:xfrm>
            <a:prstGeom prst="ellipse">
              <a:avLst/>
            </a:prstGeom>
            <a:solidFill>
              <a:srgbClr val="3072D5">
                <a:alpha val="66877"/>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4" name="G-before/fake/point 041"/>
            <p:cNvSpPr/>
            <p:nvPr/>
          </p:nvSpPr>
          <p:spPr>
            <a:xfrm>
              <a:off x="2371665" y="4734632"/>
              <a:ext cx="24849" cy="24849"/>
            </a:xfrm>
            <a:prstGeom prst="ellipse">
              <a:avLst/>
            </a:prstGeom>
            <a:solidFill>
              <a:srgbClr val="3072D5">
                <a:alpha val="71992"/>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5" name="G-before/fake/point 042"/>
            <p:cNvSpPr/>
            <p:nvPr/>
          </p:nvSpPr>
          <p:spPr>
            <a:xfrm>
              <a:off x="2139799" y="4849736"/>
              <a:ext cx="26824" cy="26824"/>
            </a:xfrm>
            <a:prstGeom prst="ellipse">
              <a:avLst/>
            </a:prstGeom>
            <a:solidFill>
              <a:srgbClr val="3072D5">
                <a:alpha val="59819"/>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6" name="G-before/fake/point 043"/>
            <p:cNvSpPr/>
            <p:nvPr/>
          </p:nvSpPr>
          <p:spPr>
            <a:xfrm>
              <a:off x="2117064" y="4913936"/>
              <a:ext cx="19878" cy="19878"/>
            </a:xfrm>
            <a:prstGeom prst="ellipse">
              <a:avLst/>
            </a:prstGeom>
            <a:solidFill>
              <a:srgbClr val="3072D5">
                <a:alpha val="67004"/>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7" name="G-before/fake/point 044"/>
            <p:cNvSpPr/>
            <p:nvPr/>
          </p:nvSpPr>
          <p:spPr>
            <a:xfrm>
              <a:off x="2209294" y="4830268"/>
              <a:ext cx="28628" cy="28628"/>
            </a:xfrm>
            <a:prstGeom prst="ellipse">
              <a:avLst/>
            </a:prstGeom>
            <a:solidFill>
              <a:srgbClr val="3072D5">
                <a:alpha val="54692"/>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8" name="G-before/fake/point 045"/>
            <p:cNvSpPr/>
            <p:nvPr/>
          </p:nvSpPr>
          <p:spPr>
            <a:xfrm>
              <a:off x="2279077" y="4719944"/>
              <a:ext cx="18429" cy="18429"/>
            </a:xfrm>
            <a:prstGeom prst="ellipse">
              <a:avLst/>
            </a:prstGeom>
            <a:solidFill>
              <a:srgbClr val="3072D5">
                <a:alpha val="69786"/>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9" name="G-before/fake/point 046"/>
            <p:cNvSpPr/>
            <p:nvPr/>
          </p:nvSpPr>
          <p:spPr>
            <a:xfrm>
              <a:off x="1990206" y="4695949"/>
              <a:ext cx="23414" cy="23414"/>
            </a:xfrm>
            <a:prstGeom prst="ellipse">
              <a:avLst/>
            </a:prstGeom>
            <a:solidFill>
              <a:srgbClr val="3072D5">
                <a:alpha val="69967"/>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0" name="G-before/fake/point 047"/>
            <p:cNvSpPr/>
            <p:nvPr/>
          </p:nvSpPr>
          <p:spPr>
            <a:xfrm>
              <a:off x="2342179" y="4690690"/>
              <a:ext cx="21225" cy="21225"/>
            </a:xfrm>
            <a:prstGeom prst="ellipse">
              <a:avLst/>
            </a:prstGeom>
            <a:solidFill>
              <a:srgbClr val="3072D5">
                <a:alpha val="59262"/>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1" name="G-before/fake/point 048"/>
            <p:cNvSpPr/>
            <p:nvPr/>
          </p:nvSpPr>
          <p:spPr>
            <a:xfrm>
              <a:off x="2291753" y="4548959"/>
              <a:ext cx="18587" cy="18587"/>
            </a:xfrm>
            <a:prstGeom prst="ellipse">
              <a:avLst/>
            </a:prstGeom>
            <a:solidFill>
              <a:srgbClr val="3072D5">
                <a:alpha val="70297"/>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2" name="G-before/fake/point 049"/>
            <p:cNvSpPr/>
            <p:nvPr/>
          </p:nvSpPr>
          <p:spPr>
            <a:xfrm>
              <a:off x="2300648" y="4741085"/>
              <a:ext cx="25776" cy="25776"/>
            </a:xfrm>
            <a:prstGeom prst="ellipse">
              <a:avLst/>
            </a:prstGeom>
            <a:solidFill>
              <a:srgbClr val="3072D5">
                <a:alpha val="53268"/>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3" name="G-before/fake/point 050"/>
            <p:cNvSpPr/>
            <p:nvPr/>
          </p:nvSpPr>
          <p:spPr>
            <a:xfrm>
              <a:off x="2269621" y="4541299"/>
              <a:ext cx="17491" cy="17491"/>
            </a:xfrm>
            <a:prstGeom prst="ellipse">
              <a:avLst/>
            </a:prstGeom>
            <a:solidFill>
              <a:srgbClr val="3072D5">
                <a:alpha val="75614"/>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4" name="G-before/fake/point 051"/>
            <p:cNvSpPr/>
            <p:nvPr/>
          </p:nvSpPr>
          <p:spPr>
            <a:xfrm>
              <a:off x="2437963" y="4621808"/>
              <a:ext cx="29332" cy="29332"/>
            </a:xfrm>
            <a:prstGeom prst="ellipse">
              <a:avLst/>
            </a:prstGeom>
            <a:solidFill>
              <a:srgbClr val="3072D5">
                <a:alpha val="85689"/>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5" name="G-before/fake/point 052"/>
            <p:cNvSpPr/>
            <p:nvPr/>
          </p:nvSpPr>
          <p:spPr>
            <a:xfrm>
              <a:off x="2241890" y="4817504"/>
              <a:ext cx="27806" cy="27806"/>
            </a:xfrm>
            <a:prstGeom prst="ellipse">
              <a:avLst/>
            </a:prstGeom>
            <a:solidFill>
              <a:srgbClr val="3072D5">
                <a:alpha val="65082"/>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6" name="G-before/fake/point 053"/>
            <p:cNvSpPr/>
            <p:nvPr/>
          </p:nvSpPr>
          <p:spPr>
            <a:xfrm>
              <a:off x="2380636" y="4650318"/>
              <a:ext cx="16841" cy="16841"/>
            </a:xfrm>
            <a:prstGeom prst="ellipse">
              <a:avLst/>
            </a:prstGeom>
            <a:solidFill>
              <a:srgbClr val="3072D5">
                <a:alpha val="53614"/>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7" name="G-before/fake/point 054"/>
            <p:cNvSpPr/>
            <p:nvPr/>
          </p:nvSpPr>
          <p:spPr>
            <a:xfrm>
              <a:off x="2240632" y="4684372"/>
              <a:ext cx="25804" cy="25804"/>
            </a:xfrm>
            <a:prstGeom prst="ellipse">
              <a:avLst/>
            </a:prstGeom>
            <a:solidFill>
              <a:srgbClr val="3072D5">
                <a:alpha val="87791"/>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8" name="G-before/fake/point 055"/>
            <p:cNvSpPr/>
            <p:nvPr/>
          </p:nvSpPr>
          <p:spPr>
            <a:xfrm>
              <a:off x="2565686" y="4523712"/>
              <a:ext cx="20305" cy="20305"/>
            </a:xfrm>
            <a:prstGeom prst="ellipse">
              <a:avLst/>
            </a:prstGeom>
            <a:solidFill>
              <a:srgbClr val="3072D5">
                <a:alpha val="56851"/>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9" name="G-before/fake/point 056"/>
            <p:cNvSpPr/>
            <p:nvPr/>
          </p:nvSpPr>
          <p:spPr>
            <a:xfrm>
              <a:off x="2500288" y="4803658"/>
              <a:ext cx="16906" cy="16906"/>
            </a:xfrm>
            <a:prstGeom prst="ellipse">
              <a:avLst/>
            </a:prstGeom>
            <a:solidFill>
              <a:srgbClr val="3072D5">
                <a:alpha val="52754"/>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0" name="G-before/fake/point 057"/>
            <p:cNvSpPr/>
            <p:nvPr/>
          </p:nvSpPr>
          <p:spPr>
            <a:xfrm>
              <a:off x="2124842" y="4406461"/>
              <a:ext cx="24650" cy="24650"/>
            </a:xfrm>
            <a:prstGeom prst="ellipse">
              <a:avLst/>
            </a:prstGeom>
            <a:solidFill>
              <a:srgbClr val="3072D5">
                <a:alpha val="52396"/>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1" name="G-before/fake/point 058"/>
            <p:cNvSpPr/>
            <p:nvPr/>
          </p:nvSpPr>
          <p:spPr>
            <a:xfrm>
              <a:off x="2463398" y="4724333"/>
              <a:ext cx="27000" cy="27000"/>
            </a:xfrm>
            <a:prstGeom prst="ellipse">
              <a:avLst/>
            </a:prstGeom>
            <a:solidFill>
              <a:srgbClr val="3072D5">
                <a:alpha val="61794"/>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2" name="G-before/fake/point 059"/>
            <p:cNvSpPr/>
            <p:nvPr/>
          </p:nvSpPr>
          <p:spPr>
            <a:xfrm>
              <a:off x="2355106" y="4666626"/>
              <a:ext cx="18772" cy="18772"/>
            </a:xfrm>
            <a:prstGeom prst="ellipse">
              <a:avLst/>
            </a:prstGeom>
            <a:solidFill>
              <a:srgbClr val="3072D5">
                <a:alpha val="86718"/>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3" name="G-before/fake/point 060"/>
            <p:cNvSpPr/>
            <p:nvPr/>
          </p:nvSpPr>
          <p:spPr>
            <a:xfrm>
              <a:off x="2364266" y="4717948"/>
              <a:ext cx="19251" cy="19251"/>
            </a:xfrm>
            <a:prstGeom prst="ellipse">
              <a:avLst/>
            </a:prstGeom>
            <a:solidFill>
              <a:srgbClr val="3072D5">
                <a:alpha val="74312"/>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4" name="G-before/fake/point 061"/>
            <p:cNvSpPr/>
            <p:nvPr/>
          </p:nvSpPr>
          <p:spPr>
            <a:xfrm>
              <a:off x="2174522" y="4680058"/>
              <a:ext cx="26076" cy="26076"/>
            </a:xfrm>
            <a:prstGeom prst="ellipse">
              <a:avLst/>
            </a:prstGeom>
            <a:solidFill>
              <a:srgbClr val="3072D5">
                <a:alpha val="54061"/>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5" name="G-before/fake/point 062"/>
            <p:cNvSpPr/>
            <p:nvPr/>
          </p:nvSpPr>
          <p:spPr>
            <a:xfrm>
              <a:off x="2459641" y="4653171"/>
              <a:ext cx="19691" cy="19691"/>
            </a:xfrm>
            <a:prstGeom prst="ellipse">
              <a:avLst/>
            </a:prstGeom>
            <a:solidFill>
              <a:srgbClr val="3072D5">
                <a:alpha val="72647"/>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6" name="G-before/fake/point 063"/>
            <p:cNvSpPr/>
            <p:nvPr/>
          </p:nvSpPr>
          <p:spPr>
            <a:xfrm>
              <a:off x="2242759" y="4840059"/>
              <a:ext cx="21313" cy="21313"/>
            </a:xfrm>
            <a:prstGeom prst="ellipse">
              <a:avLst/>
            </a:prstGeom>
            <a:solidFill>
              <a:srgbClr val="3072D5">
                <a:alpha val="57988"/>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7" name="G-before/fake/point 064"/>
            <p:cNvSpPr/>
            <p:nvPr/>
          </p:nvSpPr>
          <p:spPr>
            <a:xfrm>
              <a:off x="2214074" y="4673323"/>
              <a:ext cx="31641" cy="31641"/>
            </a:xfrm>
            <a:prstGeom prst="ellipse">
              <a:avLst/>
            </a:prstGeom>
            <a:solidFill>
              <a:srgbClr val="3072D5">
                <a:alpha val="79937"/>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8" name="G-before/fake/point 065"/>
            <p:cNvSpPr/>
            <p:nvPr/>
          </p:nvSpPr>
          <p:spPr>
            <a:xfrm>
              <a:off x="2285236" y="4846439"/>
              <a:ext cx="19204" cy="19204"/>
            </a:xfrm>
            <a:prstGeom prst="ellipse">
              <a:avLst/>
            </a:prstGeom>
            <a:solidFill>
              <a:srgbClr val="3072D5">
                <a:alpha val="5634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9" name="G-before/fake/point 066"/>
            <p:cNvSpPr/>
            <p:nvPr/>
          </p:nvSpPr>
          <p:spPr>
            <a:xfrm>
              <a:off x="2131594" y="4812295"/>
              <a:ext cx="17563" cy="17563"/>
            </a:xfrm>
            <a:prstGeom prst="ellipse">
              <a:avLst/>
            </a:prstGeom>
            <a:solidFill>
              <a:srgbClr val="3072D5">
                <a:alpha val="8558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0" name="G-before/fake/point 067"/>
            <p:cNvSpPr/>
            <p:nvPr/>
          </p:nvSpPr>
          <p:spPr>
            <a:xfrm>
              <a:off x="2260787" y="4750327"/>
              <a:ext cx="23941" cy="23941"/>
            </a:xfrm>
            <a:prstGeom prst="ellipse">
              <a:avLst/>
            </a:prstGeom>
            <a:solidFill>
              <a:srgbClr val="3072D5">
                <a:alpha val="84395"/>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1" name="G-before/fake/point 068"/>
            <p:cNvSpPr/>
            <p:nvPr/>
          </p:nvSpPr>
          <p:spPr>
            <a:xfrm>
              <a:off x="2136810" y="4750122"/>
              <a:ext cx="31550" cy="31550"/>
            </a:xfrm>
            <a:prstGeom prst="ellipse">
              <a:avLst/>
            </a:prstGeom>
            <a:solidFill>
              <a:srgbClr val="3072D5">
                <a:alpha val="70035"/>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2" name="G-before/fake/point 069"/>
            <p:cNvSpPr/>
            <p:nvPr/>
          </p:nvSpPr>
          <p:spPr>
            <a:xfrm>
              <a:off x="2219226" y="4741436"/>
              <a:ext cx="24458" cy="24458"/>
            </a:xfrm>
            <a:prstGeom prst="ellipse">
              <a:avLst/>
            </a:prstGeom>
            <a:solidFill>
              <a:srgbClr val="3072D5">
                <a:alpha val="73982"/>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3" name="G-before/fake/point 070"/>
            <p:cNvSpPr/>
            <p:nvPr/>
          </p:nvSpPr>
          <p:spPr>
            <a:xfrm>
              <a:off x="2203038" y="4632392"/>
              <a:ext cx="16698" cy="16698"/>
            </a:xfrm>
            <a:prstGeom prst="ellipse">
              <a:avLst/>
            </a:prstGeom>
            <a:solidFill>
              <a:srgbClr val="3072D5">
                <a:alpha val="86687"/>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4" name="G-before/fake/point 071"/>
            <p:cNvSpPr/>
            <p:nvPr/>
          </p:nvSpPr>
          <p:spPr>
            <a:xfrm>
              <a:off x="2177139" y="4444544"/>
              <a:ext cx="29336" cy="29336"/>
            </a:xfrm>
            <a:prstGeom prst="ellipse">
              <a:avLst/>
            </a:prstGeom>
            <a:solidFill>
              <a:srgbClr val="3072D5">
                <a:alpha val="66175"/>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5" name="G-before/fake/point 072"/>
            <p:cNvSpPr/>
            <p:nvPr/>
          </p:nvSpPr>
          <p:spPr>
            <a:xfrm>
              <a:off x="2370638" y="4972225"/>
              <a:ext cx="30172" cy="30172"/>
            </a:xfrm>
            <a:prstGeom prst="ellipse">
              <a:avLst/>
            </a:prstGeom>
            <a:solidFill>
              <a:srgbClr val="3072D5">
                <a:alpha val="52503"/>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6" name="G-before/fake/point 073"/>
            <p:cNvSpPr/>
            <p:nvPr/>
          </p:nvSpPr>
          <p:spPr>
            <a:xfrm>
              <a:off x="2173832" y="4568988"/>
              <a:ext cx="16879" cy="16879"/>
            </a:xfrm>
            <a:prstGeom prst="ellipse">
              <a:avLst/>
            </a:prstGeom>
            <a:solidFill>
              <a:srgbClr val="3072D5">
                <a:alpha val="71613"/>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7" name="G-before/fake/point 074"/>
            <p:cNvSpPr/>
            <p:nvPr/>
          </p:nvSpPr>
          <p:spPr>
            <a:xfrm>
              <a:off x="2191278" y="4564221"/>
              <a:ext cx="20398" cy="20398"/>
            </a:xfrm>
            <a:prstGeom prst="ellipse">
              <a:avLst/>
            </a:prstGeom>
            <a:solidFill>
              <a:srgbClr val="3072D5">
                <a:alpha val="83682"/>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3" name="G-before/real label"/>
            <p:cNvSpPr txBox="1"/>
            <p:nvPr/>
          </p:nvSpPr>
          <p:spPr>
            <a:xfrm>
              <a:off x="101600" y="4508500"/>
              <a:ext cx="1168400" cy="304800"/>
            </a:xfrm>
            <a:prstGeom prst="rect">
              <a:avLst/>
            </a:prstGeom>
            <a:noFill/>
          </p:spPr>
          <p:txBody>
            <a:bodyPr wrap="none" lIns="0" rIns="0" tIns="0" bIns="0" anchor="ctr">
              <a:spAutoFit/>
            </a:bodyPr>
            <a:lstStyle/>
            <a:p>
              <a:pPr algn="l">
                <a:spcBef>
                  <a:spcPts val="0"/>
                </a:spcBef>
                <a:spcAft>
                  <a:spcPts val="0"/>
                </a:spcAft>
              </a:pPr>
              <a:r>
                <a:rPr sz="1430" b="0" i="0">
                  <a:solidFill>
                    <a:srgbClr val="D02B10"/>
                  </a:solidFill>
                  <a:latin typeface="Comic Neue"/>
                </a:rPr>
                <a:t>Real Samples</a:t>
              </a:r>
            </a:p>
          </p:txBody>
        </p:sp>
        <p:sp>
          <p:nvSpPr>
            <p:cNvPr id="764" name="G-before/fake label"/>
            <p:cNvSpPr txBox="1"/>
            <p:nvPr/>
          </p:nvSpPr>
          <p:spPr>
            <a:xfrm>
              <a:off x="330200" y="4140200"/>
              <a:ext cx="1320800" cy="304800"/>
            </a:xfrm>
            <a:prstGeom prst="rect">
              <a:avLst/>
            </a:prstGeom>
            <a:noFill/>
          </p:spPr>
          <p:txBody>
            <a:bodyPr wrap="none" lIns="0" rIns="0" tIns="0" bIns="0" anchor="ctr">
              <a:spAutoFit/>
            </a:bodyPr>
            <a:lstStyle/>
            <a:p>
              <a:pPr algn="l">
                <a:spcBef>
                  <a:spcPts val="0"/>
                </a:spcBef>
                <a:spcAft>
                  <a:spcPts val="0"/>
                </a:spcAft>
              </a:pPr>
              <a:r>
                <a:rPr sz="1430" b="0" i="0">
                  <a:solidFill>
                    <a:srgbClr val="679FEE"/>
                  </a:solidFill>
                  <a:latin typeface="Comic Neue"/>
                </a:rPr>
                <a:t>Fake Samples</a:t>
              </a:r>
            </a:p>
          </p:txBody>
        </p:sp>
      </p:grpSp>
      <p:grpSp>
        <p:nvGrpSpPr>
          <p:cNvPr id="258" name="G-after"/>
          <p:cNvGrpSpPr/>
          <p:nvPr/>
        </p:nvGrpSpPr>
        <p:grpSpPr>
          <a:xfrm>
            <a:off x="3718560" y="4289425"/>
            <a:ext cx="1224280" cy="1200150"/>
            <a:chOff x="3718560" y="4289425"/>
            <a:chExt cx="1224280" cy="1200150"/>
          </a:xfrm>
        </p:grpSpPr>
        <p:sp>
          <p:nvSpPr>
            <p:cNvPr id="259" name="G-after/real/contour 1.35"/>
            <p:cNvSpPr/>
            <p:nvPr/>
          </p:nvSpPr>
          <p:spPr>
            <a:xfrm>
              <a:off x="3718560" y="4366260"/>
              <a:ext cx="1097280" cy="1097280"/>
            </a:xfrm>
            <a:prstGeom prst="ellipse">
              <a:avLst/>
            </a:prstGeom>
            <a:solidFill>
              <a:srgbClr val="D74732">
                <a:alpha val="4500"/>
              </a:srgbClr>
            </a:solidFill>
            <a:ln w="4445">
              <a:solidFill>
                <a:srgbClr val="D74732">
                  <a:alpha val="45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0" name="G-after/real/contour 1.05"/>
            <p:cNvSpPr/>
            <p:nvPr/>
          </p:nvSpPr>
          <p:spPr>
            <a:xfrm>
              <a:off x="3840479" y="4488180"/>
              <a:ext cx="853440" cy="853440"/>
            </a:xfrm>
            <a:prstGeom prst="ellipse">
              <a:avLst/>
            </a:prstGeom>
            <a:solidFill>
              <a:srgbClr val="D74732">
                <a:alpha val="7000"/>
              </a:srgbClr>
            </a:solidFill>
            <a:ln w="4445">
              <a:solidFill>
                <a:srgbClr val="D74732">
                  <a:alpha val="7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1" name="G-after/real/contour 0.75"/>
            <p:cNvSpPr/>
            <p:nvPr/>
          </p:nvSpPr>
          <p:spPr>
            <a:xfrm>
              <a:off x="3962400" y="4610100"/>
              <a:ext cx="609600" cy="609600"/>
            </a:xfrm>
            <a:prstGeom prst="ellipse">
              <a:avLst/>
            </a:prstGeom>
            <a:solidFill>
              <a:srgbClr val="D74732">
                <a:alpha val="10000"/>
              </a:srgbClr>
            </a:solidFill>
            <a:ln w="4445">
              <a:solidFill>
                <a:srgbClr val="D74732">
                  <a:alpha val="10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2" name="G-after/real/point 000"/>
            <p:cNvSpPr/>
            <p:nvPr/>
          </p:nvSpPr>
          <p:spPr>
            <a:xfrm>
              <a:off x="4120257" y="4858958"/>
              <a:ext cx="29385" cy="29385"/>
            </a:xfrm>
            <a:prstGeom prst="ellipse">
              <a:avLst/>
            </a:prstGeom>
            <a:solidFill>
              <a:srgbClr val="D74732">
                <a:alpha val="60967"/>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3" name="G-after/real/point 001"/>
            <p:cNvSpPr/>
            <p:nvPr/>
          </p:nvSpPr>
          <p:spPr>
            <a:xfrm>
              <a:off x="4118040" y="4894513"/>
              <a:ext cx="22842" cy="22842"/>
            </a:xfrm>
            <a:prstGeom prst="ellipse">
              <a:avLst/>
            </a:prstGeom>
            <a:solidFill>
              <a:srgbClr val="D74732">
                <a:alpha val="87007"/>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4" name="G-after/real/point 002"/>
            <p:cNvSpPr/>
            <p:nvPr/>
          </p:nvSpPr>
          <p:spPr>
            <a:xfrm>
              <a:off x="4386897" y="5003867"/>
              <a:ext cx="19936" cy="19936"/>
            </a:xfrm>
            <a:prstGeom prst="ellipse">
              <a:avLst/>
            </a:prstGeom>
            <a:solidFill>
              <a:srgbClr val="D74732">
                <a:alpha val="63284"/>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5" name="G-after/real/point 003"/>
            <p:cNvSpPr/>
            <p:nvPr/>
          </p:nvSpPr>
          <p:spPr>
            <a:xfrm>
              <a:off x="4388707" y="4900949"/>
              <a:ext cx="25772" cy="25772"/>
            </a:xfrm>
            <a:prstGeom prst="ellipse">
              <a:avLst/>
            </a:prstGeom>
            <a:solidFill>
              <a:srgbClr val="D74732">
                <a:alpha val="65945"/>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6" name="G-after/real/point 004"/>
            <p:cNvSpPr/>
            <p:nvPr/>
          </p:nvSpPr>
          <p:spPr>
            <a:xfrm>
              <a:off x="4237589" y="4742854"/>
              <a:ext cx="19107" cy="19107"/>
            </a:xfrm>
            <a:prstGeom prst="ellipse">
              <a:avLst/>
            </a:prstGeom>
            <a:solidFill>
              <a:srgbClr val="D74732">
                <a:alpha val="66489"/>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7" name="G-after/real/point 005"/>
            <p:cNvSpPr/>
            <p:nvPr/>
          </p:nvSpPr>
          <p:spPr>
            <a:xfrm>
              <a:off x="4031180" y="5048032"/>
              <a:ext cx="25084" cy="25084"/>
            </a:xfrm>
            <a:prstGeom prst="ellipse">
              <a:avLst/>
            </a:prstGeom>
            <a:solidFill>
              <a:srgbClr val="D74732">
                <a:alpha val="57463"/>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8" name="G-after/real/point 006"/>
            <p:cNvSpPr/>
            <p:nvPr/>
          </p:nvSpPr>
          <p:spPr>
            <a:xfrm>
              <a:off x="4196758" y="4790374"/>
              <a:ext cx="24311" cy="24311"/>
            </a:xfrm>
            <a:prstGeom prst="ellipse">
              <a:avLst/>
            </a:prstGeom>
            <a:solidFill>
              <a:srgbClr val="D74732">
                <a:alpha val="58355"/>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9" name="G-after/real/point 007"/>
            <p:cNvSpPr/>
            <p:nvPr/>
          </p:nvSpPr>
          <p:spPr>
            <a:xfrm>
              <a:off x="4031366" y="5043164"/>
              <a:ext cx="24369" cy="24369"/>
            </a:xfrm>
            <a:prstGeom prst="ellipse">
              <a:avLst/>
            </a:prstGeom>
            <a:solidFill>
              <a:srgbClr val="D74732">
                <a:alpha val="78588"/>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0" name="G-after/real/point 008"/>
            <p:cNvSpPr/>
            <p:nvPr/>
          </p:nvSpPr>
          <p:spPr>
            <a:xfrm>
              <a:off x="4262495" y="4701909"/>
              <a:ext cx="26342" cy="26342"/>
            </a:xfrm>
            <a:prstGeom prst="ellipse">
              <a:avLst/>
            </a:prstGeom>
            <a:solidFill>
              <a:srgbClr val="D74732">
                <a:alpha val="65097"/>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1" name="G-after/real/point 009"/>
            <p:cNvSpPr/>
            <p:nvPr/>
          </p:nvSpPr>
          <p:spPr>
            <a:xfrm>
              <a:off x="4065948" y="4729963"/>
              <a:ext cx="18021" cy="18021"/>
            </a:xfrm>
            <a:prstGeom prst="ellipse">
              <a:avLst/>
            </a:prstGeom>
            <a:solidFill>
              <a:srgbClr val="D74732">
                <a:alpha val="8563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2" name="G-after/real/point 010"/>
            <p:cNvSpPr/>
            <p:nvPr/>
          </p:nvSpPr>
          <p:spPr>
            <a:xfrm>
              <a:off x="4202511" y="4966466"/>
              <a:ext cx="18796" cy="18796"/>
            </a:xfrm>
            <a:prstGeom prst="ellipse">
              <a:avLst/>
            </a:prstGeom>
            <a:solidFill>
              <a:srgbClr val="D74732">
                <a:alpha val="62946"/>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3" name="G-after/real/point 011"/>
            <p:cNvSpPr/>
            <p:nvPr/>
          </p:nvSpPr>
          <p:spPr>
            <a:xfrm>
              <a:off x="4393119" y="4967336"/>
              <a:ext cx="22835" cy="22835"/>
            </a:xfrm>
            <a:prstGeom prst="ellipse">
              <a:avLst/>
            </a:prstGeom>
            <a:solidFill>
              <a:srgbClr val="D74732">
                <a:alpha val="74903"/>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4" name="G-after/real/point 012"/>
            <p:cNvSpPr/>
            <p:nvPr/>
          </p:nvSpPr>
          <p:spPr>
            <a:xfrm>
              <a:off x="3909786" y="4974946"/>
              <a:ext cx="26558" cy="26558"/>
            </a:xfrm>
            <a:prstGeom prst="ellipse">
              <a:avLst/>
            </a:prstGeom>
            <a:solidFill>
              <a:srgbClr val="D74732">
                <a:alpha val="62199"/>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5" name="G-after/real/point 013"/>
            <p:cNvSpPr/>
            <p:nvPr/>
          </p:nvSpPr>
          <p:spPr>
            <a:xfrm>
              <a:off x="4416242" y="4734391"/>
              <a:ext cx="31251" cy="31251"/>
            </a:xfrm>
            <a:prstGeom prst="ellipse">
              <a:avLst/>
            </a:prstGeom>
            <a:solidFill>
              <a:srgbClr val="D74732">
                <a:alpha val="77905"/>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6" name="G-after/real/point 014"/>
            <p:cNvSpPr/>
            <p:nvPr/>
          </p:nvSpPr>
          <p:spPr>
            <a:xfrm>
              <a:off x="4356371" y="4882682"/>
              <a:ext cx="20752" cy="20752"/>
            </a:xfrm>
            <a:prstGeom prst="ellipse">
              <a:avLst/>
            </a:prstGeom>
            <a:solidFill>
              <a:srgbClr val="D74732">
                <a:alpha val="86948"/>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7" name="G-after/real/point 015"/>
            <p:cNvSpPr/>
            <p:nvPr/>
          </p:nvSpPr>
          <p:spPr>
            <a:xfrm>
              <a:off x="4589950" y="4946454"/>
              <a:ext cx="30384" cy="30384"/>
            </a:xfrm>
            <a:prstGeom prst="ellipse">
              <a:avLst/>
            </a:prstGeom>
            <a:solidFill>
              <a:srgbClr val="D74732">
                <a:alpha val="55164"/>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8" name="G-after/real/point 016"/>
            <p:cNvSpPr/>
            <p:nvPr/>
          </p:nvSpPr>
          <p:spPr>
            <a:xfrm>
              <a:off x="4447007" y="5171013"/>
              <a:ext cx="31136" cy="31136"/>
            </a:xfrm>
            <a:prstGeom prst="ellipse">
              <a:avLst/>
            </a:prstGeom>
            <a:solidFill>
              <a:srgbClr val="D74732">
                <a:alpha val="83047"/>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9" name="G-after/real/point 017"/>
            <p:cNvSpPr/>
            <p:nvPr/>
          </p:nvSpPr>
          <p:spPr>
            <a:xfrm>
              <a:off x="4216092" y="4653591"/>
              <a:ext cx="21201" cy="21201"/>
            </a:xfrm>
            <a:prstGeom prst="ellipse">
              <a:avLst/>
            </a:prstGeom>
            <a:solidFill>
              <a:srgbClr val="D74732">
                <a:alpha val="50281"/>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0" name="G-after/real/point 018"/>
            <p:cNvSpPr/>
            <p:nvPr/>
          </p:nvSpPr>
          <p:spPr>
            <a:xfrm>
              <a:off x="4035818" y="4675550"/>
              <a:ext cx="30971" cy="30971"/>
            </a:xfrm>
            <a:prstGeom prst="ellipse">
              <a:avLst/>
            </a:prstGeom>
            <a:solidFill>
              <a:srgbClr val="D74732">
                <a:alpha val="69563"/>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1" name="G-after/real/point 019"/>
            <p:cNvSpPr/>
            <p:nvPr/>
          </p:nvSpPr>
          <p:spPr>
            <a:xfrm>
              <a:off x="4348475" y="4908110"/>
              <a:ext cx="23354" cy="23354"/>
            </a:xfrm>
            <a:prstGeom prst="ellipse">
              <a:avLst/>
            </a:prstGeom>
            <a:solidFill>
              <a:srgbClr val="D74732">
                <a:alpha val="58763"/>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2" name="G-after/real/point 020"/>
            <p:cNvSpPr/>
            <p:nvPr/>
          </p:nvSpPr>
          <p:spPr>
            <a:xfrm>
              <a:off x="4352036" y="4919861"/>
              <a:ext cx="24128" cy="24128"/>
            </a:xfrm>
            <a:prstGeom prst="ellipse">
              <a:avLst/>
            </a:prstGeom>
            <a:solidFill>
              <a:srgbClr val="D74732">
                <a:alpha val="54821"/>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3" name="G-after/real/point 021"/>
            <p:cNvSpPr/>
            <p:nvPr/>
          </p:nvSpPr>
          <p:spPr>
            <a:xfrm>
              <a:off x="4327362" y="4965237"/>
              <a:ext cx="17023" cy="17023"/>
            </a:xfrm>
            <a:prstGeom prst="ellipse">
              <a:avLst/>
            </a:prstGeom>
            <a:solidFill>
              <a:srgbClr val="D74732">
                <a:alpha val="79774"/>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4" name="G-after/real/point 022"/>
            <p:cNvSpPr/>
            <p:nvPr/>
          </p:nvSpPr>
          <p:spPr>
            <a:xfrm>
              <a:off x="4321169" y="4826354"/>
              <a:ext cx="26172" cy="26172"/>
            </a:xfrm>
            <a:prstGeom prst="ellipse">
              <a:avLst/>
            </a:prstGeom>
            <a:solidFill>
              <a:srgbClr val="D74732">
                <a:alpha val="83298"/>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5" name="G-after/real/point 023"/>
            <p:cNvSpPr/>
            <p:nvPr/>
          </p:nvSpPr>
          <p:spPr>
            <a:xfrm>
              <a:off x="4257661" y="5035249"/>
              <a:ext cx="29942" cy="29942"/>
            </a:xfrm>
            <a:prstGeom prst="ellipse">
              <a:avLst/>
            </a:prstGeom>
            <a:solidFill>
              <a:srgbClr val="D74732">
                <a:alpha val="78952"/>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6" name="G-after/real/point 024"/>
            <p:cNvSpPr/>
            <p:nvPr/>
          </p:nvSpPr>
          <p:spPr>
            <a:xfrm>
              <a:off x="4061105" y="4717909"/>
              <a:ext cx="25242" cy="25242"/>
            </a:xfrm>
            <a:prstGeom prst="ellipse">
              <a:avLst/>
            </a:prstGeom>
            <a:solidFill>
              <a:srgbClr val="D74732">
                <a:alpha val="61964"/>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7" name="G-after/real/point 025"/>
            <p:cNvSpPr/>
            <p:nvPr/>
          </p:nvSpPr>
          <p:spPr>
            <a:xfrm>
              <a:off x="4154318" y="4664511"/>
              <a:ext cx="17355" cy="17355"/>
            </a:xfrm>
            <a:prstGeom prst="ellipse">
              <a:avLst/>
            </a:prstGeom>
            <a:solidFill>
              <a:srgbClr val="D74732">
                <a:alpha val="6224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8" name="G-after/real/point 026"/>
            <p:cNvSpPr/>
            <p:nvPr/>
          </p:nvSpPr>
          <p:spPr>
            <a:xfrm>
              <a:off x="4170538" y="5205983"/>
              <a:ext cx="20900" cy="20900"/>
            </a:xfrm>
            <a:prstGeom prst="ellipse">
              <a:avLst/>
            </a:prstGeom>
            <a:solidFill>
              <a:srgbClr val="D74732">
                <a:alpha val="756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9" name="G-after/real/point 027"/>
            <p:cNvSpPr/>
            <p:nvPr/>
          </p:nvSpPr>
          <p:spPr>
            <a:xfrm>
              <a:off x="4120635" y="4961178"/>
              <a:ext cx="24129" cy="24129"/>
            </a:xfrm>
            <a:prstGeom prst="ellipse">
              <a:avLst/>
            </a:prstGeom>
            <a:solidFill>
              <a:srgbClr val="D74732">
                <a:alpha val="84009"/>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0" name="G-after/real/point 028"/>
            <p:cNvSpPr/>
            <p:nvPr/>
          </p:nvSpPr>
          <p:spPr>
            <a:xfrm>
              <a:off x="4176324" y="4780324"/>
              <a:ext cx="18802" cy="18802"/>
            </a:xfrm>
            <a:prstGeom prst="ellipse">
              <a:avLst/>
            </a:prstGeom>
            <a:solidFill>
              <a:srgbClr val="D74732">
                <a:alpha val="63088"/>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1" name="G-after/real/point 029"/>
            <p:cNvSpPr/>
            <p:nvPr/>
          </p:nvSpPr>
          <p:spPr>
            <a:xfrm>
              <a:off x="4038241" y="4938489"/>
              <a:ext cx="31727" cy="31727"/>
            </a:xfrm>
            <a:prstGeom prst="ellipse">
              <a:avLst/>
            </a:prstGeom>
            <a:solidFill>
              <a:srgbClr val="D74732">
                <a:alpha val="62346"/>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2" name="G-after/real/point 030"/>
            <p:cNvSpPr/>
            <p:nvPr/>
          </p:nvSpPr>
          <p:spPr>
            <a:xfrm>
              <a:off x="4562996" y="4781775"/>
              <a:ext cx="23260" cy="23260"/>
            </a:xfrm>
            <a:prstGeom prst="ellipse">
              <a:avLst/>
            </a:prstGeom>
            <a:solidFill>
              <a:srgbClr val="D74732">
                <a:alpha val="58442"/>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3" name="G-after/real/point 031"/>
            <p:cNvSpPr/>
            <p:nvPr/>
          </p:nvSpPr>
          <p:spPr>
            <a:xfrm>
              <a:off x="4291529" y="5242667"/>
              <a:ext cx="19156" cy="19156"/>
            </a:xfrm>
            <a:prstGeom prst="ellipse">
              <a:avLst/>
            </a:prstGeom>
            <a:solidFill>
              <a:srgbClr val="D74732">
                <a:alpha val="74634"/>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4" name="G-after/real/point 032"/>
            <p:cNvSpPr/>
            <p:nvPr/>
          </p:nvSpPr>
          <p:spPr>
            <a:xfrm>
              <a:off x="4206346" y="4832018"/>
              <a:ext cx="16987" cy="16987"/>
            </a:xfrm>
            <a:prstGeom prst="ellipse">
              <a:avLst/>
            </a:prstGeom>
            <a:solidFill>
              <a:srgbClr val="D74732">
                <a:alpha val="74254"/>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5" name="G-after/real/point 033"/>
            <p:cNvSpPr/>
            <p:nvPr/>
          </p:nvSpPr>
          <p:spPr>
            <a:xfrm>
              <a:off x="4430836" y="4961180"/>
              <a:ext cx="31314" cy="31314"/>
            </a:xfrm>
            <a:prstGeom prst="ellipse">
              <a:avLst/>
            </a:prstGeom>
            <a:solidFill>
              <a:srgbClr val="D74732">
                <a:alpha val="6762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6" name="G-after/real/point 034"/>
            <p:cNvSpPr/>
            <p:nvPr/>
          </p:nvSpPr>
          <p:spPr>
            <a:xfrm>
              <a:off x="4229564" y="4970249"/>
              <a:ext cx="21110" cy="21110"/>
            </a:xfrm>
            <a:prstGeom prst="ellipse">
              <a:avLst/>
            </a:prstGeom>
            <a:solidFill>
              <a:srgbClr val="D74732">
                <a:alpha val="6217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7" name="G-after/real/point 035"/>
            <p:cNvSpPr/>
            <p:nvPr/>
          </p:nvSpPr>
          <p:spPr>
            <a:xfrm>
              <a:off x="4427926" y="5059205"/>
              <a:ext cx="25689" cy="25689"/>
            </a:xfrm>
            <a:prstGeom prst="ellipse">
              <a:avLst/>
            </a:prstGeom>
            <a:solidFill>
              <a:srgbClr val="D74732">
                <a:alpha val="77279"/>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8" name="G-after/real/point 036"/>
            <p:cNvSpPr/>
            <p:nvPr/>
          </p:nvSpPr>
          <p:spPr>
            <a:xfrm>
              <a:off x="4341161" y="4970781"/>
              <a:ext cx="30608" cy="30608"/>
            </a:xfrm>
            <a:prstGeom prst="ellipse">
              <a:avLst/>
            </a:prstGeom>
            <a:solidFill>
              <a:srgbClr val="D74732">
                <a:alpha val="50335"/>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9" name="G-after/real/point 037"/>
            <p:cNvSpPr/>
            <p:nvPr/>
          </p:nvSpPr>
          <p:spPr>
            <a:xfrm>
              <a:off x="4067430" y="5107422"/>
              <a:ext cx="19997" cy="19997"/>
            </a:xfrm>
            <a:prstGeom prst="ellipse">
              <a:avLst/>
            </a:prstGeom>
            <a:solidFill>
              <a:srgbClr val="D74732">
                <a:alpha val="58363"/>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0" name="G-after/real/point 038"/>
            <p:cNvSpPr/>
            <p:nvPr/>
          </p:nvSpPr>
          <p:spPr>
            <a:xfrm>
              <a:off x="4181969" y="4817031"/>
              <a:ext cx="21631" cy="21631"/>
            </a:xfrm>
            <a:prstGeom prst="ellipse">
              <a:avLst/>
            </a:prstGeom>
            <a:solidFill>
              <a:srgbClr val="D74732">
                <a:alpha val="64881"/>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1" name="G-after/real/point 039"/>
            <p:cNvSpPr/>
            <p:nvPr/>
          </p:nvSpPr>
          <p:spPr>
            <a:xfrm>
              <a:off x="4186900" y="5111395"/>
              <a:ext cx="27705" cy="27705"/>
            </a:xfrm>
            <a:prstGeom prst="ellipse">
              <a:avLst/>
            </a:prstGeom>
            <a:solidFill>
              <a:srgbClr val="D74732">
                <a:alpha val="78922"/>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2" name="G-after/real/point 040"/>
            <p:cNvSpPr/>
            <p:nvPr/>
          </p:nvSpPr>
          <p:spPr>
            <a:xfrm>
              <a:off x="4315012" y="4897513"/>
              <a:ext cx="20421" cy="20421"/>
            </a:xfrm>
            <a:prstGeom prst="ellipse">
              <a:avLst/>
            </a:prstGeom>
            <a:solidFill>
              <a:srgbClr val="D74732">
                <a:alpha val="87487"/>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3" name="G-after/real/point 041"/>
            <p:cNvSpPr/>
            <p:nvPr/>
          </p:nvSpPr>
          <p:spPr>
            <a:xfrm>
              <a:off x="4332809" y="4662240"/>
              <a:ext cx="19897" cy="19897"/>
            </a:xfrm>
            <a:prstGeom prst="ellipse">
              <a:avLst/>
            </a:prstGeom>
            <a:solidFill>
              <a:srgbClr val="D74732">
                <a:alpha val="54877"/>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4" name="G-after/real/point 042"/>
            <p:cNvSpPr/>
            <p:nvPr/>
          </p:nvSpPr>
          <p:spPr>
            <a:xfrm>
              <a:off x="4202856" y="5214729"/>
              <a:ext cx="27947" cy="27947"/>
            </a:xfrm>
            <a:prstGeom prst="ellipse">
              <a:avLst/>
            </a:prstGeom>
            <a:solidFill>
              <a:srgbClr val="D74732">
                <a:alpha val="63945"/>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5" name="G-after/real/point 043"/>
            <p:cNvSpPr/>
            <p:nvPr/>
          </p:nvSpPr>
          <p:spPr>
            <a:xfrm>
              <a:off x="4123676" y="4698586"/>
              <a:ext cx="20877" cy="20877"/>
            </a:xfrm>
            <a:prstGeom prst="ellipse">
              <a:avLst/>
            </a:prstGeom>
            <a:solidFill>
              <a:srgbClr val="D74732">
                <a:alpha val="54043"/>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6" name="G-after/real/point 044"/>
            <p:cNvSpPr/>
            <p:nvPr/>
          </p:nvSpPr>
          <p:spPr>
            <a:xfrm>
              <a:off x="4341174" y="4681781"/>
              <a:ext cx="28811" cy="28811"/>
            </a:xfrm>
            <a:prstGeom prst="ellipse">
              <a:avLst/>
            </a:prstGeom>
            <a:solidFill>
              <a:srgbClr val="D74732">
                <a:alpha val="78224"/>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7" name="G-after/real/point 045"/>
            <p:cNvSpPr/>
            <p:nvPr/>
          </p:nvSpPr>
          <p:spPr>
            <a:xfrm>
              <a:off x="4110739" y="5067880"/>
              <a:ext cx="22100" cy="22100"/>
            </a:xfrm>
            <a:prstGeom prst="ellipse">
              <a:avLst/>
            </a:prstGeom>
            <a:solidFill>
              <a:srgbClr val="D74732">
                <a:alpha val="84334"/>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8" name="G-after/real/point 046"/>
            <p:cNvSpPr/>
            <p:nvPr/>
          </p:nvSpPr>
          <p:spPr>
            <a:xfrm>
              <a:off x="4421658" y="5067072"/>
              <a:ext cx="21789" cy="21789"/>
            </a:xfrm>
            <a:prstGeom prst="ellipse">
              <a:avLst/>
            </a:prstGeom>
            <a:solidFill>
              <a:srgbClr val="D74732">
                <a:alpha val="84566"/>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9" name="G-after/real/point 047"/>
            <p:cNvSpPr/>
            <p:nvPr/>
          </p:nvSpPr>
          <p:spPr>
            <a:xfrm>
              <a:off x="4289779" y="4818555"/>
              <a:ext cx="16748" cy="16748"/>
            </a:xfrm>
            <a:prstGeom prst="ellipse">
              <a:avLst/>
            </a:prstGeom>
            <a:solidFill>
              <a:srgbClr val="D74732">
                <a:alpha val="58883"/>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0" name="G-after/real/point 048"/>
            <p:cNvSpPr/>
            <p:nvPr/>
          </p:nvSpPr>
          <p:spPr>
            <a:xfrm>
              <a:off x="4503165" y="4839312"/>
              <a:ext cx="27270" cy="27270"/>
            </a:xfrm>
            <a:prstGeom prst="ellipse">
              <a:avLst/>
            </a:prstGeom>
            <a:solidFill>
              <a:srgbClr val="D74732">
                <a:alpha val="57956"/>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1" name="G-after/real/point 049"/>
            <p:cNvSpPr/>
            <p:nvPr/>
          </p:nvSpPr>
          <p:spPr>
            <a:xfrm>
              <a:off x="4293229" y="5061234"/>
              <a:ext cx="24628" cy="24628"/>
            </a:xfrm>
            <a:prstGeom prst="ellipse">
              <a:avLst/>
            </a:prstGeom>
            <a:solidFill>
              <a:srgbClr val="D74732">
                <a:alpha val="7342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2" name="G-after/real/point 050"/>
            <p:cNvSpPr/>
            <p:nvPr/>
          </p:nvSpPr>
          <p:spPr>
            <a:xfrm>
              <a:off x="4526310" y="5011181"/>
              <a:ext cx="20238" cy="20238"/>
            </a:xfrm>
            <a:prstGeom prst="ellipse">
              <a:avLst/>
            </a:prstGeom>
            <a:solidFill>
              <a:srgbClr val="D74732">
                <a:alpha val="77139"/>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3" name="G-after/real/point 051"/>
            <p:cNvSpPr/>
            <p:nvPr/>
          </p:nvSpPr>
          <p:spPr>
            <a:xfrm>
              <a:off x="4200554" y="5014998"/>
              <a:ext cx="29780" cy="29780"/>
            </a:xfrm>
            <a:prstGeom prst="ellipse">
              <a:avLst/>
            </a:prstGeom>
            <a:solidFill>
              <a:srgbClr val="D74732">
                <a:alpha val="58243"/>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4" name="G-after/real/point 052"/>
            <p:cNvSpPr/>
            <p:nvPr/>
          </p:nvSpPr>
          <p:spPr>
            <a:xfrm>
              <a:off x="3945949" y="4892884"/>
              <a:ext cx="29129" cy="29129"/>
            </a:xfrm>
            <a:prstGeom prst="ellipse">
              <a:avLst/>
            </a:prstGeom>
            <a:solidFill>
              <a:srgbClr val="D74732">
                <a:alpha val="77301"/>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5" name="G-after/real/point 053"/>
            <p:cNvSpPr/>
            <p:nvPr/>
          </p:nvSpPr>
          <p:spPr>
            <a:xfrm>
              <a:off x="4264683" y="5114104"/>
              <a:ext cx="23725" cy="23725"/>
            </a:xfrm>
            <a:prstGeom prst="ellipse">
              <a:avLst/>
            </a:prstGeom>
            <a:solidFill>
              <a:srgbClr val="D74732">
                <a:alpha val="61576"/>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6" name="G-after/real/point 054"/>
            <p:cNvSpPr/>
            <p:nvPr/>
          </p:nvSpPr>
          <p:spPr>
            <a:xfrm>
              <a:off x="4283258" y="4676594"/>
              <a:ext cx="30130" cy="30130"/>
            </a:xfrm>
            <a:prstGeom prst="ellipse">
              <a:avLst/>
            </a:prstGeom>
            <a:solidFill>
              <a:srgbClr val="D74732">
                <a:alpha val="66141"/>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7" name="G-after/real/point 055"/>
            <p:cNvSpPr/>
            <p:nvPr/>
          </p:nvSpPr>
          <p:spPr>
            <a:xfrm>
              <a:off x="4327262" y="4994951"/>
              <a:ext cx="27786" cy="27786"/>
            </a:xfrm>
            <a:prstGeom prst="ellipse">
              <a:avLst/>
            </a:prstGeom>
            <a:solidFill>
              <a:srgbClr val="D74732">
                <a:alpha val="767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8" name="G-after/real/point 056"/>
            <p:cNvSpPr/>
            <p:nvPr/>
          </p:nvSpPr>
          <p:spPr>
            <a:xfrm>
              <a:off x="4160261" y="4783983"/>
              <a:ext cx="25326" cy="25326"/>
            </a:xfrm>
            <a:prstGeom prst="ellipse">
              <a:avLst/>
            </a:prstGeom>
            <a:solidFill>
              <a:srgbClr val="D74732">
                <a:alpha val="5261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9" name="G-after/real/point 057"/>
            <p:cNvSpPr/>
            <p:nvPr/>
          </p:nvSpPr>
          <p:spPr>
            <a:xfrm>
              <a:off x="4487287" y="5052562"/>
              <a:ext cx="18205" cy="18205"/>
            </a:xfrm>
            <a:prstGeom prst="ellipse">
              <a:avLst/>
            </a:prstGeom>
            <a:solidFill>
              <a:srgbClr val="D74732">
                <a:alpha val="73671"/>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0" name="G-after/real/point 058"/>
            <p:cNvSpPr/>
            <p:nvPr/>
          </p:nvSpPr>
          <p:spPr>
            <a:xfrm>
              <a:off x="4224916" y="4988577"/>
              <a:ext cx="28466" cy="28466"/>
            </a:xfrm>
            <a:prstGeom prst="ellipse">
              <a:avLst/>
            </a:prstGeom>
            <a:solidFill>
              <a:srgbClr val="D74732">
                <a:alpha val="83578"/>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1" name="G-after/real/point 059"/>
            <p:cNvSpPr/>
            <p:nvPr/>
          </p:nvSpPr>
          <p:spPr>
            <a:xfrm>
              <a:off x="4220329" y="4981870"/>
              <a:ext cx="23535" cy="23535"/>
            </a:xfrm>
            <a:prstGeom prst="ellipse">
              <a:avLst/>
            </a:prstGeom>
            <a:solidFill>
              <a:srgbClr val="D74732">
                <a:alpha val="54282"/>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2" name="G-after/real/point 060"/>
            <p:cNvSpPr/>
            <p:nvPr/>
          </p:nvSpPr>
          <p:spPr>
            <a:xfrm>
              <a:off x="4286986" y="4894625"/>
              <a:ext cx="24270" cy="24270"/>
            </a:xfrm>
            <a:prstGeom prst="ellipse">
              <a:avLst/>
            </a:prstGeom>
            <a:solidFill>
              <a:srgbClr val="D74732">
                <a:alpha val="56197"/>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3" name="G-after/real/point 061"/>
            <p:cNvSpPr/>
            <p:nvPr/>
          </p:nvSpPr>
          <p:spPr>
            <a:xfrm>
              <a:off x="4153090" y="4687804"/>
              <a:ext cx="28240" cy="28240"/>
            </a:xfrm>
            <a:prstGeom prst="ellipse">
              <a:avLst/>
            </a:prstGeom>
            <a:solidFill>
              <a:srgbClr val="D74732">
                <a:alpha val="79899"/>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4" name="G-after/real/point 062"/>
            <p:cNvSpPr/>
            <p:nvPr/>
          </p:nvSpPr>
          <p:spPr>
            <a:xfrm>
              <a:off x="4084504" y="4763834"/>
              <a:ext cx="21321" cy="21321"/>
            </a:xfrm>
            <a:prstGeom prst="ellipse">
              <a:avLst/>
            </a:prstGeom>
            <a:solidFill>
              <a:srgbClr val="D74732">
                <a:alpha val="53917"/>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5" name="G-after/real/point 063"/>
            <p:cNvSpPr/>
            <p:nvPr/>
          </p:nvSpPr>
          <p:spPr>
            <a:xfrm>
              <a:off x="4216879" y="4658661"/>
              <a:ext cx="27758" cy="27758"/>
            </a:xfrm>
            <a:prstGeom prst="ellipse">
              <a:avLst/>
            </a:prstGeom>
            <a:solidFill>
              <a:srgbClr val="D74732">
                <a:alpha val="7458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6" name="G-after/real/point 064"/>
            <p:cNvSpPr/>
            <p:nvPr/>
          </p:nvSpPr>
          <p:spPr>
            <a:xfrm>
              <a:off x="4445429" y="5015783"/>
              <a:ext cx="17819" cy="17819"/>
            </a:xfrm>
            <a:prstGeom prst="ellipse">
              <a:avLst/>
            </a:prstGeom>
            <a:solidFill>
              <a:srgbClr val="D74732">
                <a:alpha val="83082"/>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7" name="G-after/real/point 065"/>
            <p:cNvSpPr/>
            <p:nvPr/>
          </p:nvSpPr>
          <p:spPr>
            <a:xfrm>
              <a:off x="4372523" y="4909195"/>
              <a:ext cx="24642" cy="24642"/>
            </a:xfrm>
            <a:prstGeom prst="ellipse">
              <a:avLst/>
            </a:prstGeom>
            <a:solidFill>
              <a:srgbClr val="D74732">
                <a:alpha val="83029"/>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8" name="G-after/real/point 066"/>
            <p:cNvSpPr/>
            <p:nvPr/>
          </p:nvSpPr>
          <p:spPr>
            <a:xfrm>
              <a:off x="4209681" y="4834601"/>
              <a:ext cx="27558" cy="27558"/>
            </a:xfrm>
            <a:prstGeom prst="ellipse">
              <a:avLst/>
            </a:prstGeom>
            <a:solidFill>
              <a:srgbClr val="D74732">
                <a:alpha val="57896"/>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9" name="G-after/real/point 067"/>
            <p:cNvSpPr/>
            <p:nvPr/>
          </p:nvSpPr>
          <p:spPr>
            <a:xfrm>
              <a:off x="4180228" y="5022675"/>
              <a:ext cx="28677" cy="28677"/>
            </a:xfrm>
            <a:prstGeom prst="ellipse">
              <a:avLst/>
            </a:prstGeom>
            <a:solidFill>
              <a:srgbClr val="D74732">
                <a:alpha val="57941"/>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0" name="G-after/real/point 068"/>
            <p:cNvSpPr/>
            <p:nvPr/>
          </p:nvSpPr>
          <p:spPr>
            <a:xfrm>
              <a:off x="4203231" y="5014355"/>
              <a:ext cx="20193" cy="20193"/>
            </a:xfrm>
            <a:prstGeom prst="ellipse">
              <a:avLst/>
            </a:prstGeom>
            <a:solidFill>
              <a:srgbClr val="D74732">
                <a:alpha val="58189"/>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1" name="G-after/real/point 069"/>
            <p:cNvSpPr/>
            <p:nvPr/>
          </p:nvSpPr>
          <p:spPr>
            <a:xfrm>
              <a:off x="4186478" y="4967578"/>
              <a:ext cx="20448" cy="20448"/>
            </a:xfrm>
            <a:prstGeom prst="ellipse">
              <a:avLst/>
            </a:prstGeom>
            <a:solidFill>
              <a:srgbClr val="D74732">
                <a:alpha val="54543"/>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2" name="G-after/real/point 070"/>
            <p:cNvSpPr/>
            <p:nvPr/>
          </p:nvSpPr>
          <p:spPr>
            <a:xfrm>
              <a:off x="4054280" y="4791490"/>
              <a:ext cx="20118" cy="20118"/>
            </a:xfrm>
            <a:prstGeom prst="ellipse">
              <a:avLst/>
            </a:prstGeom>
            <a:solidFill>
              <a:srgbClr val="D74732">
                <a:alpha val="66979"/>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3" name="G-after/real/point 071"/>
            <p:cNvSpPr/>
            <p:nvPr/>
          </p:nvSpPr>
          <p:spPr>
            <a:xfrm>
              <a:off x="3917609" y="4653824"/>
              <a:ext cx="31234" cy="31234"/>
            </a:xfrm>
            <a:prstGeom prst="ellipse">
              <a:avLst/>
            </a:prstGeom>
            <a:solidFill>
              <a:srgbClr val="D74732">
                <a:alpha val="54248"/>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4" name="G-after/real/point 072"/>
            <p:cNvSpPr/>
            <p:nvPr/>
          </p:nvSpPr>
          <p:spPr>
            <a:xfrm>
              <a:off x="4513540" y="4812547"/>
              <a:ext cx="19938" cy="19938"/>
            </a:xfrm>
            <a:prstGeom prst="ellipse">
              <a:avLst/>
            </a:prstGeom>
            <a:solidFill>
              <a:srgbClr val="D74732">
                <a:alpha val="57545"/>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5" name="G-after/real/point 073"/>
            <p:cNvSpPr/>
            <p:nvPr/>
          </p:nvSpPr>
          <p:spPr>
            <a:xfrm>
              <a:off x="4133653" y="4903055"/>
              <a:ext cx="21264" cy="21264"/>
            </a:xfrm>
            <a:prstGeom prst="ellipse">
              <a:avLst/>
            </a:prstGeom>
            <a:solidFill>
              <a:srgbClr val="D74732">
                <a:alpha val="65488"/>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6" name="G-after/real/point 074"/>
            <p:cNvSpPr/>
            <p:nvPr/>
          </p:nvSpPr>
          <p:spPr>
            <a:xfrm>
              <a:off x="4077391" y="4857852"/>
              <a:ext cx="17052" cy="17052"/>
            </a:xfrm>
            <a:prstGeom prst="ellipse">
              <a:avLst/>
            </a:prstGeom>
            <a:solidFill>
              <a:srgbClr val="D74732">
                <a:alpha val="66137"/>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7" name="G-after/real/point 075"/>
            <p:cNvSpPr/>
            <p:nvPr/>
          </p:nvSpPr>
          <p:spPr>
            <a:xfrm>
              <a:off x="4315053" y="5235133"/>
              <a:ext cx="18696" cy="18696"/>
            </a:xfrm>
            <a:prstGeom prst="ellipse">
              <a:avLst/>
            </a:prstGeom>
            <a:solidFill>
              <a:srgbClr val="D74732">
                <a:alpha val="54992"/>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8" name="G-after/real/point 076"/>
            <p:cNvSpPr/>
            <p:nvPr/>
          </p:nvSpPr>
          <p:spPr>
            <a:xfrm>
              <a:off x="4183274" y="4990804"/>
              <a:ext cx="29071" cy="29071"/>
            </a:xfrm>
            <a:prstGeom prst="ellipse">
              <a:avLst/>
            </a:prstGeom>
            <a:solidFill>
              <a:srgbClr val="D74732">
                <a:alpha val="51495"/>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9" name="G-after/real/point 077"/>
            <p:cNvSpPr/>
            <p:nvPr/>
          </p:nvSpPr>
          <p:spPr>
            <a:xfrm>
              <a:off x="4439041" y="4813248"/>
              <a:ext cx="27778" cy="27778"/>
            </a:xfrm>
            <a:prstGeom prst="ellipse">
              <a:avLst/>
            </a:prstGeom>
            <a:solidFill>
              <a:srgbClr val="D74732">
                <a:alpha val="59807"/>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0" name="G-after/real/point 078"/>
            <p:cNvSpPr/>
            <p:nvPr/>
          </p:nvSpPr>
          <p:spPr>
            <a:xfrm>
              <a:off x="4147758" y="4890384"/>
              <a:ext cx="28101" cy="28101"/>
            </a:xfrm>
            <a:prstGeom prst="ellipse">
              <a:avLst/>
            </a:prstGeom>
            <a:solidFill>
              <a:srgbClr val="D74732">
                <a:alpha val="70566"/>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1" name="G-after/real/point 079"/>
            <p:cNvSpPr/>
            <p:nvPr/>
          </p:nvSpPr>
          <p:spPr>
            <a:xfrm>
              <a:off x="4251566" y="5036152"/>
              <a:ext cx="16765" cy="16765"/>
            </a:xfrm>
            <a:prstGeom prst="ellipse">
              <a:avLst/>
            </a:prstGeom>
            <a:solidFill>
              <a:srgbClr val="D74732">
                <a:alpha val="53284"/>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2" name="G-after/real/point 080"/>
            <p:cNvSpPr/>
            <p:nvPr/>
          </p:nvSpPr>
          <p:spPr>
            <a:xfrm>
              <a:off x="4366225" y="4825163"/>
              <a:ext cx="21799" cy="21799"/>
            </a:xfrm>
            <a:prstGeom prst="ellipse">
              <a:avLst/>
            </a:prstGeom>
            <a:solidFill>
              <a:srgbClr val="D74732">
                <a:alpha val="74662"/>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3" name="G-after/real/point 081"/>
            <p:cNvSpPr/>
            <p:nvPr/>
          </p:nvSpPr>
          <p:spPr>
            <a:xfrm>
              <a:off x="3991855" y="4925960"/>
              <a:ext cx="19567" cy="19567"/>
            </a:xfrm>
            <a:prstGeom prst="ellipse">
              <a:avLst/>
            </a:prstGeom>
            <a:solidFill>
              <a:srgbClr val="D74732">
                <a:alpha val="64521"/>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4" name="G-after/real/point 082"/>
            <p:cNvSpPr/>
            <p:nvPr/>
          </p:nvSpPr>
          <p:spPr>
            <a:xfrm>
              <a:off x="4369034" y="4856897"/>
              <a:ext cx="26966" cy="26966"/>
            </a:xfrm>
            <a:prstGeom prst="ellipse">
              <a:avLst/>
            </a:prstGeom>
            <a:solidFill>
              <a:srgbClr val="D74732">
                <a:alpha val="66986"/>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5" name="G-after/real/point 083"/>
            <p:cNvSpPr/>
            <p:nvPr/>
          </p:nvSpPr>
          <p:spPr>
            <a:xfrm>
              <a:off x="3967279" y="4904992"/>
              <a:ext cx="31317" cy="31317"/>
            </a:xfrm>
            <a:prstGeom prst="ellipse">
              <a:avLst/>
            </a:prstGeom>
            <a:solidFill>
              <a:srgbClr val="D74732">
                <a:alpha val="7161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6" name="G-after/real/point 084"/>
            <p:cNvSpPr/>
            <p:nvPr/>
          </p:nvSpPr>
          <p:spPr>
            <a:xfrm>
              <a:off x="4375286" y="4898151"/>
              <a:ext cx="21443" cy="21443"/>
            </a:xfrm>
            <a:prstGeom prst="ellipse">
              <a:avLst/>
            </a:prstGeom>
            <a:solidFill>
              <a:srgbClr val="D74732">
                <a:alpha val="63248"/>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7" name="G-after/real/point 085"/>
            <p:cNvSpPr/>
            <p:nvPr/>
          </p:nvSpPr>
          <p:spPr>
            <a:xfrm>
              <a:off x="4020333" y="5280366"/>
              <a:ext cx="18835" cy="18835"/>
            </a:xfrm>
            <a:prstGeom prst="ellipse">
              <a:avLst/>
            </a:prstGeom>
            <a:solidFill>
              <a:srgbClr val="D74732">
                <a:alpha val="82362"/>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8" name="G-after/real/point 086"/>
            <p:cNvSpPr/>
            <p:nvPr/>
          </p:nvSpPr>
          <p:spPr>
            <a:xfrm>
              <a:off x="4210971" y="4700899"/>
              <a:ext cx="23937" cy="23937"/>
            </a:xfrm>
            <a:prstGeom prst="ellipse">
              <a:avLst/>
            </a:prstGeom>
            <a:solidFill>
              <a:srgbClr val="D74732">
                <a:alpha val="82275"/>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9" name="G-after/real/point 087"/>
            <p:cNvSpPr/>
            <p:nvPr/>
          </p:nvSpPr>
          <p:spPr>
            <a:xfrm>
              <a:off x="4599586" y="4961488"/>
              <a:ext cx="22119" cy="22119"/>
            </a:xfrm>
            <a:prstGeom prst="ellipse">
              <a:avLst/>
            </a:prstGeom>
            <a:solidFill>
              <a:srgbClr val="D74732">
                <a:alpha val="58975"/>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0" name="G-after/real/point 088"/>
            <p:cNvSpPr/>
            <p:nvPr/>
          </p:nvSpPr>
          <p:spPr>
            <a:xfrm>
              <a:off x="4525428" y="4906498"/>
              <a:ext cx="16924" cy="16924"/>
            </a:xfrm>
            <a:prstGeom prst="ellipse">
              <a:avLst/>
            </a:prstGeom>
            <a:solidFill>
              <a:srgbClr val="D74732">
                <a:alpha val="81534"/>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1" name="G-after/real/point 089"/>
            <p:cNvSpPr/>
            <p:nvPr/>
          </p:nvSpPr>
          <p:spPr>
            <a:xfrm>
              <a:off x="4307506" y="5311785"/>
              <a:ext cx="25841" cy="25841"/>
            </a:xfrm>
            <a:prstGeom prst="ellipse">
              <a:avLst/>
            </a:prstGeom>
            <a:solidFill>
              <a:srgbClr val="D74732">
                <a:alpha val="87478"/>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2" name="G-after/fake/contour 1.35"/>
            <p:cNvSpPr/>
            <p:nvPr/>
          </p:nvSpPr>
          <p:spPr>
            <a:xfrm>
              <a:off x="3845560" y="4289425"/>
              <a:ext cx="1097280" cy="1200150"/>
            </a:xfrm>
            <a:prstGeom prst="ellipse">
              <a:avLst/>
            </a:prstGeom>
            <a:solidFill>
              <a:srgbClr val="3072D5">
                <a:alpha val="4500"/>
              </a:srgbClr>
            </a:solidFill>
            <a:ln w="4445">
              <a:solidFill>
                <a:srgbClr val="3072D5">
                  <a:alpha val="45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3" name="G-after/fake/contour 1.05"/>
            <p:cNvSpPr/>
            <p:nvPr/>
          </p:nvSpPr>
          <p:spPr>
            <a:xfrm>
              <a:off x="3967479" y="4422775"/>
              <a:ext cx="853440" cy="933450"/>
            </a:xfrm>
            <a:prstGeom prst="ellipse">
              <a:avLst/>
            </a:prstGeom>
            <a:solidFill>
              <a:srgbClr val="3072D5">
                <a:alpha val="7000"/>
              </a:srgbClr>
            </a:solidFill>
            <a:ln w="4445">
              <a:solidFill>
                <a:srgbClr val="3072D5">
                  <a:alpha val="7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4" name="G-after/fake/contour 0.75"/>
            <p:cNvSpPr/>
            <p:nvPr/>
          </p:nvSpPr>
          <p:spPr>
            <a:xfrm>
              <a:off x="4089400" y="4556125"/>
              <a:ext cx="609600" cy="666750"/>
            </a:xfrm>
            <a:prstGeom prst="ellipse">
              <a:avLst/>
            </a:prstGeom>
            <a:solidFill>
              <a:srgbClr val="3072D5">
                <a:alpha val="10000"/>
              </a:srgbClr>
            </a:solidFill>
            <a:ln w="4445">
              <a:solidFill>
                <a:srgbClr val="3072D5">
                  <a:alpha val="10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5" name="G-after/fake/point 000"/>
            <p:cNvSpPr/>
            <p:nvPr/>
          </p:nvSpPr>
          <p:spPr>
            <a:xfrm>
              <a:off x="4421490" y="5036898"/>
              <a:ext cx="19482" cy="19482"/>
            </a:xfrm>
            <a:prstGeom prst="ellipse">
              <a:avLst/>
            </a:prstGeom>
            <a:solidFill>
              <a:srgbClr val="3072D5">
                <a:alpha val="65033"/>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6" name="G-after/fake/point 001"/>
            <p:cNvSpPr/>
            <p:nvPr/>
          </p:nvSpPr>
          <p:spPr>
            <a:xfrm>
              <a:off x="4183942" y="4788375"/>
              <a:ext cx="20391" cy="20391"/>
            </a:xfrm>
            <a:prstGeom prst="ellipse">
              <a:avLst/>
            </a:prstGeom>
            <a:solidFill>
              <a:srgbClr val="3072D5">
                <a:alpha val="63532"/>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7" name="G-after/fake/point 002"/>
            <p:cNvSpPr/>
            <p:nvPr/>
          </p:nvSpPr>
          <p:spPr>
            <a:xfrm>
              <a:off x="4503926" y="5150856"/>
              <a:ext cx="20990" cy="20990"/>
            </a:xfrm>
            <a:prstGeom prst="ellipse">
              <a:avLst/>
            </a:prstGeom>
            <a:solidFill>
              <a:srgbClr val="3072D5">
                <a:alpha val="83545"/>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8" name="G-after/fake/point 003"/>
            <p:cNvSpPr/>
            <p:nvPr/>
          </p:nvSpPr>
          <p:spPr>
            <a:xfrm>
              <a:off x="4400413" y="4887682"/>
              <a:ext cx="22969" cy="22969"/>
            </a:xfrm>
            <a:prstGeom prst="ellipse">
              <a:avLst/>
            </a:prstGeom>
            <a:solidFill>
              <a:srgbClr val="3072D5">
                <a:alpha val="66043"/>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9" name="G-after/fake/point 004"/>
            <p:cNvSpPr/>
            <p:nvPr/>
          </p:nvSpPr>
          <p:spPr>
            <a:xfrm>
              <a:off x="4386357" y="4546815"/>
              <a:ext cx="24333" cy="24333"/>
            </a:xfrm>
            <a:prstGeom prst="ellipse">
              <a:avLst/>
            </a:prstGeom>
            <a:solidFill>
              <a:srgbClr val="3072D5">
                <a:alpha val="61392"/>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0" name="G-after/fake/point 005"/>
            <p:cNvSpPr/>
            <p:nvPr/>
          </p:nvSpPr>
          <p:spPr>
            <a:xfrm>
              <a:off x="4348808" y="4700757"/>
              <a:ext cx="20434" cy="20434"/>
            </a:xfrm>
            <a:prstGeom prst="ellipse">
              <a:avLst/>
            </a:prstGeom>
            <a:solidFill>
              <a:srgbClr val="3072D5">
                <a:alpha val="62185"/>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1" name="G-after/fake/point 006"/>
            <p:cNvSpPr/>
            <p:nvPr/>
          </p:nvSpPr>
          <p:spPr>
            <a:xfrm>
              <a:off x="4621836" y="4881753"/>
              <a:ext cx="17203" cy="17203"/>
            </a:xfrm>
            <a:prstGeom prst="ellipse">
              <a:avLst/>
            </a:prstGeom>
            <a:solidFill>
              <a:srgbClr val="3072D5">
                <a:alpha val="57145"/>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2" name="G-after/fake/point 007"/>
            <p:cNvSpPr/>
            <p:nvPr/>
          </p:nvSpPr>
          <p:spPr>
            <a:xfrm>
              <a:off x="4228471" y="4720259"/>
              <a:ext cx="25940" cy="25940"/>
            </a:xfrm>
            <a:prstGeom prst="ellipse">
              <a:avLst/>
            </a:prstGeom>
            <a:solidFill>
              <a:srgbClr val="3072D5">
                <a:alpha val="74075"/>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3" name="G-after/fake/point 008"/>
            <p:cNvSpPr/>
            <p:nvPr/>
          </p:nvSpPr>
          <p:spPr>
            <a:xfrm>
              <a:off x="4492279" y="4498146"/>
              <a:ext cx="31259" cy="31259"/>
            </a:xfrm>
            <a:prstGeom prst="ellipse">
              <a:avLst/>
            </a:prstGeom>
            <a:solidFill>
              <a:srgbClr val="3072D5">
                <a:alpha val="64723"/>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4" name="G-after/fake/point 009"/>
            <p:cNvSpPr/>
            <p:nvPr/>
          </p:nvSpPr>
          <p:spPr>
            <a:xfrm>
              <a:off x="4334457" y="4949512"/>
              <a:ext cx="23088" cy="23088"/>
            </a:xfrm>
            <a:prstGeom prst="ellipse">
              <a:avLst/>
            </a:prstGeom>
            <a:solidFill>
              <a:srgbClr val="3072D5">
                <a:alpha val="56555"/>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5" name="G-after/fake/point 010"/>
            <p:cNvSpPr/>
            <p:nvPr/>
          </p:nvSpPr>
          <p:spPr>
            <a:xfrm>
              <a:off x="4614369" y="4768266"/>
              <a:ext cx="20099" cy="20099"/>
            </a:xfrm>
            <a:prstGeom prst="ellipse">
              <a:avLst/>
            </a:prstGeom>
            <a:solidFill>
              <a:srgbClr val="3072D5">
                <a:alpha val="76285"/>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6" name="G-after/fake/point 011"/>
            <p:cNvSpPr/>
            <p:nvPr/>
          </p:nvSpPr>
          <p:spPr>
            <a:xfrm>
              <a:off x="4357876" y="4803837"/>
              <a:ext cx="28840" cy="28840"/>
            </a:xfrm>
            <a:prstGeom prst="ellipse">
              <a:avLst/>
            </a:prstGeom>
            <a:solidFill>
              <a:srgbClr val="3072D5">
                <a:alpha val="77864"/>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7" name="G-after/fake/point 012"/>
            <p:cNvSpPr/>
            <p:nvPr/>
          </p:nvSpPr>
          <p:spPr>
            <a:xfrm>
              <a:off x="4029732" y="4948360"/>
              <a:ext cx="17853" cy="17853"/>
            </a:xfrm>
            <a:prstGeom prst="ellipse">
              <a:avLst/>
            </a:prstGeom>
            <a:solidFill>
              <a:srgbClr val="3072D5">
                <a:alpha val="51287"/>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8" name="G-after/fake/point 013"/>
            <p:cNvSpPr/>
            <p:nvPr/>
          </p:nvSpPr>
          <p:spPr>
            <a:xfrm>
              <a:off x="4348697" y="4641178"/>
              <a:ext cx="16574" cy="16574"/>
            </a:xfrm>
            <a:prstGeom prst="ellipse">
              <a:avLst/>
            </a:prstGeom>
            <a:solidFill>
              <a:srgbClr val="3072D5">
                <a:alpha val="73012"/>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9" name="G-after/fake/point 014"/>
            <p:cNvSpPr/>
            <p:nvPr/>
          </p:nvSpPr>
          <p:spPr>
            <a:xfrm>
              <a:off x="4261406" y="4793871"/>
              <a:ext cx="18439" cy="18439"/>
            </a:xfrm>
            <a:prstGeom prst="ellipse">
              <a:avLst/>
            </a:prstGeom>
            <a:solidFill>
              <a:srgbClr val="3072D5">
                <a:alpha val="81097"/>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0" name="G-after/fake/point 015"/>
            <p:cNvSpPr/>
            <p:nvPr/>
          </p:nvSpPr>
          <p:spPr>
            <a:xfrm>
              <a:off x="4533324" y="4748087"/>
              <a:ext cx="19880" cy="19880"/>
            </a:xfrm>
            <a:prstGeom prst="ellipse">
              <a:avLst/>
            </a:prstGeom>
            <a:solidFill>
              <a:srgbClr val="3072D5">
                <a:alpha val="70585"/>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1" name="G-after/fake/point 016"/>
            <p:cNvSpPr/>
            <p:nvPr/>
          </p:nvSpPr>
          <p:spPr>
            <a:xfrm>
              <a:off x="4269840" y="4717471"/>
              <a:ext cx="28744" cy="28744"/>
            </a:xfrm>
            <a:prstGeom prst="ellipse">
              <a:avLst/>
            </a:prstGeom>
            <a:solidFill>
              <a:srgbClr val="3072D5">
                <a:alpha val="58624"/>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2" name="G-after/fake/point 017"/>
            <p:cNvSpPr/>
            <p:nvPr/>
          </p:nvSpPr>
          <p:spPr>
            <a:xfrm>
              <a:off x="4562733" y="4705182"/>
              <a:ext cx="18507" cy="18507"/>
            </a:xfrm>
            <a:prstGeom prst="ellipse">
              <a:avLst/>
            </a:prstGeom>
            <a:solidFill>
              <a:srgbClr val="3072D5">
                <a:alpha val="53396"/>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3" name="G-after/fake/point 018"/>
            <p:cNvSpPr/>
            <p:nvPr/>
          </p:nvSpPr>
          <p:spPr>
            <a:xfrm>
              <a:off x="4402733" y="4729222"/>
              <a:ext cx="30224" cy="30224"/>
            </a:xfrm>
            <a:prstGeom prst="ellipse">
              <a:avLst/>
            </a:prstGeom>
            <a:solidFill>
              <a:srgbClr val="3072D5">
                <a:alpha val="8539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4" name="G-after/fake/point 019"/>
            <p:cNvSpPr/>
            <p:nvPr/>
          </p:nvSpPr>
          <p:spPr>
            <a:xfrm>
              <a:off x="4336248" y="5144461"/>
              <a:ext cx="19827" cy="19827"/>
            </a:xfrm>
            <a:prstGeom prst="ellipse">
              <a:avLst/>
            </a:prstGeom>
            <a:solidFill>
              <a:srgbClr val="3072D5">
                <a:alpha val="69041"/>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5" name="G-after/fake/point 020"/>
            <p:cNvSpPr/>
            <p:nvPr/>
          </p:nvSpPr>
          <p:spPr>
            <a:xfrm>
              <a:off x="4484880" y="5153510"/>
              <a:ext cx="18681" cy="18681"/>
            </a:xfrm>
            <a:prstGeom prst="ellipse">
              <a:avLst/>
            </a:prstGeom>
            <a:solidFill>
              <a:srgbClr val="3072D5">
                <a:alpha val="84916"/>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6" name="G-after/fake/point 021"/>
            <p:cNvSpPr/>
            <p:nvPr/>
          </p:nvSpPr>
          <p:spPr>
            <a:xfrm>
              <a:off x="4305975" y="4983923"/>
              <a:ext cx="17114" cy="17114"/>
            </a:xfrm>
            <a:prstGeom prst="ellipse">
              <a:avLst/>
            </a:prstGeom>
            <a:solidFill>
              <a:srgbClr val="3072D5">
                <a:alpha val="58018"/>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7" name="G-after/fake/point 022"/>
            <p:cNvSpPr/>
            <p:nvPr/>
          </p:nvSpPr>
          <p:spPr>
            <a:xfrm>
              <a:off x="4476775" y="4918890"/>
              <a:ext cx="31439" cy="31439"/>
            </a:xfrm>
            <a:prstGeom prst="ellipse">
              <a:avLst/>
            </a:prstGeom>
            <a:solidFill>
              <a:srgbClr val="3072D5">
                <a:alpha val="74904"/>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8" name="G-after/fake/point 023"/>
            <p:cNvSpPr/>
            <p:nvPr/>
          </p:nvSpPr>
          <p:spPr>
            <a:xfrm>
              <a:off x="4435734" y="4929685"/>
              <a:ext cx="23505" cy="23505"/>
            </a:xfrm>
            <a:prstGeom prst="ellipse">
              <a:avLst/>
            </a:prstGeom>
            <a:solidFill>
              <a:srgbClr val="3072D5">
                <a:alpha val="83302"/>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9" name="G-after/fake/point 024"/>
            <p:cNvSpPr/>
            <p:nvPr/>
          </p:nvSpPr>
          <p:spPr>
            <a:xfrm>
              <a:off x="4245673" y="4920457"/>
              <a:ext cx="26654" cy="26654"/>
            </a:xfrm>
            <a:prstGeom prst="ellipse">
              <a:avLst/>
            </a:prstGeom>
            <a:solidFill>
              <a:srgbClr val="3072D5">
                <a:alpha val="54763"/>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0" name="G-after/fake/point 025"/>
            <p:cNvSpPr/>
            <p:nvPr/>
          </p:nvSpPr>
          <p:spPr>
            <a:xfrm>
              <a:off x="4453610" y="5060502"/>
              <a:ext cx="29223" cy="29223"/>
            </a:xfrm>
            <a:prstGeom prst="ellipse">
              <a:avLst/>
            </a:prstGeom>
            <a:solidFill>
              <a:srgbClr val="3072D5">
                <a:alpha val="67578"/>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1" name="G-after/fake/point 026"/>
            <p:cNvSpPr/>
            <p:nvPr/>
          </p:nvSpPr>
          <p:spPr>
            <a:xfrm>
              <a:off x="4334305" y="5072961"/>
              <a:ext cx="28720" cy="28720"/>
            </a:xfrm>
            <a:prstGeom prst="ellipse">
              <a:avLst/>
            </a:prstGeom>
            <a:solidFill>
              <a:srgbClr val="3072D5">
                <a:alpha val="57876"/>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2" name="G-after/fake/point 027"/>
            <p:cNvSpPr/>
            <p:nvPr/>
          </p:nvSpPr>
          <p:spPr>
            <a:xfrm>
              <a:off x="4487587" y="5034708"/>
              <a:ext cx="21703" cy="21703"/>
            </a:xfrm>
            <a:prstGeom prst="ellipse">
              <a:avLst/>
            </a:prstGeom>
            <a:solidFill>
              <a:srgbClr val="3072D5">
                <a:alpha val="55536"/>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3" name="G-after/fake/point 028"/>
            <p:cNvSpPr/>
            <p:nvPr/>
          </p:nvSpPr>
          <p:spPr>
            <a:xfrm>
              <a:off x="4455268" y="5198916"/>
              <a:ext cx="19589" cy="19589"/>
            </a:xfrm>
            <a:prstGeom prst="ellipse">
              <a:avLst/>
            </a:prstGeom>
            <a:solidFill>
              <a:srgbClr val="3072D5">
                <a:alpha val="62899"/>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4" name="G-after/fake/point 029"/>
            <p:cNvSpPr/>
            <p:nvPr/>
          </p:nvSpPr>
          <p:spPr>
            <a:xfrm>
              <a:off x="4515592" y="4820971"/>
              <a:ext cx="30852" cy="30852"/>
            </a:xfrm>
            <a:prstGeom prst="ellipse">
              <a:avLst/>
            </a:prstGeom>
            <a:solidFill>
              <a:srgbClr val="3072D5">
                <a:alpha val="81816"/>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5" name="G-after/fake/point 030"/>
            <p:cNvSpPr/>
            <p:nvPr/>
          </p:nvSpPr>
          <p:spPr>
            <a:xfrm>
              <a:off x="4219941" y="4905148"/>
              <a:ext cx="16782" cy="16782"/>
            </a:xfrm>
            <a:prstGeom prst="ellipse">
              <a:avLst/>
            </a:prstGeom>
            <a:solidFill>
              <a:srgbClr val="3072D5">
                <a:alpha val="64732"/>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6" name="G-after/fake/point 031"/>
            <p:cNvSpPr/>
            <p:nvPr/>
          </p:nvSpPr>
          <p:spPr>
            <a:xfrm>
              <a:off x="3946673" y="4806424"/>
              <a:ext cx="17677" cy="17677"/>
            </a:xfrm>
            <a:prstGeom prst="ellipse">
              <a:avLst/>
            </a:prstGeom>
            <a:solidFill>
              <a:srgbClr val="3072D5">
                <a:alpha val="81327"/>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7" name="G-after/fake/point 032"/>
            <p:cNvSpPr/>
            <p:nvPr/>
          </p:nvSpPr>
          <p:spPr>
            <a:xfrm>
              <a:off x="4684017" y="4787534"/>
              <a:ext cx="24431" cy="24431"/>
            </a:xfrm>
            <a:prstGeom prst="ellipse">
              <a:avLst/>
            </a:prstGeom>
            <a:solidFill>
              <a:srgbClr val="3072D5">
                <a:alpha val="75839"/>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8" name="G-after/fake/point 033"/>
            <p:cNvSpPr/>
            <p:nvPr/>
          </p:nvSpPr>
          <p:spPr>
            <a:xfrm>
              <a:off x="4360629" y="4909765"/>
              <a:ext cx="22801" cy="22801"/>
            </a:xfrm>
            <a:prstGeom prst="ellipse">
              <a:avLst/>
            </a:prstGeom>
            <a:solidFill>
              <a:srgbClr val="3072D5">
                <a:alpha val="78319"/>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9" name="G-after/fake/point 034"/>
            <p:cNvSpPr/>
            <p:nvPr/>
          </p:nvSpPr>
          <p:spPr>
            <a:xfrm>
              <a:off x="4531535" y="4979516"/>
              <a:ext cx="17420" cy="17420"/>
            </a:xfrm>
            <a:prstGeom prst="ellipse">
              <a:avLst/>
            </a:prstGeom>
            <a:solidFill>
              <a:srgbClr val="3072D5">
                <a:alpha val="55091"/>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0" name="G-after/fake/point 035"/>
            <p:cNvSpPr/>
            <p:nvPr/>
          </p:nvSpPr>
          <p:spPr>
            <a:xfrm>
              <a:off x="4404486" y="4836913"/>
              <a:ext cx="26045" cy="26045"/>
            </a:xfrm>
            <a:prstGeom prst="ellipse">
              <a:avLst/>
            </a:prstGeom>
            <a:solidFill>
              <a:srgbClr val="3072D5">
                <a:alpha val="60292"/>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1" name="G-after/fake/point 036"/>
            <p:cNvSpPr/>
            <p:nvPr/>
          </p:nvSpPr>
          <p:spPr>
            <a:xfrm>
              <a:off x="4313586" y="5258763"/>
              <a:ext cx="23259" cy="23259"/>
            </a:xfrm>
            <a:prstGeom prst="ellipse">
              <a:avLst/>
            </a:prstGeom>
            <a:solidFill>
              <a:srgbClr val="3072D5">
                <a:alpha val="71433"/>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2" name="G-after/fake/point 037"/>
            <p:cNvSpPr/>
            <p:nvPr/>
          </p:nvSpPr>
          <p:spPr>
            <a:xfrm>
              <a:off x="4557880" y="4731753"/>
              <a:ext cx="18494" cy="18494"/>
            </a:xfrm>
            <a:prstGeom prst="ellipse">
              <a:avLst/>
            </a:prstGeom>
            <a:solidFill>
              <a:srgbClr val="3072D5">
                <a:alpha val="6219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3" name="G-after/fake/point 038"/>
            <p:cNvSpPr/>
            <p:nvPr/>
          </p:nvSpPr>
          <p:spPr>
            <a:xfrm>
              <a:off x="4444901" y="4755710"/>
              <a:ext cx="18126" cy="18126"/>
            </a:xfrm>
            <a:prstGeom prst="ellipse">
              <a:avLst/>
            </a:prstGeom>
            <a:solidFill>
              <a:srgbClr val="3072D5">
                <a:alpha val="61416"/>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4" name="G-after/fake/point 039"/>
            <p:cNvSpPr/>
            <p:nvPr/>
          </p:nvSpPr>
          <p:spPr>
            <a:xfrm>
              <a:off x="4350783" y="5065001"/>
              <a:ext cx="18761" cy="18761"/>
            </a:xfrm>
            <a:prstGeom prst="ellipse">
              <a:avLst/>
            </a:prstGeom>
            <a:solidFill>
              <a:srgbClr val="3072D5">
                <a:alpha val="81987"/>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5" name="G-after/fake/point 040"/>
            <p:cNvSpPr/>
            <p:nvPr/>
          </p:nvSpPr>
          <p:spPr>
            <a:xfrm>
              <a:off x="4482225" y="4863836"/>
              <a:ext cx="24614" cy="24614"/>
            </a:xfrm>
            <a:prstGeom prst="ellipse">
              <a:avLst/>
            </a:prstGeom>
            <a:solidFill>
              <a:srgbClr val="3072D5">
                <a:alpha val="58732"/>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6" name="G-after/fake/point 041"/>
            <p:cNvSpPr/>
            <p:nvPr/>
          </p:nvSpPr>
          <p:spPr>
            <a:xfrm>
              <a:off x="4309734" y="4780458"/>
              <a:ext cx="16530" cy="16530"/>
            </a:xfrm>
            <a:prstGeom prst="ellipse">
              <a:avLst/>
            </a:prstGeom>
            <a:solidFill>
              <a:srgbClr val="3072D5">
                <a:alpha val="50618"/>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7" name="G-after/fake/point 042"/>
            <p:cNvSpPr/>
            <p:nvPr/>
          </p:nvSpPr>
          <p:spPr>
            <a:xfrm>
              <a:off x="4504703" y="4891901"/>
              <a:ext cx="27473" cy="27473"/>
            </a:xfrm>
            <a:prstGeom prst="ellipse">
              <a:avLst/>
            </a:prstGeom>
            <a:solidFill>
              <a:srgbClr val="3072D5">
                <a:alpha val="6832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8" name="G-after/fake/point 043"/>
            <p:cNvSpPr/>
            <p:nvPr/>
          </p:nvSpPr>
          <p:spPr>
            <a:xfrm>
              <a:off x="4317782" y="4945118"/>
              <a:ext cx="29642" cy="29642"/>
            </a:xfrm>
            <a:prstGeom prst="ellipse">
              <a:avLst/>
            </a:prstGeom>
            <a:solidFill>
              <a:srgbClr val="3072D5">
                <a:alpha val="8549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9" name="G-after/fake/point 044"/>
            <p:cNvSpPr/>
            <p:nvPr/>
          </p:nvSpPr>
          <p:spPr>
            <a:xfrm>
              <a:off x="4474332" y="4995378"/>
              <a:ext cx="23297" cy="23297"/>
            </a:xfrm>
            <a:prstGeom prst="ellipse">
              <a:avLst/>
            </a:prstGeom>
            <a:solidFill>
              <a:srgbClr val="3072D5">
                <a:alpha val="63076"/>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0" name="G-after/fake/point 045"/>
            <p:cNvSpPr/>
            <p:nvPr/>
          </p:nvSpPr>
          <p:spPr>
            <a:xfrm>
              <a:off x="4603178" y="5002280"/>
              <a:ext cx="25201" cy="25201"/>
            </a:xfrm>
            <a:prstGeom prst="ellipse">
              <a:avLst/>
            </a:prstGeom>
            <a:solidFill>
              <a:srgbClr val="3072D5">
                <a:alpha val="50625"/>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1" name="G-after/fake/point 046"/>
            <p:cNvSpPr/>
            <p:nvPr/>
          </p:nvSpPr>
          <p:spPr>
            <a:xfrm>
              <a:off x="4609703" y="4894086"/>
              <a:ext cx="23125" cy="23125"/>
            </a:xfrm>
            <a:prstGeom prst="ellipse">
              <a:avLst/>
            </a:prstGeom>
            <a:solidFill>
              <a:srgbClr val="3072D5">
                <a:alpha val="64138"/>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2" name="G-after/fake/point 047"/>
            <p:cNvSpPr/>
            <p:nvPr/>
          </p:nvSpPr>
          <p:spPr>
            <a:xfrm>
              <a:off x="4399179" y="4842026"/>
              <a:ext cx="31352" cy="31352"/>
            </a:xfrm>
            <a:prstGeom prst="ellipse">
              <a:avLst/>
            </a:prstGeom>
            <a:solidFill>
              <a:srgbClr val="3072D5">
                <a:alpha val="84235"/>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3" name="G-after/fake/point 048"/>
            <p:cNvSpPr/>
            <p:nvPr/>
          </p:nvSpPr>
          <p:spPr>
            <a:xfrm>
              <a:off x="4227449" y="4892313"/>
              <a:ext cx="18689" cy="18689"/>
            </a:xfrm>
            <a:prstGeom prst="ellipse">
              <a:avLst/>
            </a:prstGeom>
            <a:solidFill>
              <a:srgbClr val="3072D5">
                <a:alpha val="75225"/>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4" name="G-after/fake/point 049"/>
            <p:cNvSpPr/>
            <p:nvPr/>
          </p:nvSpPr>
          <p:spPr>
            <a:xfrm>
              <a:off x="4250081" y="4821758"/>
              <a:ext cx="26692" cy="26692"/>
            </a:xfrm>
            <a:prstGeom prst="ellipse">
              <a:avLst/>
            </a:prstGeom>
            <a:solidFill>
              <a:srgbClr val="3072D5">
                <a:alpha val="53453"/>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5" name="G-after/fake/point 050"/>
            <p:cNvSpPr/>
            <p:nvPr/>
          </p:nvSpPr>
          <p:spPr>
            <a:xfrm>
              <a:off x="4130226" y="5172695"/>
              <a:ext cx="19421" cy="19421"/>
            </a:xfrm>
            <a:prstGeom prst="ellipse">
              <a:avLst/>
            </a:prstGeom>
            <a:solidFill>
              <a:srgbClr val="3072D5">
                <a:alpha val="87683"/>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6" name="G-after/fake/point 051"/>
            <p:cNvSpPr/>
            <p:nvPr/>
          </p:nvSpPr>
          <p:spPr>
            <a:xfrm>
              <a:off x="4224726" y="5095674"/>
              <a:ext cx="29471" cy="29471"/>
            </a:xfrm>
            <a:prstGeom prst="ellipse">
              <a:avLst/>
            </a:prstGeom>
            <a:solidFill>
              <a:srgbClr val="3072D5">
                <a:alpha val="54533"/>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7" name="G-after/fake/point 052"/>
            <p:cNvSpPr/>
            <p:nvPr/>
          </p:nvSpPr>
          <p:spPr>
            <a:xfrm>
              <a:off x="4463839" y="4829765"/>
              <a:ext cx="20652" cy="20652"/>
            </a:xfrm>
            <a:prstGeom prst="ellipse">
              <a:avLst/>
            </a:prstGeom>
            <a:solidFill>
              <a:srgbClr val="3072D5">
                <a:alpha val="67959"/>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8" name="G-after/fake/point 053"/>
            <p:cNvSpPr/>
            <p:nvPr/>
          </p:nvSpPr>
          <p:spPr>
            <a:xfrm>
              <a:off x="4016083" y="4960909"/>
              <a:ext cx="18711" cy="18711"/>
            </a:xfrm>
            <a:prstGeom prst="ellipse">
              <a:avLst/>
            </a:prstGeom>
            <a:solidFill>
              <a:srgbClr val="3072D5">
                <a:alpha val="73271"/>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9" name="G-after/fake/point 054"/>
            <p:cNvSpPr/>
            <p:nvPr/>
          </p:nvSpPr>
          <p:spPr>
            <a:xfrm>
              <a:off x="4437424" y="4914501"/>
              <a:ext cx="19460" cy="19460"/>
            </a:xfrm>
            <a:prstGeom prst="ellipse">
              <a:avLst/>
            </a:prstGeom>
            <a:solidFill>
              <a:srgbClr val="3072D5">
                <a:alpha val="74462"/>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0" name="G-after/fake/point 055"/>
            <p:cNvSpPr/>
            <p:nvPr/>
          </p:nvSpPr>
          <p:spPr>
            <a:xfrm>
              <a:off x="4210667" y="5175719"/>
              <a:ext cx="23838" cy="23838"/>
            </a:xfrm>
            <a:prstGeom prst="ellipse">
              <a:avLst/>
            </a:prstGeom>
            <a:solidFill>
              <a:srgbClr val="3072D5">
                <a:alpha val="81595"/>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1" name="G-after/fake/point 056"/>
            <p:cNvSpPr/>
            <p:nvPr/>
          </p:nvSpPr>
          <p:spPr>
            <a:xfrm>
              <a:off x="4489245" y="4982397"/>
              <a:ext cx="28039" cy="28039"/>
            </a:xfrm>
            <a:prstGeom prst="ellipse">
              <a:avLst/>
            </a:prstGeom>
            <a:solidFill>
              <a:srgbClr val="3072D5">
                <a:alpha val="87743"/>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2" name="G-after/fake/point 057"/>
            <p:cNvSpPr/>
            <p:nvPr/>
          </p:nvSpPr>
          <p:spPr>
            <a:xfrm>
              <a:off x="4530368" y="4994134"/>
              <a:ext cx="27365" cy="27365"/>
            </a:xfrm>
            <a:prstGeom prst="ellipse">
              <a:avLst/>
            </a:prstGeom>
            <a:solidFill>
              <a:srgbClr val="3072D5">
                <a:alpha val="82004"/>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3" name="G-after/fake/point 058"/>
            <p:cNvSpPr/>
            <p:nvPr/>
          </p:nvSpPr>
          <p:spPr>
            <a:xfrm>
              <a:off x="4390800" y="4708470"/>
              <a:ext cx="28787" cy="28787"/>
            </a:xfrm>
            <a:prstGeom prst="ellipse">
              <a:avLst/>
            </a:prstGeom>
            <a:solidFill>
              <a:srgbClr val="3072D5">
                <a:alpha val="7521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4" name="G-after/fake/point 059"/>
            <p:cNvSpPr/>
            <p:nvPr/>
          </p:nvSpPr>
          <p:spPr>
            <a:xfrm>
              <a:off x="4312518" y="4999989"/>
              <a:ext cx="17505" cy="17505"/>
            </a:xfrm>
            <a:prstGeom prst="ellipse">
              <a:avLst/>
            </a:prstGeom>
            <a:solidFill>
              <a:srgbClr val="3072D5">
                <a:alpha val="61355"/>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5" name="G-after/fake/point 060"/>
            <p:cNvSpPr/>
            <p:nvPr/>
          </p:nvSpPr>
          <p:spPr>
            <a:xfrm>
              <a:off x="4529628" y="5185233"/>
              <a:ext cx="24650" cy="24650"/>
            </a:xfrm>
            <a:prstGeom prst="ellipse">
              <a:avLst/>
            </a:prstGeom>
            <a:solidFill>
              <a:srgbClr val="3072D5">
                <a:alpha val="79675"/>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6" name="G-after/fake/point 061"/>
            <p:cNvSpPr/>
            <p:nvPr/>
          </p:nvSpPr>
          <p:spPr>
            <a:xfrm>
              <a:off x="4539759" y="4672056"/>
              <a:ext cx="17118" cy="17118"/>
            </a:xfrm>
            <a:prstGeom prst="ellipse">
              <a:avLst/>
            </a:prstGeom>
            <a:solidFill>
              <a:srgbClr val="3072D5">
                <a:alpha val="75604"/>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7" name="G-after/fake/point 062"/>
            <p:cNvSpPr/>
            <p:nvPr/>
          </p:nvSpPr>
          <p:spPr>
            <a:xfrm>
              <a:off x="4321659" y="4986336"/>
              <a:ext cx="21073" cy="21073"/>
            </a:xfrm>
            <a:prstGeom prst="ellipse">
              <a:avLst/>
            </a:prstGeom>
            <a:solidFill>
              <a:srgbClr val="3072D5">
                <a:alpha val="52223"/>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8" name="G-after/fake/point 063"/>
            <p:cNvSpPr/>
            <p:nvPr/>
          </p:nvSpPr>
          <p:spPr>
            <a:xfrm>
              <a:off x="4447572" y="4838766"/>
              <a:ext cx="20026" cy="20026"/>
            </a:xfrm>
            <a:prstGeom prst="ellipse">
              <a:avLst/>
            </a:prstGeom>
            <a:solidFill>
              <a:srgbClr val="3072D5">
                <a:alpha val="86144"/>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9" name="G-after/fake/point 064"/>
            <p:cNvSpPr/>
            <p:nvPr/>
          </p:nvSpPr>
          <p:spPr>
            <a:xfrm>
              <a:off x="4537991" y="4787675"/>
              <a:ext cx="20050" cy="20050"/>
            </a:xfrm>
            <a:prstGeom prst="ellipse">
              <a:avLst/>
            </a:prstGeom>
            <a:solidFill>
              <a:srgbClr val="3072D5">
                <a:alpha val="84292"/>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0" name="G-after/fake/point 065"/>
            <p:cNvSpPr/>
            <p:nvPr/>
          </p:nvSpPr>
          <p:spPr>
            <a:xfrm>
              <a:off x="4566463" y="4936692"/>
              <a:ext cx="17000" cy="17000"/>
            </a:xfrm>
            <a:prstGeom prst="ellipse">
              <a:avLst/>
            </a:prstGeom>
            <a:solidFill>
              <a:srgbClr val="3072D5">
                <a:alpha val="82602"/>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1" name="G-after/fake/point 066"/>
            <p:cNvSpPr/>
            <p:nvPr/>
          </p:nvSpPr>
          <p:spPr>
            <a:xfrm>
              <a:off x="4369148" y="4744847"/>
              <a:ext cx="16594" cy="16594"/>
            </a:xfrm>
            <a:prstGeom prst="ellipse">
              <a:avLst/>
            </a:prstGeom>
            <a:solidFill>
              <a:srgbClr val="3072D5">
                <a:alpha val="53798"/>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2" name="G-after/fake/point 067"/>
            <p:cNvSpPr/>
            <p:nvPr/>
          </p:nvSpPr>
          <p:spPr>
            <a:xfrm>
              <a:off x="4336016" y="5003366"/>
              <a:ext cx="29452" cy="29452"/>
            </a:xfrm>
            <a:prstGeom prst="ellipse">
              <a:avLst/>
            </a:prstGeom>
            <a:solidFill>
              <a:srgbClr val="3072D5">
                <a:alpha val="8035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3" name="G-after/fake/point 068"/>
            <p:cNvSpPr/>
            <p:nvPr/>
          </p:nvSpPr>
          <p:spPr>
            <a:xfrm>
              <a:off x="4270285" y="4788387"/>
              <a:ext cx="24060" cy="24060"/>
            </a:xfrm>
            <a:prstGeom prst="ellipse">
              <a:avLst/>
            </a:prstGeom>
            <a:solidFill>
              <a:srgbClr val="3072D5">
                <a:alpha val="51025"/>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4" name="G-after/fake/point 069"/>
            <p:cNvSpPr/>
            <p:nvPr/>
          </p:nvSpPr>
          <p:spPr>
            <a:xfrm>
              <a:off x="4550802" y="4934898"/>
              <a:ext cx="28316" cy="28316"/>
            </a:xfrm>
            <a:prstGeom prst="ellipse">
              <a:avLst/>
            </a:prstGeom>
            <a:solidFill>
              <a:srgbClr val="3072D5">
                <a:alpha val="87069"/>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5" name="G-after/fake/point 070"/>
            <p:cNvSpPr/>
            <p:nvPr/>
          </p:nvSpPr>
          <p:spPr>
            <a:xfrm>
              <a:off x="4544779" y="4883341"/>
              <a:ext cx="24699" cy="24699"/>
            </a:xfrm>
            <a:prstGeom prst="ellipse">
              <a:avLst/>
            </a:prstGeom>
            <a:solidFill>
              <a:srgbClr val="3072D5">
                <a:alpha val="602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6" name="G-after/fake/point 071"/>
            <p:cNvSpPr/>
            <p:nvPr/>
          </p:nvSpPr>
          <p:spPr>
            <a:xfrm>
              <a:off x="4380547" y="4884621"/>
              <a:ext cx="29841" cy="29841"/>
            </a:xfrm>
            <a:prstGeom prst="ellipse">
              <a:avLst/>
            </a:prstGeom>
            <a:solidFill>
              <a:srgbClr val="3072D5">
                <a:alpha val="59624"/>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7" name="G-after/fake/point 072"/>
            <p:cNvSpPr/>
            <p:nvPr/>
          </p:nvSpPr>
          <p:spPr>
            <a:xfrm>
              <a:off x="4553544" y="4722867"/>
              <a:ext cx="31644" cy="31644"/>
            </a:xfrm>
            <a:prstGeom prst="ellipse">
              <a:avLst/>
            </a:prstGeom>
            <a:solidFill>
              <a:srgbClr val="3072D5">
                <a:alpha val="72918"/>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8" name="G-after/fake/point 073"/>
            <p:cNvSpPr/>
            <p:nvPr/>
          </p:nvSpPr>
          <p:spPr>
            <a:xfrm>
              <a:off x="4417474" y="4669774"/>
              <a:ext cx="17799" cy="17799"/>
            </a:xfrm>
            <a:prstGeom prst="ellipse">
              <a:avLst/>
            </a:prstGeom>
            <a:solidFill>
              <a:srgbClr val="3072D5">
                <a:alpha val="77291"/>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9" name="G-after/fake/point 074"/>
            <p:cNvSpPr/>
            <p:nvPr/>
          </p:nvSpPr>
          <p:spPr>
            <a:xfrm>
              <a:off x="4542076" y="4568913"/>
              <a:ext cx="22131" cy="22131"/>
            </a:xfrm>
            <a:prstGeom prst="ellipse">
              <a:avLst/>
            </a:prstGeom>
            <a:solidFill>
              <a:srgbClr val="3072D5">
                <a:alpha val="71825"/>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0" name="G-after/fake/point 075"/>
            <p:cNvSpPr/>
            <p:nvPr/>
          </p:nvSpPr>
          <p:spPr>
            <a:xfrm>
              <a:off x="4431550" y="4811715"/>
              <a:ext cx="25890" cy="25890"/>
            </a:xfrm>
            <a:prstGeom prst="ellipse">
              <a:avLst/>
            </a:prstGeom>
            <a:solidFill>
              <a:srgbClr val="3072D5">
                <a:alpha val="51639"/>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1" name="G-after/fake/point 076"/>
            <p:cNvSpPr/>
            <p:nvPr/>
          </p:nvSpPr>
          <p:spPr>
            <a:xfrm>
              <a:off x="4126212" y="4803492"/>
              <a:ext cx="21927" cy="21927"/>
            </a:xfrm>
            <a:prstGeom prst="ellipse">
              <a:avLst/>
            </a:prstGeom>
            <a:solidFill>
              <a:srgbClr val="3072D5">
                <a:alpha val="53111"/>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2" name="G-after/fake/point 077"/>
            <p:cNvSpPr/>
            <p:nvPr/>
          </p:nvSpPr>
          <p:spPr>
            <a:xfrm>
              <a:off x="4413630" y="5170228"/>
              <a:ext cx="31329" cy="31329"/>
            </a:xfrm>
            <a:prstGeom prst="ellipse">
              <a:avLst/>
            </a:prstGeom>
            <a:solidFill>
              <a:srgbClr val="3072D5">
                <a:alpha val="70486"/>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3" name="G-after/fake/point 078"/>
            <p:cNvSpPr/>
            <p:nvPr/>
          </p:nvSpPr>
          <p:spPr>
            <a:xfrm>
              <a:off x="4361406" y="4654894"/>
              <a:ext cx="30814" cy="30814"/>
            </a:xfrm>
            <a:prstGeom prst="ellipse">
              <a:avLst/>
            </a:prstGeom>
            <a:solidFill>
              <a:srgbClr val="3072D5">
                <a:alpha val="77939"/>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4" name="G-after/fake/point 079"/>
            <p:cNvSpPr/>
            <p:nvPr/>
          </p:nvSpPr>
          <p:spPr>
            <a:xfrm>
              <a:off x="4412032" y="4808527"/>
              <a:ext cx="29951" cy="29951"/>
            </a:xfrm>
            <a:prstGeom prst="ellipse">
              <a:avLst/>
            </a:prstGeom>
            <a:solidFill>
              <a:srgbClr val="3072D5">
                <a:alpha val="60205"/>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5" name="G-after/fake/point 080"/>
            <p:cNvSpPr/>
            <p:nvPr/>
          </p:nvSpPr>
          <p:spPr>
            <a:xfrm>
              <a:off x="4284236" y="4853320"/>
              <a:ext cx="20585" cy="20585"/>
            </a:xfrm>
            <a:prstGeom prst="ellipse">
              <a:avLst/>
            </a:prstGeom>
            <a:solidFill>
              <a:srgbClr val="3072D5">
                <a:alpha val="70101"/>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6" name="G-after/fake/point 081"/>
            <p:cNvSpPr/>
            <p:nvPr/>
          </p:nvSpPr>
          <p:spPr>
            <a:xfrm>
              <a:off x="4380278" y="4623362"/>
              <a:ext cx="28300" cy="28300"/>
            </a:xfrm>
            <a:prstGeom prst="ellipse">
              <a:avLst/>
            </a:prstGeom>
            <a:solidFill>
              <a:srgbClr val="3072D5">
                <a:alpha val="73251"/>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7" name="G-after/fake/point 082"/>
            <p:cNvSpPr/>
            <p:nvPr/>
          </p:nvSpPr>
          <p:spPr>
            <a:xfrm>
              <a:off x="4286423" y="4923960"/>
              <a:ext cx="20555" cy="20555"/>
            </a:xfrm>
            <a:prstGeom prst="ellipse">
              <a:avLst/>
            </a:prstGeom>
            <a:solidFill>
              <a:srgbClr val="3072D5">
                <a:alpha val="59438"/>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8" name="G-after/fake/point 083"/>
            <p:cNvSpPr/>
            <p:nvPr/>
          </p:nvSpPr>
          <p:spPr>
            <a:xfrm>
              <a:off x="4281608" y="4864099"/>
              <a:ext cx="26228" cy="26228"/>
            </a:xfrm>
            <a:prstGeom prst="ellipse">
              <a:avLst/>
            </a:prstGeom>
            <a:solidFill>
              <a:srgbClr val="3072D5">
                <a:alpha val="76681"/>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9" name="G-after/fake/point 084"/>
            <p:cNvSpPr/>
            <p:nvPr/>
          </p:nvSpPr>
          <p:spPr>
            <a:xfrm>
              <a:off x="4437985" y="4836013"/>
              <a:ext cx="30569" cy="30569"/>
            </a:xfrm>
            <a:prstGeom prst="ellipse">
              <a:avLst/>
            </a:prstGeom>
            <a:solidFill>
              <a:srgbClr val="3072D5">
                <a:alpha val="56319"/>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0" name="G-after/fake/point 085"/>
            <p:cNvSpPr/>
            <p:nvPr/>
          </p:nvSpPr>
          <p:spPr>
            <a:xfrm>
              <a:off x="4128576" y="4898485"/>
              <a:ext cx="18050" cy="18050"/>
            </a:xfrm>
            <a:prstGeom prst="ellipse">
              <a:avLst/>
            </a:prstGeom>
            <a:solidFill>
              <a:srgbClr val="3072D5">
                <a:alpha val="83467"/>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1" name="G-after/fake/point 086"/>
            <p:cNvSpPr/>
            <p:nvPr/>
          </p:nvSpPr>
          <p:spPr>
            <a:xfrm>
              <a:off x="4292644" y="5052361"/>
              <a:ext cx="23439" cy="23439"/>
            </a:xfrm>
            <a:prstGeom prst="ellipse">
              <a:avLst/>
            </a:prstGeom>
            <a:solidFill>
              <a:srgbClr val="3072D5">
                <a:alpha val="52113"/>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2" name="G-after/fake/point 087"/>
            <p:cNvSpPr/>
            <p:nvPr/>
          </p:nvSpPr>
          <p:spPr>
            <a:xfrm>
              <a:off x="4294370" y="4957484"/>
              <a:ext cx="23880" cy="23880"/>
            </a:xfrm>
            <a:prstGeom prst="ellipse">
              <a:avLst/>
            </a:prstGeom>
            <a:solidFill>
              <a:srgbClr val="3072D5">
                <a:alpha val="86661"/>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3" name="G-after/fake/point 088"/>
            <p:cNvSpPr/>
            <p:nvPr/>
          </p:nvSpPr>
          <p:spPr>
            <a:xfrm>
              <a:off x="4513640" y="4934686"/>
              <a:ext cx="24774" cy="24774"/>
            </a:xfrm>
            <a:prstGeom prst="ellipse">
              <a:avLst/>
            </a:prstGeom>
            <a:solidFill>
              <a:srgbClr val="3072D5">
                <a:alpha val="84683"/>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4" name="G-after/fake/point 089"/>
            <p:cNvSpPr/>
            <p:nvPr/>
          </p:nvSpPr>
          <p:spPr>
            <a:xfrm>
              <a:off x="4538047" y="4915753"/>
              <a:ext cx="30243" cy="30243"/>
            </a:xfrm>
            <a:prstGeom prst="ellipse">
              <a:avLst/>
            </a:prstGeom>
            <a:solidFill>
              <a:srgbClr val="3072D5">
                <a:alpha val="80918"/>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pSp>
      <p:grpSp>
        <p:nvGrpSpPr>
          <p:cNvPr id="445" name="D-before"/>
          <p:cNvGrpSpPr/>
          <p:nvPr/>
        </p:nvGrpSpPr>
        <p:grpSpPr>
          <a:xfrm>
            <a:off x="5207000" y="4267200"/>
            <a:ext cx="2528570" cy="1104900"/>
            <a:chOff x="5207000" y="4267200"/>
            <a:chExt cx="2528570" cy="1104900"/>
          </a:xfrm>
        </p:grpSpPr>
        <p:sp>
          <p:nvSpPr>
            <p:cNvPr id="446" name="D-before/real/contour 1.35"/>
            <p:cNvSpPr/>
            <p:nvPr/>
          </p:nvSpPr>
          <p:spPr>
            <a:xfrm>
              <a:off x="6445885" y="4686300"/>
              <a:ext cx="925830" cy="685800"/>
            </a:xfrm>
            <a:prstGeom prst="ellipse">
              <a:avLst/>
            </a:prstGeom>
            <a:solidFill>
              <a:srgbClr val="D74732">
                <a:alpha val="4500"/>
              </a:srgbClr>
            </a:solidFill>
            <a:ln w="4445">
              <a:solidFill>
                <a:srgbClr val="D74732">
                  <a:alpha val="45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7" name="D-before/real/contour 1.05"/>
            <p:cNvSpPr/>
            <p:nvPr/>
          </p:nvSpPr>
          <p:spPr>
            <a:xfrm>
              <a:off x="6548755" y="4762500"/>
              <a:ext cx="720090" cy="533400"/>
            </a:xfrm>
            <a:prstGeom prst="ellipse">
              <a:avLst/>
            </a:prstGeom>
            <a:solidFill>
              <a:srgbClr val="D74732">
                <a:alpha val="7000"/>
              </a:srgbClr>
            </a:solidFill>
            <a:ln w="4445">
              <a:solidFill>
                <a:srgbClr val="D74732">
                  <a:alpha val="7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8" name="D-before/real/contour 0.75"/>
            <p:cNvSpPr/>
            <p:nvPr/>
          </p:nvSpPr>
          <p:spPr>
            <a:xfrm>
              <a:off x="6651625" y="4838700"/>
              <a:ext cx="514350" cy="381000"/>
            </a:xfrm>
            <a:prstGeom prst="ellipse">
              <a:avLst/>
            </a:prstGeom>
            <a:solidFill>
              <a:srgbClr val="D74732">
                <a:alpha val="10000"/>
              </a:srgbClr>
            </a:solidFill>
            <a:ln w="4445">
              <a:solidFill>
                <a:srgbClr val="D74732">
                  <a:alpha val="10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9" name="D-before/real/point 000"/>
            <p:cNvSpPr/>
            <p:nvPr/>
          </p:nvSpPr>
          <p:spPr>
            <a:xfrm>
              <a:off x="7019314" y="5059695"/>
              <a:ext cx="18194" cy="18194"/>
            </a:xfrm>
            <a:prstGeom prst="ellipse">
              <a:avLst/>
            </a:prstGeom>
            <a:solidFill>
              <a:srgbClr val="D74732">
                <a:alpha val="7858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0" name="D-before/real/point 001"/>
            <p:cNvSpPr/>
            <p:nvPr/>
          </p:nvSpPr>
          <p:spPr>
            <a:xfrm>
              <a:off x="6859805" y="5018478"/>
              <a:ext cx="17192" cy="17192"/>
            </a:xfrm>
            <a:prstGeom prst="ellipse">
              <a:avLst/>
            </a:prstGeom>
            <a:solidFill>
              <a:srgbClr val="D74732">
                <a:alpha val="77966"/>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1" name="D-before/real/point 002"/>
            <p:cNvSpPr/>
            <p:nvPr/>
          </p:nvSpPr>
          <p:spPr>
            <a:xfrm>
              <a:off x="7012452" y="5142241"/>
              <a:ext cx="26117" cy="26117"/>
            </a:xfrm>
            <a:prstGeom prst="ellipse">
              <a:avLst/>
            </a:prstGeom>
            <a:solidFill>
              <a:srgbClr val="D74732">
                <a:alpha val="69163"/>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2" name="D-before/real/point 003"/>
            <p:cNvSpPr/>
            <p:nvPr/>
          </p:nvSpPr>
          <p:spPr>
            <a:xfrm>
              <a:off x="7002493" y="4916092"/>
              <a:ext cx="25247" cy="25247"/>
            </a:xfrm>
            <a:prstGeom prst="ellipse">
              <a:avLst/>
            </a:prstGeom>
            <a:solidFill>
              <a:srgbClr val="D74732">
                <a:alpha val="65203"/>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3" name="D-before/real/point 004"/>
            <p:cNvSpPr/>
            <p:nvPr/>
          </p:nvSpPr>
          <p:spPr>
            <a:xfrm>
              <a:off x="6897864" y="5068932"/>
              <a:ext cx="22960" cy="22960"/>
            </a:xfrm>
            <a:prstGeom prst="ellipse">
              <a:avLst/>
            </a:prstGeom>
            <a:solidFill>
              <a:srgbClr val="D74732">
                <a:alpha val="6429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4" name="D-before/real/point 005"/>
            <p:cNvSpPr/>
            <p:nvPr/>
          </p:nvSpPr>
          <p:spPr>
            <a:xfrm>
              <a:off x="6911614" y="4944350"/>
              <a:ext cx="22584" cy="22584"/>
            </a:xfrm>
            <a:prstGeom prst="ellipse">
              <a:avLst/>
            </a:prstGeom>
            <a:solidFill>
              <a:srgbClr val="D74732">
                <a:alpha val="85952"/>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5" name="D-before/real/point 006"/>
            <p:cNvSpPr/>
            <p:nvPr/>
          </p:nvSpPr>
          <p:spPr>
            <a:xfrm>
              <a:off x="6759448" y="4920860"/>
              <a:ext cx="26993" cy="26993"/>
            </a:xfrm>
            <a:prstGeom prst="ellipse">
              <a:avLst/>
            </a:prstGeom>
            <a:solidFill>
              <a:srgbClr val="D74732">
                <a:alpha val="84584"/>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6" name="D-before/real/point 007"/>
            <p:cNvSpPr/>
            <p:nvPr/>
          </p:nvSpPr>
          <p:spPr>
            <a:xfrm>
              <a:off x="6959108" y="5175603"/>
              <a:ext cx="17509" cy="17509"/>
            </a:xfrm>
            <a:prstGeom prst="ellipse">
              <a:avLst/>
            </a:prstGeom>
            <a:solidFill>
              <a:srgbClr val="D74732">
                <a:alpha val="59691"/>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7" name="D-before/real/point 008"/>
            <p:cNvSpPr/>
            <p:nvPr/>
          </p:nvSpPr>
          <p:spPr>
            <a:xfrm>
              <a:off x="6805238" y="4970656"/>
              <a:ext cx="23940" cy="23940"/>
            </a:xfrm>
            <a:prstGeom prst="ellipse">
              <a:avLst/>
            </a:prstGeom>
            <a:solidFill>
              <a:srgbClr val="D74732">
                <a:alpha val="58444"/>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8" name="D-before/real/point 009"/>
            <p:cNvSpPr/>
            <p:nvPr/>
          </p:nvSpPr>
          <p:spPr>
            <a:xfrm>
              <a:off x="6891456" y="5116989"/>
              <a:ext cx="25837" cy="25837"/>
            </a:xfrm>
            <a:prstGeom prst="ellipse">
              <a:avLst/>
            </a:prstGeom>
            <a:solidFill>
              <a:srgbClr val="D74732">
                <a:alpha val="76335"/>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9" name="D-before/real/point 010"/>
            <p:cNvSpPr/>
            <p:nvPr/>
          </p:nvSpPr>
          <p:spPr>
            <a:xfrm>
              <a:off x="6769325" y="5013649"/>
              <a:ext cx="31233" cy="31233"/>
            </a:xfrm>
            <a:prstGeom prst="ellipse">
              <a:avLst/>
            </a:prstGeom>
            <a:solidFill>
              <a:srgbClr val="D74732">
                <a:alpha val="79515"/>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0" name="D-before/real/point 011"/>
            <p:cNvSpPr/>
            <p:nvPr/>
          </p:nvSpPr>
          <p:spPr>
            <a:xfrm>
              <a:off x="6747952" y="4984911"/>
              <a:ext cx="18776" cy="18776"/>
            </a:xfrm>
            <a:prstGeom prst="ellipse">
              <a:avLst/>
            </a:prstGeom>
            <a:solidFill>
              <a:srgbClr val="D74732">
                <a:alpha val="57575"/>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1" name="D-before/real/point 012"/>
            <p:cNvSpPr/>
            <p:nvPr/>
          </p:nvSpPr>
          <p:spPr>
            <a:xfrm>
              <a:off x="7154987" y="5128476"/>
              <a:ext cx="29137" cy="29137"/>
            </a:xfrm>
            <a:prstGeom prst="ellipse">
              <a:avLst/>
            </a:prstGeom>
            <a:solidFill>
              <a:srgbClr val="D74732">
                <a:alpha val="52391"/>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2" name="D-before/real/point 013"/>
            <p:cNvSpPr/>
            <p:nvPr/>
          </p:nvSpPr>
          <p:spPr>
            <a:xfrm>
              <a:off x="6852444" y="4930656"/>
              <a:ext cx="26628" cy="26628"/>
            </a:xfrm>
            <a:prstGeom prst="ellipse">
              <a:avLst/>
            </a:prstGeom>
            <a:solidFill>
              <a:srgbClr val="D74732">
                <a:alpha val="66612"/>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3" name="D-before/real/point 014"/>
            <p:cNvSpPr/>
            <p:nvPr/>
          </p:nvSpPr>
          <p:spPr>
            <a:xfrm>
              <a:off x="6875693" y="5052014"/>
              <a:ext cx="19450" cy="19450"/>
            </a:xfrm>
            <a:prstGeom prst="ellipse">
              <a:avLst/>
            </a:prstGeom>
            <a:solidFill>
              <a:srgbClr val="D74732">
                <a:alpha val="66204"/>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4" name="D-before/real/point 015"/>
            <p:cNvSpPr/>
            <p:nvPr/>
          </p:nvSpPr>
          <p:spPr>
            <a:xfrm>
              <a:off x="6881912" y="4963573"/>
              <a:ext cx="23211" cy="23211"/>
            </a:xfrm>
            <a:prstGeom prst="ellipse">
              <a:avLst/>
            </a:prstGeom>
            <a:solidFill>
              <a:srgbClr val="D74732">
                <a:alpha val="86731"/>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5" name="D-before/real/point 016"/>
            <p:cNvSpPr/>
            <p:nvPr/>
          </p:nvSpPr>
          <p:spPr>
            <a:xfrm>
              <a:off x="6997638" y="5072285"/>
              <a:ext cx="29540" cy="29540"/>
            </a:xfrm>
            <a:prstGeom prst="ellipse">
              <a:avLst/>
            </a:prstGeom>
            <a:solidFill>
              <a:srgbClr val="D74732">
                <a:alpha val="74736"/>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6" name="D-before/real/point 017"/>
            <p:cNvSpPr/>
            <p:nvPr/>
          </p:nvSpPr>
          <p:spPr>
            <a:xfrm>
              <a:off x="7059820" y="4976355"/>
              <a:ext cx="26367" cy="26367"/>
            </a:xfrm>
            <a:prstGeom prst="ellipse">
              <a:avLst/>
            </a:prstGeom>
            <a:solidFill>
              <a:srgbClr val="D74732">
                <a:alpha val="58801"/>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7" name="D-before/real/point 018"/>
            <p:cNvSpPr/>
            <p:nvPr/>
          </p:nvSpPr>
          <p:spPr>
            <a:xfrm>
              <a:off x="6764792" y="5077514"/>
              <a:ext cx="29788" cy="29788"/>
            </a:xfrm>
            <a:prstGeom prst="ellipse">
              <a:avLst/>
            </a:prstGeom>
            <a:solidFill>
              <a:srgbClr val="D74732">
                <a:alpha val="7541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8" name="D-before/real/point 019"/>
            <p:cNvSpPr/>
            <p:nvPr/>
          </p:nvSpPr>
          <p:spPr>
            <a:xfrm>
              <a:off x="6714465" y="5155815"/>
              <a:ext cx="25867" cy="25867"/>
            </a:xfrm>
            <a:prstGeom prst="ellipse">
              <a:avLst/>
            </a:prstGeom>
            <a:solidFill>
              <a:srgbClr val="D74732">
                <a:alpha val="775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9" name="D-before/real/point 020"/>
            <p:cNvSpPr/>
            <p:nvPr/>
          </p:nvSpPr>
          <p:spPr>
            <a:xfrm>
              <a:off x="6941455" y="5081601"/>
              <a:ext cx="25604" cy="25604"/>
            </a:xfrm>
            <a:prstGeom prst="ellipse">
              <a:avLst/>
            </a:prstGeom>
            <a:solidFill>
              <a:srgbClr val="D74732">
                <a:alpha val="66289"/>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0" name="D-before/real/point 021"/>
            <p:cNvSpPr/>
            <p:nvPr/>
          </p:nvSpPr>
          <p:spPr>
            <a:xfrm>
              <a:off x="6882520" y="5224367"/>
              <a:ext cx="31157" cy="31157"/>
            </a:xfrm>
            <a:prstGeom prst="ellipse">
              <a:avLst/>
            </a:prstGeom>
            <a:solidFill>
              <a:srgbClr val="D74732">
                <a:alpha val="75701"/>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1" name="D-before/real/point 022"/>
            <p:cNvSpPr/>
            <p:nvPr/>
          </p:nvSpPr>
          <p:spPr>
            <a:xfrm>
              <a:off x="7097489" y="4993947"/>
              <a:ext cx="23456" cy="23456"/>
            </a:xfrm>
            <a:prstGeom prst="ellipse">
              <a:avLst/>
            </a:prstGeom>
            <a:solidFill>
              <a:srgbClr val="D74732">
                <a:alpha val="54641"/>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2" name="D-before/real/point 023"/>
            <p:cNvSpPr/>
            <p:nvPr/>
          </p:nvSpPr>
          <p:spPr>
            <a:xfrm>
              <a:off x="6642992" y="4934365"/>
              <a:ext cx="25217" cy="25217"/>
            </a:xfrm>
            <a:prstGeom prst="ellipse">
              <a:avLst/>
            </a:prstGeom>
            <a:solidFill>
              <a:srgbClr val="D74732">
                <a:alpha val="78116"/>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3" name="D-before/real/point 024"/>
            <p:cNvSpPr/>
            <p:nvPr/>
          </p:nvSpPr>
          <p:spPr>
            <a:xfrm>
              <a:off x="6875540" y="5032320"/>
              <a:ext cx="24304" cy="24304"/>
            </a:xfrm>
            <a:prstGeom prst="ellipse">
              <a:avLst/>
            </a:prstGeom>
            <a:solidFill>
              <a:srgbClr val="D74732">
                <a:alpha val="6306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4" name="D-before/real/point 025"/>
            <p:cNvSpPr/>
            <p:nvPr/>
          </p:nvSpPr>
          <p:spPr>
            <a:xfrm>
              <a:off x="6581055" y="4912084"/>
              <a:ext cx="30982" cy="30982"/>
            </a:xfrm>
            <a:prstGeom prst="ellipse">
              <a:avLst/>
            </a:prstGeom>
            <a:solidFill>
              <a:srgbClr val="D74732">
                <a:alpha val="84755"/>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5" name="D-before/real/point 026"/>
            <p:cNvSpPr/>
            <p:nvPr/>
          </p:nvSpPr>
          <p:spPr>
            <a:xfrm>
              <a:off x="6804170" y="4924364"/>
              <a:ext cx="24721" cy="24721"/>
            </a:xfrm>
            <a:prstGeom prst="ellipse">
              <a:avLst/>
            </a:prstGeom>
            <a:solidFill>
              <a:srgbClr val="D74732">
                <a:alpha val="84906"/>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6" name="D-before/real/point 027"/>
            <p:cNvSpPr/>
            <p:nvPr/>
          </p:nvSpPr>
          <p:spPr>
            <a:xfrm>
              <a:off x="6932974" y="5021641"/>
              <a:ext cx="17696" cy="17696"/>
            </a:xfrm>
            <a:prstGeom prst="ellipse">
              <a:avLst/>
            </a:prstGeom>
            <a:solidFill>
              <a:srgbClr val="D74732">
                <a:alpha val="67114"/>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7" name="D-before/real/point 028"/>
            <p:cNvSpPr/>
            <p:nvPr/>
          </p:nvSpPr>
          <p:spPr>
            <a:xfrm>
              <a:off x="7168397" y="5000854"/>
              <a:ext cx="25038" cy="25038"/>
            </a:xfrm>
            <a:prstGeom prst="ellipse">
              <a:avLst/>
            </a:prstGeom>
            <a:solidFill>
              <a:srgbClr val="D74732">
                <a:alpha val="86189"/>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8" name="D-before/real/point 029"/>
            <p:cNvSpPr/>
            <p:nvPr/>
          </p:nvSpPr>
          <p:spPr>
            <a:xfrm>
              <a:off x="6859535" y="4848293"/>
              <a:ext cx="20450" cy="20450"/>
            </a:xfrm>
            <a:prstGeom prst="ellipse">
              <a:avLst/>
            </a:prstGeom>
            <a:solidFill>
              <a:srgbClr val="D74732">
                <a:alpha val="54439"/>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9" name="D-before/real/point 030"/>
            <p:cNvSpPr/>
            <p:nvPr/>
          </p:nvSpPr>
          <p:spPr>
            <a:xfrm>
              <a:off x="6941588" y="5195788"/>
              <a:ext cx="29945" cy="29945"/>
            </a:xfrm>
            <a:prstGeom prst="ellipse">
              <a:avLst/>
            </a:prstGeom>
            <a:solidFill>
              <a:srgbClr val="D74732">
                <a:alpha val="72506"/>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0" name="D-before/real/point 031"/>
            <p:cNvSpPr/>
            <p:nvPr/>
          </p:nvSpPr>
          <p:spPr>
            <a:xfrm>
              <a:off x="6971977" y="5096810"/>
              <a:ext cx="20628" cy="20628"/>
            </a:xfrm>
            <a:prstGeom prst="ellipse">
              <a:avLst/>
            </a:prstGeom>
            <a:solidFill>
              <a:srgbClr val="D74732">
                <a:alpha val="72141"/>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1" name="D-before/real/point 032"/>
            <p:cNvSpPr/>
            <p:nvPr/>
          </p:nvSpPr>
          <p:spPr>
            <a:xfrm>
              <a:off x="6914379" y="4830961"/>
              <a:ext cx="25725" cy="25725"/>
            </a:xfrm>
            <a:prstGeom prst="ellipse">
              <a:avLst/>
            </a:prstGeom>
            <a:solidFill>
              <a:srgbClr val="D74732">
                <a:alpha val="61859"/>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2" name="D-before/real/point 033"/>
            <p:cNvSpPr/>
            <p:nvPr/>
          </p:nvSpPr>
          <p:spPr>
            <a:xfrm>
              <a:off x="6844981" y="5071229"/>
              <a:ext cx="18266" cy="18266"/>
            </a:xfrm>
            <a:prstGeom prst="ellipse">
              <a:avLst/>
            </a:prstGeom>
            <a:solidFill>
              <a:srgbClr val="D74732">
                <a:alpha val="51543"/>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3" name="D-before/real/point 034"/>
            <p:cNvSpPr/>
            <p:nvPr/>
          </p:nvSpPr>
          <p:spPr>
            <a:xfrm>
              <a:off x="7098126" y="5164447"/>
              <a:ext cx="24242" cy="24242"/>
            </a:xfrm>
            <a:prstGeom prst="ellipse">
              <a:avLst/>
            </a:prstGeom>
            <a:solidFill>
              <a:srgbClr val="D74732">
                <a:alpha val="86708"/>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4" name="D-before/real/point 035"/>
            <p:cNvSpPr/>
            <p:nvPr/>
          </p:nvSpPr>
          <p:spPr>
            <a:xfrm>
              <a:off x="6796335" y="5014126"/>
              <a:ext cx="20735" cy="20735"/>
            </a:xfrm>
            <a:prstGeom prst="ellipse">
              <a:avLst/>
            </a:prstGeom>
            <a:solidFill>
              <a:srgbClr val="D74732">
                <a:alpha val="67837"/>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5" name="D-before/real/point 036"/>
            <p:cNvSpPr/>
            <p:nvPr/>
          </p:nvSpPr>
          <p:spPr>
            <a:xfrm>
              <a:off x="6827994" y="4954718"/>
              <a:ext cx="27524" cy="27524"/>
            </a:xfrm>
            <a:prstGeom prst="ellipse">
              <a:avLst/>
            </a:prstGeom>
            <a:solidFill>
              <a:srgbClr val="D74732">
                <a:alpha val="50489"/>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6" name="D-before/real/point 037"/>
            <p:cNvSpPr/>
            <p:nvPr/>
          </p:nvSpPr>
          <p:spPr>
            <a:xfrm>
              <a:off x="6859725" y="4964499"/>
              <a:ext cx="18425" cy="18425"/>
            </a:xfrm>
            <a:prstGeom prst="ellipse">
              <a:avLst/>
            </a:prstGeom>
            <a:solidFill>
              <a:srgbClr val="D74732">
                <a:alpha val="81337"/>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7" name="D-before/real/point 038"/>
            <p:cNvSpPr/>
            <p:nvPr/>
          </p:nvSpPr>
          <p:spPr>
            <a:xfrm>
              <a:off x="6903333" y="4953037"/>
              <a:ext cx="17058" cy="17058"/>
            </a:xfrm>
            <a:prstGeom prst="ellipse">
              <a:avLst/>
            </a:prstGeom>
            <a:solidFill>
              <a:srgbClr val="D74732">
                <a:alpha val="77616"/>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8" name="D-before/real/point 039"/>
            <p:cNvSpPr/>
            <p:nvPr/>
          </p:nvSpPr>
          <p:spPr>
            <a:xfrm>
              <a:off x="6942632" y="4992275"/>
              <a:ext cx="31034" cy="31034"/>
            </a:xfrm>
            <a:prstGeom prst="ellipse">
              <a:avLst/>
            </a:prstGeom>
            <a:solidFill>
              <a:srgbClr val="D74732">
                <a:alpha val="79282"/>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9" name="D-before/real/point 040"/>
            <p:cNvSpPr/>
            <p:nvPr/>
          </p:nvSpPr>
          <p:spPr>
            <a:xfrm>
              <a:off x="6898918" y="5045206"/>
              <a:ext cx="27172" cy="27172"/>
            </a:xfrm>
            <a:prstGeom prst="ellipse">
              <a:avLst/>
            </a:prstGeom>
            <a:solidFill>
              <a:srgbClr val="D74732">
                <a:alpha val="63567"/>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0" name="D-before/real/point 041"/>
            <p:cNvSpPr/>
            <p:nvPr/>
          </p:nvSpPr>
          <p:spPr>
            <a:xfrm>
              <a:off x="6845401" y="5271619"/>
              <a:ext cx="18515" cy="18515"/>
            </a:xfrm>
            <a:prstGeom prst="ellipse">
              <a:avLst/>
            </a:prstGeom>
            <a:solidFill>
              <a:srgbClr val="D74732">
                <a:alpha val="6282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1" name="D-before/real/point 042"/>
            <p:cNvSpPr/>
            <p:nvPr/>
          </p:nvSpPr>
          <p:spPr>
            <a:xfrm>
              <a:off x="6620928" y="4941347"/>
              <a:ext cx="17468" cy="17468"/>
            </a:xfrm>
            <a:prstGeom prst="ellipse">
              <a:avLst/>
            </a:prstGeom>
            <a:solidFill>
              <a:srgbClr val="D74732">
                <a:alpha val="52611"/>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2" name="D-before/real/point 043"/>
            <p:cNvSpPr/>
            <p:nvPr/>
          </p:nvSpPr>
          <p:spPr>
            <a:xfrm>
              <a:off x="6979962" y="5054117"/>
              <a:ext cx="21573" cy="21573"/>
            </a:xfrm>
            <a:prstGeom prst="ellipse">
              <a:avLst/>
            </a:prstGeom>
            <a:solidFill>
              <a:srgbClr val="D74732">
                <a:alpha val="67756"/>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3" name="D-before/real/point 044"/>
            <p:cNvSpPr/>
            <p:nvPr/>
          </p:nvSpPr>
          <p:spPr>
            <a:xfrm>
              <a:off x="6843000" y="5064965"/>
              <a:ext cx="24969" cy="24969"/>
            </a:xfrm>
            <a:prstGeom prst="ellipse">
              <a:avLst/>
            </a:prstGeom>
            <a:solidFill>
              <a:srgbClr val="D74732">
                <a:alpha val="56793"/>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4" name="D-before/real/point 045"/>
            <p:cNvSpPr/>
            <p:nvPr/>
          </p:nvSpPr>
          <p:spPr>
            <a:xfrm>
              <a:off x="6885596" y="5059226"/>
              <a:ext cx="17480" cy="17480"/>
            </a:xfrm>
            <a:prstGeom prst="ellipse">
              <a:avLst/>
            </a:prstGeom>
            <a:solidFill>
              <a:srgbClr val="D74732">
                <a:alpha val="67299"/>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5" name="D-before/real/point 046"/>
            <p:cNvSpPr/>
            <p:nvPr/>
          </p:nvSpPr>
          <p:spPr>
            <a:xfrm>
              <a:off x="6734454" y="5079347"/>
              <a:ext cx="30461" cy="30461"/>
            </a:xfrm>
            <a:prstGeom prst="ellipse">
              <a:avLst/>
            </a:prstGeom>
            <a:solidFill>
              <a:srgbClr val="D74732">
                <a:alpha val="78337"/>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6" name="D-before/real/point 047"/>
            <p:cNvSpPr/>
            <p:nvPr/>
          </p:nvSpPr>
          <p:spPr>
            <a:xfrm>
              <a:off x="7029382" y="5128191"/>
              <a:ext cx="26053" cy="26053"/>
            </a:xfrm>
            <a:prstGeom prst="ellipse">
              <a:avLst/>
            </a:prstGeom>
            <a:solidFill>
              <a:srgbClr val="D74732">
                <a:alpha val="79361"/>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7" name="D-before/real/point 048"/>
            <p:cNvSpPr/>
            <p:nvPr/>
          </p:nvSpPr>
          <p:spPr>
            <a:xfrm>
              <a:off x="6996737" y="5019386"/>
              <a:ext cx="30586" cy="30586"/>
            </a:xfrm>
            <a:prstGeom prst="ellipse">
              <a:avLst/>
            </a:prstGeom>
            <a:solidFill>
              <a:srgbClr val="D74732">
                <a:alpha val="84265"/>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8" name="D-before/real/point 049"/>
            <p:cNvSpPr/>
            <p:nvPr/>
          </p:nvSpPr>
          <p:spPr>
            <a:xfrm>
              <a:off x="6957088" y="5061961"/>
              <a:ext cx="19130" cy="19130"/>
            </a:xfrm>
            <a:prstGeom prst="ellipse">
              <a:avLst/>
            </a:prstGeom>
            <a:solidFill>
              <a:srgbClr val="D74732">
                <a:alpha val="62588"/>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9" name="D-before/real/point 050"/>
            <p:cNvSpPr/>
            <p:nvPr/>
          </p:nvSpPr>
          <p:spPr>
            <a:xfrm>
              <a:off x="7007413" y="4977460"/>
              <a:ext cx="23901" cy="23901"/>
            </a:xfrm>
            <a:prstGeom prst="ellipse">
              <a:avLst/>
            </a:prstGeom>
            <a:solidFill>
              <a:srgbClr val="D74732">
                <a:alpha val="84523"/>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0" name="D-before/real/point 051"/>
            <p:cNvSpPr/>
            <p:nvPr/>
          </p:nvSpPr>
          <p:spPr>
            <a:xfrm>
              <a:off x="6916485" y="4950107"/>
              <a:ext cx="26215" cy="26215"/>
            </a:xfrm>
            <a:prstGeom prst="ellipse">
              <a:avLst/>
            </a:prstGeom>
            <a:solidFill>
              <a:srgbClr val="D74732">
                <a:alpha val="61445"/>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1" name="D-before/real/point 052"/>
            <p:cNvSpPr/>
            <p:nvPr/>
          </p:nvSpPr>
          <p:spPr>
            <a:xfrm>
              <a:off x="6943329" y="5113869"/>
              <a:ext cx="30159" cy="30159"/>
            </a:xfrm>
            <a:prstGeom prst="ellipse">
              <a:avLst/>
            </a:prstGeom>
            <a:solidFill>
              <a:srgbClr val="D74732">
                <a:alpha val="68403"/>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2" name="D-before/real/point 053"/>
            <p:cNvSpPr/>
            <p:nvPr/>
          </p:nvSpPr>
          <p:spPr>
            <a:xfrm>
              <a:off x="7015832" y="4952023"/>
              <a:ext cx="18099" cy="18099"/>
            </a:xfrm>
            <a:prstGeom prst="ellipse">
              <a:avLst/>
            </a:prstGeom>
            <a:solidFill>
              <a:srgbClr val="D74732">
                <a:alpha val="86776"/>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3" name="D-before/real/point 054"/>
            <p:cNvSpPr/>
            <p:nvPr/>
          </p:nvSpPr>
          <p:spPr>
            <a:xfrm>
              <a:off x="7160337" y="5080007"/>
              <a:ext cx="22823" cy="22823"/>
            </a:xfrm>
            <a:prstGeom prst="ellipse">
              <a:avLst/>
            </a:prstGeom>
            <a:solidFill>
              <a:srgbClr val="D74732">
                <a:alpha val="80292"/>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4" name="D-before/real/point 055"/>
            <p:cNvSpPr/>
            <p:nvPr/>
          </p:nvSpPr>
          <p:spPr>
            <a:xfrm>
              <a:off x="6972950" y="5007329"/>
              <a:ext cx="30899" cy="30899"/>
            </a:xfrm>
            <a:prstGeom prst="ellipse">
              <a:avLst/>
            </a:prstGeom>
            <a:solidFill>
              <a:srgbClr val="D74732">
                <a:alpha val="50874"/>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5" name="D-before/real/point 056"/>
            <p:cNvSpPr/>
            <p:nvPr/>
          </p:nvSpPr>
          <p:spPr>
            <a:xfrm>
              <a:off x="6945818" y="5025829"/>
              <a:ext cx="21570" cy="21570"/>
            </a:xfrm>
            <a:prstGeom prst="ellipse">
              <a:avLst/>
            </a:prstGeom>
            <a:solidFill>
              <a:srgbClr val="D74732">
                <a:alpha val="69847"/>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6" name="D-before/real/point 057"/>
            <p:cNvSpPr/>
            <p:nvPr/>
          </p:nvSpPr>
          <p:spPr>
            <a:xfrm>
              <a:off x="6943819" y="5164236"/>
              <a:ext cx="24349" cy="24349"/>
            </a:xfrm>
            <a:prstGeom prst="ellipse">
              <a:avLst/>
            </a:prstGeom>
            <a:solidFill>
              <a:srgbClr val="D74732">
                <a:alpha val="68857"/>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7" name="D-before/real/point 058"/>
            <p:cNvSpPr/>
            <p:nvPr/>
          </p:nvSpPr>
          <p:spPr>
            <a:xfrm>
              <a:off x="6949279" y="5023990"/>
              <a:ext cx="27261" cy="27261"/>
            </a:xfrm>
            <a:prstGeom prst="ellipse">
              <a:avLst/>
            </a:prstGeom>
            <a:solidFill>
              <a:srgbClr val="D74732">
                <a:alpha val="81145"/>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8" name="D-before/real/point 059"/>
            <p:cNvSpPr/>
            <p:nvPr/>
          </p:nvSpPr>
          <p:spPr>
            <a:xfrm>
              <a:off x="7045568" y="4999535"/>
              <a:ext cx="17191" cy="17191"/>
            </a:xfrm>
            <a:prstGeom prst="ellipse">
              <a:avLst/>
            </a:prstGeom>
            <a:solidFill>
              <a:srgbClr val="D74732">
                <a:alpha val="67998"/>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9" name="D-before/real/point 060"/>
            <p:cNvSpPr/>
            <p:nvPr/>
          </p:nvSpPr>
          <p:spPr>
            <a:xfrm>
              <a:off x="6756311" y="5062865"/>
              <a:ext cx="24483" cy="24483"/>
            </a:xfrm>
            <a:prstGeom prst="ellipse">
              <a:avLst/>
            </a:prstGeom>
            <a:solidFill>
              <a:srgbClr val="D74732">
                <a:alpha val="6388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0" name="D-before/real/point 061"/>
            <p:cNvSpPr/>
            <p:nvPr/>
          </p:nvSpPr>
          <p:spPr>
            <a:xfrm>
              <a:off x="6897617" y="5137183"/>
              <a:ext cx="19845" cy="19845"/>
            </a:xfrm>
            <a:prstGeom prst="ellipse">
              <a:avLst/>
            </a:prstGeom>
            <a:solidFill>
              <a:srgbClr val="D74732">
                <a:alpha val="6007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1" name="D-before/real/point 062"/>
            <p:cNvSpPr/>
            <p:nvPr/>
          </p:nvSpPr>
          <p:spPr>
            <a:xfrm>
              <a:off x="6855522" y="5157419"/>
              <a:ext cx="25610" cy="25610"/>
            </a:xfrm>
            <a:prstGeom prst="ellipse">
              <a:avLst/>
            </a:prstGeom>
            <a:solidFill>
              <a:srgbClr val="D74732">
                <a:alpha val="71487"/>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2" name="D-before/real/point 063"/>
            <p:cNvSpPr/>
            <p:nvPr/>
          </p:nvSpPr>
          <p:spPr>
            <a:xfrm>
              <a:off x="7047961" y="5026845"/>
              <a:ext cx="24632" cy="24632"/>
            </a:xfrm>
            <a:prstGeom prst="ellipse">
              <a:avLst/>
            </a:prstGeom>
            <a:solidFill>
              <a:srgbClr val="D74732">
                <a:alpha val="77318"/>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3" name="D-before/real/point 064"/>
            <p:cNvSpPr/>
            <p:nvPr/>
          </p:nvSpPr>
          <p:spPr>
            <a:xfrm>
              <a:off x="6830996" y="4915926"/>
              <a:ext cx="19418" cy="19418"/>
            </a:xfrm>
            <a:prstGeom prst="ellipse">
              <a:avLst/>
            </a:prstGeom>
            <a:solidFill>
              <a:srgbClr val="D74732">
                <a:alpha val="58141"/>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4" name="D-before/real/point 065"/>
            <p:cNvSpPr/>
            <p:nvPr/>
          </p:nvSpPr>
          <p:spPr>
            <a:xfrm>
              <a:off x="6798423" y="5153182"/>
              <a:ext cx="19313" cy="19313"/>
            </a:xfrm>
            <a:prstGeom prst="ellipse">
              <a:avLst/>
            </a:prstGeom>
            <a:solidFill>
              <a:srgbClr val="D74732">
                <a:alpha val="6341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5" name="D-before/real/point 066"/>
            <p:cNvSpPr/>
            <p:nvPr/>
          </p:nvSpPr>
          <p:spPr>
            <a:xfrm>
              <a:off x="6875504" y="4892375"/>
              <a:ext cx="23955" cy="23955"/>
            </a:xfrm>
            <a:prstGeom prst="ellipse">
              <a:avLst/>
            </a:prstGeom>
            <a:solidFill>
              <a:srgbClr val="D74732">
                <a:alpha val="67168"/>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6" name="D-before/real/point 067"/>
            <p:cNvSpPr/>
            <p:nvPr/>
          </p:nvSpPr>
          <p:spPr>
            <a:xfrm>
              <a:off x="6745476" y="4996879"/>
              <a:ext cx="28308" cy="28308"/>
            </a:xfrm>
            <a:prstGeom prst="ellipse">
              <a:avLst/>
            </a:prstGeom>
            <a:solidFill>
              <a:srgbClr val="D74732">
                <a:alpha val="82281"/>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7" name="D-before/real/point 068"/>
            <p:cNvSpPr/>
            <p:nvPr/>
          </p:nvSpPr>
          <p:spPr>
            <a:xfrm>
              <a:off x="6918463" y="5080153"/>
              <a:ext cx="25696" cy="25696"/>
            </a:xfrm>
            <a:prstGeom prst="ellipse">
              <a:avLst/>
            </a:prstGeom>
            <a:solidFill>
              <a:srgbClr val="D74732">
                <a:alpha val="7105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8" name="D-before/real/point 069"/>
            <p:cNvSpPr/>
            <p:nvPr/>
          </p:nvSpPr>
          <p:spPr>
            <a:xfrm>
              <a:off x="6843779" y="4957734"/>
              <a:ext cx="20765" cy="20765"/>
            </a:xfrm>
            <a:prstGeom prst="ellipse">
              <a:avLst/>
            </a:prstGeom>
            <a:solidFill>
              <a:srgbClr val="D74732">
                <a:alpha val="53788"/>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9" name="D-before/real/point 070"/>
            <p:cNvSpPr/>
            <p:nvPr/>
          </p:nvSpPr>
          <p:spPr>
            <a:xfrm>
              <a:off x="6861980" y="5137784"/>
              <a:ext cx="18521" cy="18521"/>
            </a:xfrm>
            <a:prstGeom prst="ellipse">
              <a:avLst/>
            </a:prstGeom>
            <a:solidFill>
              <a:srgbClr val="D74732">
                <a:alpha val="87742"/>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0" name="D-before/real/point 071"/>
            <p:cNvSpPr/>
            <p:nvPr/>
          </p:nvSpPr>
          <p:spPr>
            <a:xfrm>
              <a:off x="6948053" y="5173231"/>
              <a:ext cx="21969" cy="21969"/>
            </a:xfrm>
            <a:prstGeom prst="ellipse">
              <a:avLst/>
            </a:prstGeom>
            <a:solidFill>
              <a:srgbClr val="D74732">
                <a:alpha val="61012"/>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1" name="D-before/real/point 072"/>
            <p:cNvSpPr/>
            <p:nvPr/>
          </p:nvSpPr>
          <p:spPr>
            <a:xfrm>
              <a:off x="6811889" y="5057355"/>
              <a:ext cx="27313" cy="27313"/>
            </a:xfrm>
            <a:prstGeom prst="ellipse">
              <a:avLst/>
            </a:prstGeom>
            <a:solidFill>
              <a:srgbClr val="D74732">
                <a:alpha val="6435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2" name="D-before/real/point 073"/>
            <p:cNvSpPr/>
            <p:nvPr/>
          </p:nvSpPr>
          <p:spPr>
            <a:xfrm>
              <a:off x="6882581" y="4826979"/>
              <a:ext cx="30079" cy="30079"/>
            </a:xfrm>
            <a:prstGeom prst="ellipse">
              <a:avLst/>
            </a:prstGeom>
            <a:solidFill>
              <a:srgbClr val="D74732">
                <a:alpha val="86707"/>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3" name="D-before/real/point 074"/>
            <p:cNvSpPr/>
            <p:nvPr/>
          </p:nvSpPr>
          <p:spPr>
            <a:xfrm>
              <a:off x="7058956" y="4971668"/>
              <a:ext cx="26173" cy="26173"/>
            </a:xfrm>
            <a:prstGeom prst="ellipse">
              <a:avLst/>
            </a:prstGeom>
            <a:solidFill>
              <a:srgbClr val="D74732">
                <a:alpha val="60903"/>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4" name="D-before/fake/contour 1.35"/>
            <p:cNvSpPr/>
            <p:nvPr/>
          </p:nvSpPr>
          <p:spPr>
            <a:xfrm>
              <a:off x="6844030" y="4648200"/>
              <a:ext cx="891540" cy="685800"/>
            </a:xfrm>
            <a:prstGeom prst="ellipse">
              <a:avLst/>
            </a:prstGeom>
            <a:solidFill>
              <a:srgbClr val="3072D5">
                <a:alpha val="4500"/>
              </a:srgbClr>
            </a:solidFill>
            <a:ln w="4445">
              <a:solidFill>
                <a:srgbClr val="3072D5">
                  <a:alpha val="45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5" name="D-before/fake/contour 1.05"/>
            <p:cNvSpPr/>
            <p:nvPr/>
          </p:nvSpPr>
          <p:spPr>
            <a:xfrm>
              <a:off x="6943090" y="4724400"/>
              <a:ext cx="693420" cy="533400"/>
            </a:xfrm>
            <a:prstGeom prst="ellipse">
              <a:avLst/>
            </a:prstGeom>
            <a:solidFill>
              <a:srgbClr val="3072D5">
                <a:alpha val="7000"/>
              </a:srgbClr>
            </a:solidFill>
            <a:ln w="4445">
              <a:solidFill>
                <a:srgbClr val="3072D5">
                  <a:alpha val="7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6" name="D-before/fake/contour 0.75"/>
            <p:cNvSpPr/>
            <p:nvPr/>
          </p:nvSpPr>
          <p:spPr>
            <a:xfrm>
              <a:off x="7042150" y="4800600"/>
              <a:ext cx="495300" cy="381000"/>
            </a:xfrm>
            <a:prstGeom prst="ellipse">
              <a:avLst/>
            </a:prstGeom>
            <a:solidFill>
              <a:srgbClr val="3072D5">
                <a:alpha val="10000"/>
              </a:srgbClr>
            </a:solidFill>
            <a:ln w="4445">
              <a:solidFill>
                <a:srgbClr val="3072D5">
                  <a:alpha val="10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7" name="D-before/fake/point 000"/>
            <p:cNvSpPr/>
            <p:nvPr/>
          </p:nvSpPr>
          <p:spPr>
            <a:xfrm>
              <a:off x="7320166" y="5191070"/>
              <a:ext cx="30923" cy="30923"/>
            </a:xfrm>
            <a:prstGeom prst="ellipse">
              <a:avLst/>
            </a:prstGeom>
            <a:solidFill>
              <a:srgbClr val="3072D5">
                <a:alpha val="50865"/>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8" name="D-before/fake/point 001"/>
            <p:cNvSpPr/>
            <p:nvPr/>
          </p:nvSpPr>
          <p:spPr>
            <a:xfrm>
              <a:off x="7386996" y="4855629"/>
              <a:ext cx="26871" cy="26871"/>
            </a:xfrm>
            <a:prstGeom prst="ellipse">
              <a:avLst/>
            </a:prstGeom>
            <a:solidFill>
              <a:srgbClr val="3072D5">
                <a:alpha val="50402"/>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9" name="D-before/fake/point 002"/>
            <p:cNvSpPr/>
            <p:nvPr/>
          </p:nvSpPr>
          <p:spPr>
            <a:xfrm>
              <a:off x="7331670" y="4895945"/>
              <a:ext cx="28801" cy="28801"/>
            </a:xfrm>
            <a:prstGeom prst="ellipse">
              <a:avLst/>
            </a:prstGeom>
            <a:solidFill>
              <a:srgbClr val="3072D5">
                <a:alpha val="7037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0" name="D-before/fake/point 003"/>
            <p:cNvSpPr/>
            <p:nvPr/>
          </p:nvSpPr>
          <p:spPr>
            <a:xfrm>
              <a:off x="7292948" y="4828858"/>
              <a:ext cx="21674" cy="21674"/>
            </a:xfrm>
            <a:prstGeom prst="ellipse">
              <a:avLst/>
            </a:prstGeom>
            <a:solidFill>
              <a:srgbClr val="3072D5">
                <a:alpha val="7545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1" name="D-before/fake/point 004"/>
            <p:cNvSpPr/>
            <p:nvPr/>
          </p:nvSpPr>
          <p:spPr>
            <a:xfrm>
              <a:off x="7527921" y="4937473"/>
              <a:ext cx="30340" cy="30340"/>
            </a:xfrm>
            <a:prstGeom prst="ellipse">
              <a:avLst/>
            </a:prstGeom>
            <a:solidFill>
              <a:srgbClr val="3072D5">
                <a:alpha val="53843"/>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2" name="D-before/fake/point 005"/>
            <p:cNvSpPr/>
            <p:nvPr/>
          </p:nvSpPr>
          <p:spPr>
            <a:xfrm>
              <a:off x="7129249" y="4839900"/>
              <a:ext cx="21160" cy="21160"/>
            </a:xfrm>
            <a:prstGeom prst="ellipse">
              <a:avLst/>
            </a:prstGeom>
            <a:solidFill>
              <a:srgbClr val="3072D5">
                <a:alpha val="51711"/>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3" name="D-before/fake/point 006"/>
            <p:cNvSpPr/>
            <p:nvPr/>
          </p:nvSpPr>
          <p:spPr>
            <a:xfrm>
              <a:off x="7272508" y="4854496"/>
              <a:ext cx="31226" cy="31226"/>
            </a:xfrm>
            <a:prstGeom prst="ellipse">
              <a:avLst/>
            </a:prstGeom>
            <a:solidFill>
              <a:srgbClr val="3072D5">
                <a:alpha val="59619"/>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4" name="D-before/fake/point 007"/>
            <p:cNvSpPr/>
            <p:nvPr/>
          </p:nvSpPr>
          <p:spPr>
            <a:xfrm>
              <a:off x="7411274" y="5041877"/>
              <a:ext cx="29386" cy="29386"/>
            </a:xfrm>
            <a:prstGeom prst="ellipse">
              <a:avLst/>
            </a:prstGeom>
            <a:solidFill>
              <a:srgbClr val="3072D5">
                <a:alpha val="74634"/>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5" name="D-before/fake/point 008"/>
            <p:cNvSpPr/>
            <p:nvPr/>
          </p:nvSpPr>
          <p:spPr>
            <a:xfrm>
              <a:off x="7368054" y="5034669"/>
              <a:ext cx="18456" cy="18456"/>
            </a:xfrm>
            <a:prstGeom prst="ellipse">
              <a:avLst/>
            </a:prstGeom>
            <a:solidFill>
              <a:srgbClr val="3072D5">
                <a:alpha val="65376"/>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6" name="D-before/fake/point 009"/>
            <p:cNvSpPr/>
            <p:nvPr/>
          </p:nvSpPr>
          <p:spPr>
            <a:xfrm>
              <a:off x="7301238" y="4877252"/>
              <a:ext cx="24684" cy="24684"/>
            </a:xfrm>
            <a:prstGeom prst="ellipse">
              <a:avLst/>
            </a:prstGeom>
            <a:solidFill>
              <a:srgbClr val="3072D5">
                <a:alpha val="58598"/>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7" name="D-before/fake/point 010"/>
            <p:cNvSpPr/>
            <p:nvPr/>
          </p:nvSpPr>
          <p:spPr>
            <a:xfrm>
              <a:off x="6910408" y="4948575"/>
              <a:ext cx="22599" cy="22599"/>
            </a:xfrm>
            <a:prstGeom prst="ellipse">
              <a:avLst/>
            </a:prstGeom>
            <a:solidFill>
              <a:srgbClr val="3072D5">
                <a:alpha val="61636"/>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8" name="D-before/fake/point 011"/>
            <p:cNvSpPr/>
            <p:nvPr/>
          </p:nvSpPr>
          <p:spPr>
            <a:xfrm>
              <a:off x="7188808" y="4800232"/>
              <a:ext cx="17375" cy="17375"/>
            </a:xfrm>
            <a:prstGeom prst="ellipse">
              <a:avLst/>
            </a:prstGeom>
            <a:solidFill>
              <a:srgbClr val="3072D5">
                <a:alpha val="74275"/>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9" name="D-before/fake/point 012"/>
            <p:cNvSpPr/>
            <p:nvPr/>
          </p:nvSpPr>
          <p:spPr>
            <a:xfrm>
              <a:off x="7143838" y="4902649"/>
              <a:ext cx="24328" cy="24328"/>
            </a:xfrm>
            <a:prstGeom prst="ellipse">
              <a:avLst/>
            </a:prstGeom>
            <a:solidFill>
              <a:srgbClr val="3072D5">
                <a:alpha val="75854"/>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0" name="D-before/fake/point 013"/>
            <p:cNvSpPr/>
            <p:nvPr/>
          </p:nvSpPr>
          <p:spPr>
            <a:xfrm>
              <a:off x="7335021" y="4923314"/>
              <a:ext cx="18745" cy="18745"/>
            </a:xfrm>
            <a:prstGeom prst="ellipse">
              <a:avLst/>
            </a:prstGeom>
            <a:solidFill>
              <a:srgbClr val="3072D5">
                <a:alpha val="55536"/>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1" name="D-before/fake/point 014"/>
            <p:cNvSpPr/>
            <p:nvPr/>
          </p:nvSpPr>
          <p:spPr>
            <a:xfrm>
              <a:off x="7191618" y="4956678"/>
              <a:ext cx="23704" cy="23704"/>
            </a:xfrm>
            <a:prstGeom prst="ellipse">
              <a:avLst/>
            </a:prstGeom>
            <a:solidFill>
              <a:srgbClr val="3072D5">
                <a:alpha val="70033"/>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2" name="D-before/fake/point 015"/>
            <p:cNvSpPr/>
            <p:nvPr/>
          </p:nvSpPr>
          <p:spPr>
            <a:xfrm>
              <a:off x="7119425" y="5029616"/>
              <a:ext cx="24520" cy="24520"/>
            </a:xfrm>
            <a:prstGeom prst="ellipse">
              <a:avLst/>
            </a:prstGeom>
            <a:solidFill>
              <a:srgbClr val="3072D5">
                <a:alpha val="70153"/>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3" name="D-before/fake/point 016"/>
            <p:cNvSpPr/>
            <p:nvPr/>
          </p:nvSpPr>
          <p:spPr>
            <a:xfrm>
              <a:off x="7303454" y="4893781"/>
              <a:ext cx="16910" cy="16910"/>
            </a:xfrm>
            <a:prstGeom prst="ellipse">
              <a:avLst/>
            </a:prstGeom>
            <a:solidFill>
              <a:srgbClr val="3072D5">
                <a:alpha val="84514"/>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4" name="D-before/fake/point 017"/>
            <p:cNvSpPr/>
            <p:nvPr/>
          </p:nvSpPr>
          <p:spPr>
            <a:xfrm>
              <a:off x="7202825" y="5054884"/>
              <a:ext cx="18317" cy="18317"/>
            </a:xfrm>
            <a:prstGeom prst="ellipse">
              <a:avLst/>
            </a:prstGeom>
            <a:solidFill>
              <a:srgbClr val="3072D5">
                <a:alpha val="71963"/>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5" name="D-before/fake/point 018"/>
            <p:cNvSpPr/>
            <p:nvPr/>
          </p:nvSpPr>
          <p:spPr>
            <a:xfrm>
              <a:off x="7295002" y="4944005"/>
              <a:ext cx="25108" cy="25108"/>
            </a:xfrm>
            <a:prstGeom prst="ellipse">
              <a:avLst/>
            </a:prstGeom>
            <a:solidFill>
              <a:srgbClr val="3072D5">
                <a:alpha val="51679"/>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6" name="D-before/fake/point 019"/>
            <p:cNvSpPr/>
            <p:nvPr/>
          </p:nvSpPr>
          <p:spPr>
            <a:xfrm>
              <a:off x="7213898" y="5003636"/>
              <a:ext cx="27642" cy="27642"/>
            </a:xfrm>
            <a:prstGeom prst="ellipse">
              <a:avLst/>
            </a:prstGeom>
            <a:solidFill>
              <a:srgbClr val="3072D5">
                <a:alpha val="85267"/>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7" name="D-before/fake/point 020"/>
            <p:cNvSpPr/>
            <p:nvPr/>
          </p:nvSpPr>
          <p:spPr>
            <a:xfrm>
              <a:off x="7163072" y="4959402"/>
              <a:ext cx="27731" cy="27731"/>
            </a:xfrm>
            <a:prstGeom prst="ellipse">
              <a:avLst/>
            </a:prstGeom>
            <a:solidFill>
              <a:srgbClr val="3072D5">
                <a:alpha val="80793"/>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8" name="D-before/fake/point 021"/>
            <p:cNvSpPr/>
            <p:nvPr/>
          </p:nvSpPr>
          <p:spPr>
            <a:xfrm>
              <a:off x="7404408" y="5020723"/>
              <a:ext cx="27626" cy="27626"/>
            </a:xfrm>
            <a:prstGeom prst="ellipse">
              <a:avLst/>
            </a:prstGeom>
            <a:solidFill>
              <a:srgbClr val="3072D5">
                <a:alpha val="84758"/>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9" name="D-before/fake/point 022"/>
            <p:cNvSpPr/>
            <p:nvPr/>
          </p:nvSpPr>
          <p:spPr>
            <a:xfrm>
              <a:off x="7411880" y="5147163"/>
              <a:ext cx="20034" cy="20034"/>
            </a:xfrm>
            <a:prstGeom prst="ellipse">
              <a:avLst/>
            </a:prstGeom>
            <a:solidFill>
              <a:srgbClr val="3072D5">
                <a:alpha val="73089"/>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0" name="D-before/fake/point 023"/>
            <p:cNvSpPr/>
            <p:nvPr/>
          </p:nvSpPr>
          <p:spPr>
            <a:xfrm>
              <a:off x="7396348" y="4832505"/>
              <a:ext cx="21359" cy="21359"/>
            </a:xfrm>
            <a:prstGeom prst="ellipse">
              <a:avLst/>
            </a:prstGeom>
            <a:solidFill>
              <a:srgbClr val="3072D5">
                <a:alpha val="77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1" name="D-before/fake/point 024"/>
            <p:cNvSpPr/>
            <p:nvPr/>
          </p:nvSpPr>
          <p:spPr>
            <a:xfrm>
              <a:off x="7215405" y="5026358"/>
              <a:ext cx="31068" cy="31068"/>
            </a:xfrm>
            <a:prstGeom prst="ellipse">
              <a:avLst/>
            </a:prstGeom>
            <a:solidFill>
              <a:srgbClr val="3072D5">
                <a:alpha val="51751"/>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2" name="D-before/fake/point 025"/>
            <p:cNvSpPr/>
            <p:nvPr/>
          </p:nvSpPr>
          <p:spPr>
            <a:xfrm>
              <a:off x="7307368" y="4973038"/>
              <a:ext cx="29222" cy="29222"/>
            </a:xfrm>
            <a:prstGeom prst="ellipse">
              <a:avLst/>
            </a:prstGeom>
            <a:solidFill>
              <a:srgbClr val="3072D5">
                <a:alpha val="59722"/>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3" name="D-before/fake/point 026"/>
            <p:cNvSpPr/>
            <p:nvPr/>
          </p:nvSpPr>
          <p:spPr>
            <a:xfrm>
              <a:off x="7275033" y="4981380"/>
              <a:ext cx="25242" cy="25242"/>
            </a:xfrm>
            <a:prstGeom prst="ellipse">
              <a:avLst/>
            </a:prstGeom>
            <a:solidFill>
              <a:srgbClr val="3072D5">
                <a:alpha val="78649"/>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4" name="D-before/fake/point 027"/>
            <p:cNvSpPr/>
            <p:nvPr/>
          </p:nvSpPr>
          <p:spPr>
            <a:xfrm>
              <a:off x="7319319" y="4921757"/>
              <a:ext cx="20298" cy="20298"/>
            </a:xfrm>
            <a:prstGeom prst="ellipse">
              <a:avLst/>
            </a:prstGeom>
            <a:solidFill>
              <a:srgbClr val="3072D5">
                <a:alpha val="51155"/>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5" name="D-before/fake/point 028"/>
            <p:cNvSpPr/>
            <p:nvPr/>
          </p:nvSpPr>
          <p:spPr>
            <a:xfrm>
              <a:off x="7392508" y="5079015"/>
              <a:ext cx="19351" cy="19351"/>
            </a:xfrm>
            <a:prstGeom prst="ellipse">
              <a:avLst/>
            </a:prstGeom>
            <a:solidFill>
              <a:srgbClr val="3072D5">
                <a:alpha val="55636"/>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6" name="D-before/fake/point 029"/>
            <p:cNvSpPr/>
            <p:nvPr/>
          </p:nvSpPr>
          <p:spPr>
            <a:xfrm>
              <a:off x="7316343" y="5002552"/>
              <a:ext cx="19110" cy="19110"/>
            </a:xfrm>
            <a:prstGeom prst="ellipse">
              <a:avLst/>
            </a:prstGeom>
            <a:solidFill>
              <a:srgbClr val="3072D5">
                <a:alpha val="75698"/>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7" name="D-before/fake/point 030"/>
            <p:cNvSpPr/>
            <p:nvPr/>
          </p:nvSpPr>
          <p:spPr>
            <a:xfrm>
              <a:off x="7156041" y="4907455"/>
              <a:ext cx="21185" cy="21185"/>
            </a:xfrm>
            <a:prstGeom prst="ellipse">
              <a:avLst/>
            </a:prstGeom>
            <a:solidFill>
              <a:srgbClr val="3072D5">
                <a:alpha val="78492"/>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8" name="D-before/fake/point 031"/>
            <p:cNvSpPr/>
            <p:nvPr/>
          </p:nvSpPr>
          <p:spPr>
            <a:xfrm>
              <a:off x="7287865" y="5124532"/>
              <a:ext cx="26200" cy="26200"/>
            </a:xfrm>
            <a:prstGeom prst="ellipse">
              <a:avLst/>
            </a:prstGeom>
            <a:solidFill>
              <a:srgbClr val="3072D5">
                <a:alpha val="77689"/>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9" name="D-before/fake/point 032"/>
            <p:cNvSpPr/>
            <p:nvPr/>
          </p:nvSpPr>
          <p:spPr>
            <a:xfrm>
              <a:off x="7214761" y="4951784"/>
              <a:ext cx="26972" cy="26972"/>
            </a:xfrm>
            <a:prstGeom prst="ellipse">
              <a:avLst/>
            </a:prstGeom>
            <a:solidFill>
              <a:srgbClr val="3072D5">
                <a:alpha val="68795"/>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0" name="D-before/fake/point 033"/>
            <p:cNvSpPr/>
            <p:nvPr/>
          </p:nvSpPr>
          <p:spPr>
            <a:xfrm>
              <a:off x="7421217" y="4987922"/>
              <a:ext cx="19983" cy="19983"/>
            </a:xfrm>
            <a:prstGeom prst="ellipse">
              <a:avLst/>
            </a:prstGeom>
            <a:solidFill>
              <a:srgbClr val="3072D5">
                <a:alpha val="57733"/>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1" name="D-before/fake/point 034"/>
            <p:cNvSpPr/>
            <p:nvPr/>
          </p:nvSpPr>
          <p:spPr>
            <a:xfrm>
              <a:off x="7033690" y="5060009"/>
              <a:ext cx="19351" cy="19351"/>
            </a:xfrm>
            <a:prstGeom prst="ellipse">
              <a:avLst/>
            </a:prstGeom>
            <a:solidFill>
              <a:srgbClr val="3072D5">
                <a:alpha val="65789"/>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2" name="D-before/fake/point 035"/>
            <p:cNvSpPr/>
            <p:nvPr/>
          </p:nvSpPr>
          <p:spPr>
            <a:xfrm>
              <a:off x="7299561" y="4870863"/>
              <a:ext cx="31304" cy="31304"/>
            </a:xfrm>
            <a:prstGeom prst="ellipse">
              <a:avLst/>
            </a:prstGeom>
            <a:solidFill>
              <a:srgbClr val="3072D5">
                <a:alpha val="82262"/>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3" name="D-before/fake/point 036"/>
            <p:cNvSpPr/>
            <p:nvPr/>
          </p:nvSpPr>
          <p:spPr>
            <a:xfrm>
              <a:off x="7276053" y="4864460"/>
              <a:ext cx="25183" cy="25183"/>
            </a:xfrm>
            <a:prstGeom prst="ellipse">
              <a:avLst/>
            </a:prstGeom>
            <a:solidFill>
              <a:srgbClr val="3072D5">
                <a:alpha val="7472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4" name="D-before/fake/point 037"/>
            <p:cNvSpPr/>
            <p:nvPr/>
          </p:nvSpPr>
          <p:spPr>
            <a:xfrm>
              <a:off x="7288787" y="4965336"/>
              <a:ext cx="30148" cy="30148"/>
            </a:xfrm>
            <a:prstGeom prst="ellipse">
              <a:avLst/>
            </a:prstGeom>
            <a:solidFill>
              <a:srgbClr val="3072D5">
                <a:alpha val="59955"/>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5" name="D-before/fake/point 038"/>
            <p:cNvSpPr/>
            <p:nvPr/>
          </p:nvSpPr>
          <p:spPr>
            <a:xfrm>
              <a:off x="7420678" y="4989911"/>
              <a:ext cx="19704" cy="19704"/>
            </a:xfrm>
            <a:prstGeom prst="ellipse">
              <a:avLst/>
            </a:prstGeom>
            <a:solidFill>
              <a:srgbClr val="3072D5">
                <a:alpha val="63136"/>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6" name="D-before/fake/point 039"/>
            <p:cNvSpPr/>
            <p:nvPr/>
          </p:nvSpPr>
          <p:spPr>
            <a:xfrm>
              <a:off x="7416697" y="5064950"/>
              <a:ext cx="22420" cy="22420"/>
            </a:xfrm>
            <a:prstGeom prst="ellipse">
              <a:avLst/>
            </a:prstGeom>
            <a:solidFill>
              <a:srgbClr val="3072D5">
                <a:alpha val="56225"/>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7" name="D-before/fake/point 040"/>
            <p:cNvSpPr/>
            <p:nvPr/>
          </p:nvSpPr>
          <p:spPr>
            <a:xfrm>
              <a:off x="7297218" y="4960075"/>
              <a:ext cx="30322" cy="30322"/>
            </a:xfrm>
            <a:prstGeom prst="ellipse">
              <a:avLst/>
            </a:prstGeom>
            <a:solidFill>
              <a:srgbClr val="3072D5">
                <a:alpha val="85136"/>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8" name="D-before/fake/point 041"/>
            <p:cNvSpPr/>
            <p:nvPr/>
          </p:nvSpPr>
          <p:spPr>
            <a:xfrm>
              <a:off x="7296741" y="5138871"/>
              <a:ext cx="23703" cy="23703"/>
            </a:xfrm>
            <a:prstGeom prst="ellipse">
              <a:avLst/>
            </a:prstGeom>
            <a:solidFill>
              <a:srgbClr val="3072D5">
                <a:alpha val="56085"/>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9" name="D-before/fake/point 042"/>
            <p:cNvSpPr/>
            <p:nvPr/>
          </p:nvSpPr>
          <p:spPr>
            <a:xfrm>
              <a:off x="7266477" y="5083833"/>
              <a:ext cx="20722" cy="20722"/>
            </a:xfrm>
            <a:prstGeom prst="ellipse">
              <a:avLst/>
            </a:prstGeom>
            <a:solidFill>
              <a:srgbClr val="3072D5">
                <a:alpha val="59391"/>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0" name="D-before/fake/point 043"/>
            <p:cNvSpPr/>
            <p:nvPr/>
          </p:nvSpPr>
          <p:spPr>
            <a:xfrm>
              <a:off x="7168755" y="4915377"/>
              <a:ext cx="30544" cy="30544"/>
            </a:xfrm>
            <a:prstGeom prst="ellipse">
              <a:avLst/>
            </a:prstGeom>
            <a:solidFill>
              <a:srgbClr val="3072D5">
                <a:alpha val="82439"/>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1" name="D-before/fake/point 044"/>
            <p:cNvSpPr/>
            <p:nvPr/>
          </p:nvSpPr>
          <p:spPr>
            <a:xfrm>
              <a:off x="7436927" y="5093654"/>
              <a:ext cx="19447" cy="19447"/>
            </a:xfrm>
            <a:prstGeom prst="ellipse">
              <a:avLst/>
            </a:prstGeom>
            <a:solidFill>
              <a:srgbClr val="3072D5">
                <a:alpha val="74713"/>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2" name="D-before/fake/point 045"/>
            <p:cNvSpPr/>
            <p:nvPr/>
          </p:nvSpPr>
          <p:spPr>
            <a:xfrm>
              <a:off x="7133386" y="5144772"/>
              <a:ext cx="22232" cy="22232"/>
            </a:xfrm>
            <a:prstGeom prst="ellipse">
              <a:avLst/>
            </a:prstGeom>
            <a:solidFill>
              <a:srgbClr val="3072D5">
                <a:alpha val="82212"/>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3" name="D-before/fake/point 046"/>
            <p:cNvSpPr/>
            <p:nvPr/>
          </p:nvSpPr>
          <p:spPr>
            <a:xfrm>
              <a:off x="7330150" y="4944755"/>
              <a:ext cx="29804" cy="29804"/>
            </a:xfrm>
            <a:prstGeom prst="ellipse">
              <a:avLst/>
            </a:prstGeom>
            <a:solidFill>
              <a:srgbClr val="3072D5">
                <a:alpha val="52026"/>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4" name="D-before/fake/point 047"/>
            <p:cNvSpPr/>
            <p:nvPr/>
          </p:nvSpPr>
          <p:spPr>
            <a:xfrm>
              <a:off x="7320276" y="5040298"/>
              <a:ext cx="26398" cy="26398"/>
            </a:xfrm>
            <a:prstGeom prst="ellipse">
              <a:avLst/>
            </a:prstGeom>
            <a:solidFill>
              <a:srgbClr val="3072D5">
                <a:alpha val="53218"/>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5" name="D-before/fake/point 048"/>
            <p:cNvSpPr/>
            <p:nvPr/>
          </p:nvSpPr>
          <p:spPr>
            <a:xfrm>
              <a:off x="7012295" y="4898279"/>
              <a:ext cx="16982" cy="16982"/>
            </a:xfrm>
            <a:prstGeom prst="ellipse">
              <a:avLst/>
            </a:prstGeom>
            <a:solidFill>
              <a:srgbClr val="3072D5">
                <a:alpha val="82475"/>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6" name="D-before/fake/point 049"/>
            <p:cNvSpPr/>
            <p:nvPr/>
          </p:nvSpPr>
          <p:spPr>
            <a:xfrm>
              <a:off x="7132119" y="4973548"/>
              <a:ext cx="23872" cy="23872"/>
            </a:xfrm>
            <a:prstGeom prst="ellipse">
              <a:avLst/>
            </a:prstGeom>
            <a:solidFill>
              <a:srgbClr val="3072D5">
                <a:alpha val="66966"/>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7" name="D-before/fake/point 050"/>
            <p:cNvSpPr/>
            <p:nvPr/>
          </p:nvSpPr>
          <p:spPr>
            <a:xfrm>
              <a:off x="6999661" y="5011527"/>
              <a:ext cx="30274" cy="30274"/>
            </a:xfrm>
            <a:prstGeom prst="ellipse">
              <a:avLst/>
            </a:prstGeom>
            <a:solidFill>
              <a:srgbClr val="3072D5">
                <a:alpha val="80296"/>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8" name="D-before/fake/point 051"/>
            <p:cNvSpPr/>
            <p:nvPr/>
          </p:nvSpPr>
          <p:spPr>
            <a:xfrm>
              <a:off x="7259942" y="4898606"/>
              <a:ext cx="17017" cy="17017"/>
            </a:xfrm>
            <a:prstGeom prst="ellipse">
              <a:avLst/>
            </a:prstGeom>
            <a:solidFill>
              <a:srgbClr val="3072D5">
                <a:alpha val="82611"/>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9" name="D-before/fake/point 052"/>
            <p:cNvSpPr/>
            <p:nvPr/>
          </p:nvSpPr>
          <p:spPr>
            <a:xfrm>
              <a:off x="7129817" y="4989886"/>
              <a:ext cx="27126" cy="27126"/>
            </a:xfrm>
            <a:prstGeom prst="ellipse">
              <a:avLst/>
            </a:prstGeom>
            <a:solidFill>
              <a:srgbClr val="3072D5">
                <a:alpha val="62728"/>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0" name="D-before/fake/point 053"/>
            <p:cNvSpPr/>
            <p:nvPr/>
          </p:nvSpPr>
          <p:spPr>
            <a:xfrm>
              <a:off x="7107210" y="4996207"/>
              <a:ext cx="27797" cy="27797"/>
            </a:xfrm>
            <a:prstGeom prst="ellipse">
              <a:avLst/>
            </a:prstGeom>
            <a:solidFill>
              <a:srgbClr val="3072D5">
                <a:alpha val="51026"/>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1" name="D-before/fake/point 054"/>
            <p:cNvSpPr/>
            <p:nvPr/>
          </p:nvSpPr>
          <p:spPr>
            <a:xfrm>
              <a:off x="7584480" y="4998880"/>
              <a:ext cx="29618" cy="29618"/>
            </a:xfrm>
            <a:prstGeom prst="ellipse">
              <a:avLst/>
            </a:prstGeom>
            <a:solidFill>
              <a:srgbClr val="3072D5">
                <a:alpha val="79348"/>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2" name="D-before/fake/point 055"/>
            <p:cNvSpPr/>
            <p:nvPr/>
          </p:nvSpPr>
          <p:spPr>
            <a:xfrm>
              <a:off x="7383195" y="4876250"/>
              <a:ext cx="16538" cy="16538"/>
            </a:xfrm>
            <a:prstGeom prst="ellipse">
              <a:avLst/>
            </a:prstGeom>
            <a:solidFill>
              <a:srgbClr val="3072D5">
                <a:alpha val="66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3" name="D-before/fake/point 056"/>
            <p:cNvSpPr/>
            <p:nvPr/>
          </p:nvSpPr>
          <p:spPr>
            <a:xfrm>
              <a:off x="7134163" y="5033644"/>
              <a:ext cx="26517" cy="26517"/>
            </a:xfrm>
            <a:prstGeom prst="ellipse">
              <a:avLst/>
            </a:prstGeom>
            <a:solidFill>
              <a:srgbClr val="3072D5">
                <a:alpha val="70452"/>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4" name="D-before/fake/point 057"/>
            <p:cNvSpPr/>
            <p:nvPr/>
          </p:nvSpPr>
          <p:spPr>
            <a:xfrm>
              <a:off x="7338699" y="4948009"/>
              <a:ext cx="18910" cy="18910"/>
            </a:xfrm>
            <a:prstGeom prst="ellipse">
              <a:avLst/>
            </a:prstGeom>
            <a:solidFill>
              <a:srgbClr val="3072D5">
                <a:alpha val="66085"/>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5" name="D-before/fake/point 058"/>
            <p:cNvSpPr/>
            <p:nvPr/>
          </p:nvSpPr>
          <p:spPr>
            <a:xfrm>
              <a:off x="7168575" y="4998356"/>
              <a:ext cx="18861" cy="18861"/>
            </a:xfrm>
            <a:prstGeom prst="ellipse">
              <a:avLst/>
            </a:prstGeom>
            <a:solidFill>
              <a:srgbClr val="3072D5">
                <a:alpha val="61615"/>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6" name="D-before/fake/point 059"/>
            <p:cNvSpPr/>
            <p:nvPr/>
          </p:nvSpPr>
          <p:spPr>
            <a:xfrm>
              <a:off x="7309587" y="4887760"/>
              <a:ext cx="23611" cy="23611"/>
            </a:xfrm>
            <a:prstGeom prst="ellipse">
              <a:avLst/>
            </a:prstGeom>
            <a:solidFill>
              <a:srgbClr val="3072D5">
                <a:alpha val="69096"/>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7" name="D-before/fake/point 060"/>
            <p:cNvSpPr/>
            <p:nvPr/>
          </p:nvSpPr>
          <p:spPr>
            <a:xfrm>
              <a:off x="7533350" y="4922383"/>
              <a:ext cx="17928" cy="17928"/>
            </a:xfrm>
            <a:prstGeom prst="ellipse">
              <a:avLst/>
            </a:prstGeom>
            <a:solidFill>
              <a:srgbClr val="3072D5">
                <a:alpha val="86527"/>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8" name="D-before/fake/point 061"/>
            <p:cNvSpPr/>
            <p:nvPr/>
          </p:nvSpPr>
          <p:spPr>
            <a:xfrm>
              <a:off x="7360527" y="4908726"/>
              <a:ext cx="30809" cy="30809"/>
            </a:xfrm>
            <a:prstGeom prst="ellipse">
              <a:avLst/>
            </a:prstGeom>
            <a:solidFill>
              <a:srgbClr val="3072D5">
                <a:alpha val="87088"/>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9" name="D-before/fake/point 062"/>
            <p:cNvSpPr/>
            <p:nvPr/>
          </p:nvSpPr>
          <p:spPr>
            <a:xfrm>
              <a:off x="7422425" y="4990767"/>
              <a:ext cx="29688" cy="29688"/>
            </a:xfrm>
            <a:prstGeom prst="ellipse">
              <a:avLst/>
            </a:prstGeom>
            <a:solidFill>
              <a:srgbClr val="3072D5">
                <a:alpha val="56599"/>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0" name="D-before/fake/point 063"/>
            <p:cNvSpPr/>
            <p:nvPr/>
          </p:nvSpPr>
          <p:spPr>
            <a:xfrm>
              <a:off x="7315285" y="5063652"/>
              <a:ext cx="26149" cy="26149"/>
            </a:xfrm>
            <a:prstGeom prst="ellipse">
              <a:avLst/>
            </a:prstGeom>
            <a:solidFill>
              <a:srgbClr val="3072D5">
                <a:alpha val="51015"/>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1" name="D-before/fake/point 064"/>
            <p:cNvSpPr/>
            <p:nvPr/>
          </p:nvSpPr>
          <p:spPr>
            <a:xfrm>
              <a:off x="7220439" y="5029701"/>
              <a:ext cx="20415" cy="20415"/>
            </a:xfrm>
            <a:prstGeom prst="ellipse">
              <a:avLst/>
            </a:prstGeom>
            <a:solidFill>
              <a:srgbClr val="3072D5">
                <a:alpha val="7148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2" name="D-before/fake/point 065"/>
            <p:cNvSpPr/>
            <p:nvPr/>
          </p:nvSpPr>
          <p:spPr>
            <a:xfrm>
              <a:off x="7060993" y="5092144"/>
              <a:ext cx="28589" cy="28589"/>
            </a:xfrm>
            <a:prstGeom prst="ellipse">
              <a:avLst/>
            </a:prstGeom>
            <a:solidFill>
              <a:srgbClr val="3072D5">
                <a:alpha val="759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3" name="D-before/fake/point 066"/>
            <p:cNvSpPr/>
            <p:nvPr/>
          </p:nvSpPr>
          <p:spPr>
            <a:xfrm>
              <a:off x="7013050" y="4985104"/>
              <a:ext cx="24266" cy="24266"/>
            </a:xfrm>
            <a:prstGeom prst="ellipse">
              <a:avLst/>
            </a:prstGeom>
            <a:solidFill>
              <a:srgbClr val="3072D5">
                <a:alpha val="82062"/>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4" name="D-before/fake/point 067"/>
            <p:cNvSpPr/>
            <p:nvPr/>
          </p:nvSpPr>
          <p:spPr>
            <a:xfrm>
              <a:off x="7484488" y="4837826"/>
              <a:ext cx="19588" cy="19588"/>
            </a:xfrm>
            <a:prstGeom prst="ellipse">
              <a:avLst/>
            </a:prstGeom>
            <a:solidFill>
              <a:srgbClr val="3072D5">
                <a:alpha val="80458"/>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5" name="D-before/fake/point 068"/>
            <p:cNvSpPr/>
            <p:nvPr/>
          </p:nvSpPr>
          <p:spPr>
            <a:xfrm>
              <a:off x="7596166" y="5017851"/>
              <a:ext cx="17698" cy="17698"/>
            </a:xfrm>
            <a:prstGeom prst="ellipse">
              <a:avLst/>
            </a:prstGeom>
            <a:solidFill>
              <a:srgbClr val="3072D5">
                <a:alpha val="62427"/>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6" name="D-before/fake/point 069"/>
            <p:cNvSpPr/>
            <p:nvPr/>
          </p:nvSpPr>
          <p:spPr>
            <a:xfrm>
              <a:off x="7246094" y="5112422"/>
              <a:ext cx="19753" cy="19753"/>
            </a:xfrm>
            <a:prstGeom prst="ellipse">
              <a:avLst/>
            </a:prstGeom>
            <a:solidFill>
              <a:srgbClr val="3072D5">
                <a:alpha val="54478"/>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7" name="D-before/fake/point 070"/>
            <p:cNvSpPr/>
            <p:nvPr/>
          </p:nvSpPr>
          <p:spPr>
            <a:xfrm>
              <a:off x="7257284" y="4921946"/>
              <a:ext cx="17290" cy="17290"/>
            </a:xfrm>
            <a:prstGeom prst="ellipse">
              <a:avLst/>
            </a:prstGeom>
            <a:solidFill>
              <a:srgbClr val="3072D5">
                <a:alpha val="72304"/>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8" name="D-before/fake/point 071"/>
            <p:cNvSpPr/>
            <p:nvPr/>
          </p:nvSpPr>
          <p:spPr>
            <a:xfrm>
              <a:off x="7322387" y="4929384"/>
              <a:ext cx="20871" cy="20871"/>
            </a:xfrm>
            <a:prstGeom prst="ellipse">
              <a:avLst/>
            </a:prstGeom>
            <a:solidFill>
              <a:srgbClr val="3072D5">
                <a:alpha val="80364"/>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9" name="D-before/fake/point 072"/>
            <p:cNvSpPr/>
            <p:nvPr/>
          </p:nvSpPr>
          <p:spPr>
            <a:xfrm>
              <a:off x="7294843" y="5053316"/>
              <a:ext cx="20503" cy="20503"/>
            </a:xfrm>
            <a:prstGeom prst="ellipse">
              <a:avLst/>
            </a:prstGeom>
            <a:solidFill>
              <a:srgbClr val="3072D5">
                <a:alpha val="60974"/>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0" name="D-before/fake/point 073"/>
            <p:cNvSpPr/>
            <p:nvPr/>
          </p:nvSpPr>
          <p:spPr>
            <a:xfrm>
              <a:off x="7171685" y="4989212"/>
              <a:ext cx="30005" cy="30005"/>
            </a:xfrm>
            <a:prstGeom prst="ellipse">
              <a:avLst/>
            </a:prstGeom>
            <a:solidFill>
              <a:srgbClr val="3072D5">
                <a:alpha val="71052"/>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1" name="D-before/fake/point 074"/>
            <p:cNvSpPr/>
            <p:nvPr/>
          </p:nvSpPr>
          <p:spPr>
            <a:xfrm>
              <a:off x="7207408" y="4958327"/>
              <a:ext cx="23827" cy="23827"/>
            </a:xfrm>
            <a:prstGeom prst="ellipse">
              <a:avLst/>
            </a:prstGeom>
            <a:solidFill>
              <a:srgbClr val="3072D5">
                <a:alpha val="626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5" name="D-before/real label"/>
            <p:cNvSpPr txBox="1"/>
            <p:nvPr/>
          </p:nvSpPr>
          <p:spPr>
            <a:xfrm>
              <a:off x="5207000" y="4635500"/>
              <a:ext cx="1168400" cy="304800"/>
            </a:xfrm>
            <a:prstGeom prst="rect">
              <a:avLst/>
            </a:prstGeom>
            <a:noFill/>
          </p:spPr>
          <p:txBody>
            <a:bodyPr wrap="none" lIns="0" rIns="0" tIns="0" bIns="0" anchor="ctr">
              <a:spAutoFit/>
            </a:bodyPr>
            <a:lstStyle/>
            <a:p>
              <a:pPr algn="l">
                <a:spcBef>
                  <a:spcPts val="0"/>
                </a:spcBef>
                <a:spcAft>
                  <a:spcPts val="0"/>
                </a:spcAft>
              </a:pPr>
              <a:r>
                <a:rPr sz="1430" b="0" i="0">
                  <a:solidFill>
                    <a:srgbClr val="D02B10"/>
                  </a:solidFill>
                  <a:latin typeface="Comic Neue"/>
                </a:rPr>
                <a:t>Real Samples</a:t>
              </a:r>
            </a:p>
          </p:txBody>
        </p:sp>
        <p:sp>
          <p:nvSpPr>
            <p:cNvPr id="766" name="D-before/fake label"/>
            <p:cNvSpPr txBox="1"/>
            <p:nvPr/>
          </p:nvSpPr>
          <p:spPr>
            <a:xfrm>
              <a:off x="5435600" y="4267200"/>
              <a:ext cx="1308100" cy="304800"/>
            </a:xfrm>
            <a:prstGeom prst="rect">
              <a:avLst/>
            </a:prstGeom>
            <a:noFill/>
          </p:spPr>
          <p:txBody>
            <a:bodyPr wrap="none" lIns="0" rIns="0" tIns="0" bIns="0" anchor="ctr">
              <a:spAutoFit/>
            </a:bodyPr>
            <a:lstStyle/>
            <a:p>
              <a:pPr algn="l">
                <a:spcBef>
                  <a:spcPts val="0"/>
                </a:spcBef>
                <a:spcAft>
                  <a:spcPts val="0"/>
                </a:spcAft>
              </a:pPr>
              <a:r>
                <a:rPr sz="1430" b="0" i="0">
                  <a:solidFill>
                    <a:srgbClr val="679FEE"/>
                  </a:solidFill>
                  <a:latin typeface="Comic Neue"/>
                </a:rPr>
                <a:t>Fake Samples</a:t>
              </a:r>
            </a:p>
          </p:txBody>
        </p:sp>
      </p:grpSp>
      <p:grpSp>
        <p:nvGrpSpPr>
          <p:cNvPr id="602" name="D-after"/>
          <p:cNvGrpSpPr/>
          <p:nvPr/>
        </p:nvGrpSpPr>
        <p:grpSpPr>
          <a:xfrm>
            <a:off x="8686165" y="4682490"/>
            <a:ext cx="1842770" cy="629920"/>
            <a:chOff x="8686165" y="4682490"/>
            <a:chExt cx="1842770" cy="629920"/>
          </a:xfrm>
        </p:grpSpPr>
        <p:sp>
          <p:nvSpPr>
            <p:cNvPr id="603" name="D-after/real/contour 1.35"/>
            <p:cNvSpPr/>
            <p:nvPr/>
          </p:nvSpPr>
          <p:spPr>
            <a:xfrm>
              <a:off x="8686165" y="4695190"/>
              <a:ext cx="788670" cy="617220"/>
            </a:xfrm>
            <a:prstGeom prst="ellipse">
              <a:avLst/>
            </a:prstGeom>
            <a:solidFill>
              <a:srgbClr val="D74732">
                <a:alpha val="4500"/>
              </a:srgbClr>
            </a:solidFill>
            <a:ln w="4445">
              <a:solidFill>
                <a:srgbClr val="D74732">
                  <a:alpha val="45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4" name="D-after/real/contour 1.05"/>
            <p:cNvSpPr/>
            <p:nvPr/>
          </p:nvSpPr>
          <p:spPr>
            <a:xfrm>
              <a:off x="8773795" y="4763770"/>
              <a:ext cx="613410" cy="480060"/>
            </a:xfrm>
            <a:prstGeom prst="ellipse">
              <a:avLst/>
            </a:prstGeom>
            <a:solidFill>
              <a:srgbClr val="D74732">
                <a:alpha val="7000"/>
              </a:srgbClr>
            </a:solidFill>
            <a:ln w="4445">
              <a:solidFill>
                <a:srgbClr val="D74732">
                  <a:alpha val="7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5" name="D-after/real/contour 0.75"/>
            <p:cNvSpPr/>
            <p:nvPr/>
          </p:nvSpPr>
          <p:spPr>
            <a:xfrm>
              <a:off x="8861425" y="4832350"/>
              <a:ext cx="438150" cy="342900"/>
            </a:xfrm>
            <a:prstGeom prst="ellipse">
              <a:avLst/>
            </a:prstGeom>
            <a:solidFill>
              <a:srgbClr val="D74732">
                <a:alpha val="10000"/>
              </a:srgbClr>
            </a:solidFill>
            <a:ln w="4445">
              <a:solidFill>
                <a:srgbClr val="D74732">
                  <a:alpha val="10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6" name="D-after/real/point 000"/>
            <p:cNvSpPr/>
            <p:nvPr/>
          </p:nvSpPr>
          <p:spPr>
            <a:xfrm>
              <a:off x="9051493" y="4959500"/>
              <a:ext cx="19053" cy="19053"/>
            </a:xfrm>
            <a:prstGeom prst="ellipse">
              <a:avLst/>
            </a:prstGeom>
            <a:solidFill>
              <a:srgbClr val="D74732">
                <a:alpha val="72995"/>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7" name="D-after/real/point 001"/>
            <p:cNvSpPr/>
            <p:nvPr/>
          </p:nvSpPr>
          <p:spPr>
            <a:xfrm>
              <a:off x="8953336" y="5155070"/>
              <a:ext cx="28519" cy="28519"/>
            </a:xfrm>
            <a:prstGeom prst="ellipse">
              <a:avLst/>
            </a:prstGeom>
            <a:solidFill>
              <a:srgbClr val="D74732">
                <a:alpha val="82858"/>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8" name="D-after/real/point 002"/>
            <p:cNvSpPr/>
            <p:nvPr/>
          </p:nvSpPr>
          <p:spPr>
            <a:xfrm>
              <a:off x="8893439" y="5072523"/>
              <a:ext cx="25151" cy="25151"/>
            </a:xfrm>
            <a:prstGeom prst="ellipse">
              <a:avLst/>
            </a:prstGeom>
            <a:solidFill>
              <a:srgbClr val="D74732">
                <a:alpha val="81563"/>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9" name="D-after/real/point 003"/>
            <p:cNvSpPr/>
            <p:nvPr/>
          </p:nvSpPr>
          <p:spPr>
            <a:xfrm>
              <a:off x="9009957" y="5088322"/>
              <a:ext cx="23219" cy="23219"/>
            </a:xfrm>
            <a:prstGeom prst="ellipse">
              <a:avLst/>
            </a:prstGeom>
            <a:solidFill>
              <a:srgbClr val="D74732">
                <a:alpha val="65664"/>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0" name="D-after/real/point 004"/>
            <p:cNvSpPr/>
            <p:nvPr/>
          </p:nvSpPr>
          <p:spPr>
            <a:xfrm>
              <a:off x="8984045" y="5049290"/>
              <a:ext cx="18753" cy="18753"/>
            </a:xfrm>
            <a:prstGeom prst="ellipse">
              <a:avLst/>
            </a:prstGeom>
            <a:solidFill>
              <a:srgbClr val="D74732">
                <a:alpha val="55413"/>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1" name="D-after/real/point 005"/>
            <p:cNvSpPr/>
            <p:nvPr/>
          </p:nvSpPr>
          <p:spPr>
            <a:xfrm>
              <a:off x="9005943" y="5111461"/>
              <a:ext cx="26581" cy="26581"/>
            </a:xfrm>
            <a:prstGeom prst="ellipse">
              <a:avLst/>
            </a:prstGeom>
            <a:solidFill>
              <a:srgbClr val="D74732">
                <a:alpha val="78692"/>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2" name="D-after/real/point 006"/>
            <p:cNvSpPr/>
            <p:nvPr/>
          </p:nvSpPr>
          <p:spPr>
            <a:xfrm>
              <a:off x="9040650" y="4840880"/>
              <a:ext cx="18083" cy="18083"/>
            </a:xfrm>
            <a:prstGeom prst="ellipse">
              <a:avLst/>
            </a:prstGeom>
            <a:solidFill>
              <a:srgbClr val="D74732">
                <a:alpha val="64717"/>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3" name="D-after/real/point 007"/>
            <p:cNvSpPr/>
            <p:nvPr/>
          </p:nvSpPr>
          <p:spPr>
            <a:xfrm>
              <a:off x="9036953" y="4967345"/>
              <a:ext cx="29813" cy="29813"/>
            </a:xfrm>
            <a:prstGeom prst="ellipse">
              <a:avLst/>
            </a:prstGeom>
            <a:solidFill>
              <a:srgbClr val="D74732">
                <a:alpha val="77478"/>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4" name="D-after/real/point 008"/>
            <p:cNvSpPr/>
            <p:nvPr/>
          </p:nvSpPr>
          <p:spPr>
            <a:xfrm>
              <a:off x="9049910" y="5012383"/>
              <a:ext cx="17939" cy="17939"/>
            </a:xfrm>
            <a:prstGeom prst="ellipse">
              <a:avLst/>
            </a:prstGeom>
            <a:solidFill>
              <a:srgbClr val="D74732">
                <a:alpha val="51158"/>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5" name="D-after/real/point 009"/>
            <p:cNvSpPr/>
            <p:nvPr/>
          </p:nvSpPr>
          <p:spPr>
            <a:xfrm>
              <a:off x="9071500" y="5057711"/>
              <a:ext cx="18803" cy="18803"/>
            </a:xfrm>
            <a:prstGeom prst="ellipse">
              <a:avLst/>
            </a:prstGeom>
            <a:solidFill>
              <a:srgbClr val="D74732">
                <a:alpha val="68199"/>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6" name="D-after/real/point 010"/>
            <p:cNvSpPr/>
            <p:nvPr/>
          </p:nvSpPr>
          <p:spPr>
            <a:xfrm>
              <a:off x="9122508" y="4866348"/>
              <a:ext cx="26168" cy="26168"/>
            </a:xfrm>
            <a:prstGeom prst="ellipse">
              <a:avLst/>
            </a:prstGeom>
            <a:solidFill>
              <a:srgbClr val="D74732">
                <a:alpha val="85377"/>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7" name="D-after/real/point 011"/>
            <p:cNvSpPr/>
            <p:nvPr/>
          </p:nvSpPr>
          <p:spPr>
            <a:xfrm>
              <a:off x="9043584" y="4992355"/>
              <a:ext cx="17808" cy="17808"/>
            </a:xfrm>
            <a:prstGeom prst="ellipse">
              <a:avLst/>
            </a:prstGeom>
            <a:solidFill>
              <a:srgbClr val="D74732">
                <a:alpha val="54682"/>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8" name="D-after/real/point 012"/>
            <p:cNvSpPr/>
            <p:nvPr/>
          </p:nvSpPr>
          <p:spPr>
            <a:xfrm>
              <a:off x="8940525" y="5062730"/>
              <a:ext cx="30656" cy="30656"/>
            </a:xfrm>
            <a:prstGeom prst="ellipse">
              <a:avLst/>
            </a:prstGeom>
            <a:solidFill>
              <a:srgbClr val="D74732">
                <a:alpha val="55858"/>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9" name="D-after/real/point 013"/>
            <p:cNvSpPr/>
            <p:nvPr/>
          </p:nvSpPr>
          <p:spPr>
            <a:xfrm>
              <a:off x="8913574" y="5000775"/>
              <a:ext cx="23672" cy="23672"/>
            </a:xfrm>
            <a:prstGeom prst="ellipse">
              <a:avLst/>
            </a:prstGeom>
            <a:solidFill>
              <a:srgbClr val="D74732">
                <a:alpha val="60545"/>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0" name="D-after/real/point 014"/>
            <p:cNvSpPr/>
            <p:nvPr/>
          </p:nvSpPr>
          <p:spPr>
            <a:xfrm>
              <a:off x="9143044" y="5130826"/>
              <a:ext cx="30006" cy="30006"/>
            </a:xfrm>
            <a:prstGeom prst="ellipse">
              <a:avLst/>
            </a:prstGeom>
            <a:solidFill>
              <a:srgbClr val="D74732">
                <a:alpha val="58228"/>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1" name="D-after/real/point 015"/>
            <p:cNvSpPr/>
            <p:nvPr/>
          </p:nvSpPr>
          <p:spPr>
            <a:xfrm>
              <a:off x="9050846" y="5088714"/>
              <a:ext cx="22928" cy="22928"/>
            </a:xfrm>
            <a:prstGeom prst="ellipse">
              <a:avLst/>
            </a:prstGeom>
            <a:solidFill>
              <a:srgbClr val="D74732">
                <a:alpha val="7532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2" name="D-after/real/point 016"/>
            <p:cNvSpPr/>
            <p:nvPr/>
          </p:nvSpPr>
          <p:spPr>
            <a:xfrm>
              <a:off x="9158836" y="5020674"/>
              <a:ext cx="28698" cy="28698"/>
            </a:xfrm>
            <a:prstGeom prst="ellipse">
              <a:avLst/>
            </a:prstGeom>
            <a:solidFill>
              <a:srgbClr val="D74732">
                <a:alpha val="71694"/>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3" name="D-after/real/point 017"/>
            <p:cNvSpPr/>
            <p:nvPr/>
          </p:nvSpPr>
          <p:spPr>
            <a:xfrm>
              <a:off x="9246566" y="5041691"/>
              <a:ext cx="27445" cy="27445"/>
            </a:xfrm>
            <a:prstGeom prst="ellipse">
              <a:avLst/>
            </a:prstGeom>
            <a:solidFill>
              <a:srgbClr val="D74732">
                <a:alpha val="54818"/>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4" name="D-after/real/point 018"/>
            <p:cNvSpPr/>
            <p:nvPr/>
          </p:nvSpPr>
          <p:spPr>
            <a:xfrm>
              <a:off x="9023949" y="4902330"/>
              <a:ext cx="19681" cy="19681"/>
            </a:xfrm>
            <a:prstGeom prst="ellipse">
              <a:avLst/>
            </a:prstGeom>
            <a:solidFill>
              <a:srgbClr val="D74732">
                <a:alpha val="83422"/>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5" name="D-after/real/point 019"/>
            <p:cNvSpPr/>
            <p:nvPr/>
          </p:nvSpPr>
          <p:spPr>
            <a:xfrm>
              <a:off x="9198838" y="4803248"/>
              <a:ext cx="22308" cy="22308"/>
            </a:xfrm>
            <a:prstGeom prst="ellipse">
              <a:avLst/>
            </a:prstGeom>
            <a:solidFill>
              <a:srgbClr val="D74732">
                <a:alpha val="85023"/>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6" name="D-after/real/point 020"/>
            <p:cNvSpPr/>
            <p:nvPr/>
          </p:nvSpPr>
          <p:spPr>
            <a:xfrm>
              <a:off x="8987714" y="4931071"/>
              <a:ext cx="17405" cy="17405"/>
            </a:xfrm>
            <a:prstGeom prst="ellipse">
              <a:avLst/>
            </a:prstGeom>
            <a:solidFill>
              <a:srgbClr val="D74732">
                <a:alpha val="54373"/>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7" name="D-after/real/point 021"/>
            <p:cNvSpPr/>
            <p:nvPr/>
          </p:nvSpPr>
          <p:spPr>
            <a:xfrm>
              <a:off x="9028742" y="4988846"/>
              <a:ext cx="28932" cy="28932"/>
            </a:xfrm>
            <a:prstGeom prst="ellipse">
              <a:avLst/>
            </a:prstGeom>
            <a:solidFill>
              <a:srgbClr val="D74732">
                <a:alpha val="72292"/>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8" name="D-after/real/point 022"/>
            <p:cNvSpPr/>
            <p:nvPr/>
          </p:nvSpPr>
          <p:spPr>
            <a:xfrm>
              <a:off x="9116275" y="5100800"/>
              <a:ext cx="24884" cy="24884"/>
            </a:xfrm>
            <a:prstGeom prst="ellipse">
              <a:avLst/>
            </a:prstGeom>
            <a:solidFill>
              <a:srgbClr val="D74732">
                <a:alpha val="63056"/>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9" name="D-after/real/point 023"/>
            <p:cNvSpPr/>
            <p:nvPr/>
          </p:nvSpPr>
          <p:spPr>
            <a:xfrm>
              <a:off x="9241232" y="5125523"/>
              <a:ext cx="30802" cy="30802"/>
            </a:xfrm>
            <a:prstGeom prst="ellipse">
              <a:avLst/>
            </a:prstGeom>
            <a:solidFill>
              <a:srgbClr val="D74732">
                <a:alpha val="7866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0" name="D-after/real/point 024"/>
            <p:cNvSpPr/>
            <p:nvPr/>
          </p:nvSpPr>
          <p:spPr>
            <a:xfrm>
              <a:off x="9098781" y="4972323"/>
              <a:ext cx="26928" cy="26928"/>
            </a:xfrm>
            <a:prstGeom prst="ellipse">
              <a:avLst/>
            </a:prstGeom>
            <a:solidFill>
              <a:srgbClr val="D74732">
                <a:alpha val="85925"/>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1" name="D-after/real/point 025"/>
            <p:cNvSpPr/>
            <p:nvPr/>
          </p:nvSpPr>
          <p:spPr>
            <a:xfrm>
              <a:off x="9009347" y="4854738"/>
              <a:ext cx="28057" cy="28057"/>
            </a:xfrm>
            <a:prstGeom prst="ellipse">
              <a:avLst/>
            </a:prstGeom>
            <a:solidFill>
              <a:srgbClr val="D74732">
                <a:alpha val="87334"/>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2" name="D-after/real/point 026"/>
            <p:cNvSpPr/>
            <p:nvPr/>
          </p:nvSpPr>
          <p:spPr>
            <a:xfrm>
              <a:off x="8926608" y="5001357"/>
              <a:ext cx="24665" cy="24665"/>
            </a:xfrm>
            <a:prstGeom prst="ellipse">
              <a:avLst/>
            </a:prstGeom>
            <a:solidFill>
              <a:srgbClr val="D74732">
                <a:alpha val="76829"/>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3" name="D-after/real/point 027"/>
            <p:cNvSpPr/>
            <p:nvPr/>
          </p:nvSpPr>
          <p:spPr>
            <a:xfrm>
              <a:off x="9147512" y="5051277"/>
              <a:ext cx="20377" cy="20377"/>
            </a:xfrm>
            <a:prstGeom prst="ellipse">
              <a:avLst/>
            </a:prstGeom>
            <a:solidFill>
              <a:srgbClr val="D74732">
                <a:alpha val="79664"/>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4" name="D-after/real/point 028"/>
            <p:cNvSpPr/>
            <p:nvPr/>
          </p:nvSpPr>
          <p:spPr>
            <a:xfrm>
              <a:off x="9079252" y="5145868"/>
              <a:ext cx="28389" cy="28389"/>
            </a:xfrm>
            <a:prstGeom prst="ellipse">
              <a:avLst/>
            </a:prstGeom>
            <a:solidFill>
              <a:srgbClr val="D74732">
                <a:alpha val="53509"/>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5" name="D-after/real/point 029"/>
            <p:cNvSpPr/>
            <p:nvPr/>
          </p:nvSpPr>
          <p:spPr>
            <a:xfrm>
              <a:off x="9031619" y="5122391"/>
              <a:ext cx="17636" cy="17636"/>
            </a:xfrm>
            <a:prstGeom prst="ellipse">
              <a:avLst/>
            </a:prstGeom>
            <a:solidFill>
              <a:srgbClr val="D74732">
                <a:alpha val="75453"/>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6" name="D-after/real/point 030"/>
            <p:cNvSpPr/>
            <p:nvPr/>
          </p:nvSpPr>
          <p:spPr>
            <a:xfrm>
              <a:off x="9056665" y="5029135"/>
              <a:ext cx="30102" cy="30102"/>
            </a:xfrm>
            <a:prstGeom prst="ellipse">
              <a:avLst/>
            </a:prstGeom>
            <a:solidFill>
              <a:srgbClr val="D74732">
                <a:alpha val="57859"/>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7" name="D-after/real/point 031"/>
            <p:cNvSpPr/>
            <p:nvPr/>
          </p:nvSpPr>
          <p:spPr>
            <a:xfrm>
              <a:off x="9206165" y="4959888"/>
              <a:ext cx="23897" cy="23897"/>
            </a:xfrm>
            <a:prstGeom prst="ellipse">
              <a:avLst/>
            </a:prstGeom>
            <a:solidFill>
              <a:srgbClr val="D74732">
                <a:alpha val="70787"/>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8" name="D-after/real/point 032"/>
            <p:cNvSpPr/>
            <p:nvPr/>
          </p:nvSpPr>
          <p:spPr>
            <a:xfrm>
              <a:off x="9052712" y="4985651"/>
              <a:ext cx="24795" cy="24795"/>
            </a:xfrm>
            <a:prstGeom prst="ellipse">
              <a:avLst/>
            </a:prstGeom>
            <a:solidFill>
              <a:srgbClr val="D74732">
                <a:alpha val="61121"/>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9" name="D-after/real/point 033"/>
            <p:cNvSpPr/>
            <p:nvPr/>
          </p:nvSpPr>
          <p:spPr>
            <a:xfrm>
              <a:off x="8814202" y="4927761"/>
              <a:ext cx="27800" cy="27800"/>
            </a:xfrm>
            <a:prstGeom prst="ellipse">
              <a:avLst/>
            </a:prstGeom>
            <a:solidFill>
              <a:srgbClr val="D74732">
                <a:alpha val="6818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0" name="D-after/real/point 034"/>
            <p:cNvSpPr/>
            <p:nvPr/>
          </p:nvSpPr>
          <p:spPr>
            <a:xfrm>
              <a:off x="8994379" y="4900779"/>
              <a:ext cx="31575" cy="31575"/>
            </a:xfrm>
            <a:prstGeom prst="ellipse">
              <a:avLst/>
            </a:prstGeom>
            <a:solidFill>
              <a:srgbClr val="D74732">
                <a:alpha val="56172"/>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1" name="D-after/real/point 035"/>
            <p:cNvSpPr/>
            <p:nvPr/>
          </p:nvSpPr>
          <p:spPr>
            <a:xfrm>
              <a:off x="9054283" y="4941257"/>
              <a:ext cx="29984" cy="29984"/>
            </a:xfrm>
            <a:prstGeom prst="ellipse">
              <a:avLst/>
            </a:prstGeom>
            <a:solidFill>
              <a:srgbClr val="D74732">
                <a:alpha val="74746"/>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2" name="D-after/real/point 036"/>
            <p:cNvSpPr/>
            <p:nvPr/>
          </p:nvSpPr>
          <p:spPr>
            <a:xfrm>
              <a:off x="8793712" y="4854250"/>
              <a:ext cx="23504" cy="23504"/>
            </a:xfrm>
            <a:prstGeom prst="ellipse">
              <a:avLst/>
            </a:prstGeom>
            <a:solidFill>
              <a:srgbClr val="D74732">
                <a:alpha val="64731"/>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3" name="D-after/real/point 037"/>
            <p:cNvSpPr/>
            <p:nvPr/>
          </p:nvSpPr>
          <p:spPr>
            <a:xfrm>
              <a:off x="9026930" y="5068262"/>
              <a:ext cx="31718" cy="31718"/>
            </a:xfrm>
            <a:prstGeom prst="ellipse">
              <a:avLst/>
            </a:prstGeom>
            <a:solidFill>
              <a:srgbClr val="D74732">
                <a:alpha val="78475"/>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4" name="D-after/real/point 038"/>
            <p:cNvSpPr/>
            <p:nvPr/>
          </p:nvSpPr>
          <p:spPr>
            <a:xfrm>
              <a:off x="9100600" y="5064995"/>
              <a:ext cx="28762" cy="28762"/>
            </a:xfrm>
            <a:prstGeom prst="ellipse">
              <a:avLst/>
            </a:prstGeom>
            <a:solidFill>
              <a:srgbClr val="D74732">
                <a:alpha val="6868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5" name="D-after/real/point 039"/>
            <p:cNvSpPr/>
            <p:nvPr/>
          </p:nvSpPr>
          <p:spPr>
            <a:xfrm>
              <a:off x="9052635" y="5039038"/>
              <a:ext cx="20653" cy="20653"/>
            </a:xfrm>
            <a:prstGeom prst="ellipse">
              <a:avLst/>
            </a:prstGeom>
            <a:solidFill>
              <a:srgbClr val="D74732">
                <a:alpha val="628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6" name="D-after/real/point 040"/>
            <p:cNvSpPr/>
            <p:nvPr/>
          </p:nvSpPr>
          <p:spPr>
            <a:xfrm>
              <a:off x="9209591" y="4931508"/>
              <a:ext cx="30196" cy="30196"/>
            </a:xfrm>
            <a:prstGeom prst="ellipse">
              <a:avLst/>
            </a:prstGeom>
            <a:solidFill>
              <a:srgbClr val="D74732">
                <a:alpha val="83581"/>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7" name="D-after/real/point 041"/>
            <p:cNvSpPr/>
            <p:nvPr/>
          </p:nvSpPr>
          <p:spPr>
            <a:xfrm>
              <a:off x="8957600" y="5078704"/>
              <a:ext cx="27354" cy="27354"/>
            </a:xfrm>
            <a:prstGeom prst="ellipse">
              <a:avLst/>
            </a:prstGeom>
            <a:solidFill>
              <a:srgbClr val="D74732">
                <a:alpha val="56524"/>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8" name="D-after/real/point 042"/>
            <p:cNvSpPr/>
            <p:nvPr/>
          </p:nvSpPr>
          <p:spPr>
            <a:xfrm>
              <a:off x="9074441" y="4930605"/>
              <a:ext cx="16878" cy="16878"/>
            </a:xfrm>
            <a:prstGeom prst="ellipse">
              <a:avLst/>
            </a:prstGeom>
            <a:solidFill>
              <a:srgbClr val="D74732">
                <a:alpha val="53285"/>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9" name="D-after/real/point 043"/>
            <p:cNvSpPr/>
            <p:nvPr/>
          </p:nvSpPr>
          <p:spPr>
            <a:xfrm>
              <a:off x="9150673" y="5163518"/>
              <a:ext cx="21020" cy="21020"/>
            </a:xfrm>
            <a:prstGeom prst="ellipse">
              <a:avLst/>
            </a:prstGeom>
            <a:solidFill>
              <a:srgbClr val="D74732">
                <a:alpha val="74182"/>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0" name="D-after/real/point 044"/>
            <p:cNvSpPr/>
            <p:nvPr/>
          </p:nvSpPr>
          <p:spPr>
            <a:xfrm>
              <a:off x="9170998" y="5091747"/>
              <a:ext cx="17984" cy="17984"/>
            </a:xfrm>
            <a:prstGeom prst="ellipse">
              <a:avLst/>
            </a:prstGeom>
            <a:solidFill>
              <a:srgbClr val="D74732">
                <a:alpha val="85878"/>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1" name="D-after/real/point 045"/>
            <p:cNvSpPr/>
            <p:nvPr/>
          </p:nvSpPr>
          <p:spPr>
            <a:xfrm>
              <a:off x="8893075" y="5170994"/>
              <a:ext cx="19875" cy="19875"/>
            </a:xfrm>
            <a:prstGeom prst="ellipse">
              <a:avLst/>
            </a:prstGeom>
            <a:solidFill>
              <a:srgbClr val="D74732">
                <a:alpha val="5877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2" name="D-after/real/point 046"/>
            <p:cNvSpPr/>
            <p:nvPr/>
          </p:nvSpPr>
          <p:spPr>
            <a:xfrm>
              <a:off x="9049919" y="5040556"/>
              <a:ext cx="24497" cy="24497"/>
            </a:xfrm>
            <a:prstGeom prst="ellipse">
              <a:avLst/>
            </a:prstGeom>
            <a:solidFill>
              <a:srgbClr val="D74732">
                <a:alpha val="87446"/>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3" name="D-after/real/point 047"/>
            <p:cNvSpPr/>
            <p:nvPr/>
          </p:nvSpPr>
          <p:spPr>
            <a:xfrm>
              <a:off x="9010079" y="5010989"/>
              <a:ext cx="21044" cy="21044"/>
            </a:xfrm>
            <a:prstGeom prst="ellipse">
              <a:avLst/>
            </a:prstGeom>
            <a:solidFill>
              <a:srgbClr val="D74732">
                <a:alpha val="68898"/>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4" name="D-after/real/point 048"/>
            <p:cNvSpPr/>
            <p:nvPr/>
          </p:nvSpPr>
          <p:spPr>
            <a:xfrm>
              <a:off x="9080665" y="4955710"/>
              <a:ext cx="20032" cy="20032"/>
            </a:xfrm>
            <a:prstGeom prst="ellipse">
              <a:avLst/>
            </a:prstGeom>
            <a:solidFill>
              <a:srgbClr val="D74732">
                <a:alpha val="66939"/>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5" name="D-after/real/point 049"/>
            <p:cNvSpPr/>
            <p:nvPr/>
          </p:nvSpPr>
          <p:spPr>
            <a:xfrm>
              <a:off x="9112673" y="5019923"/>
              <a:ext cx="24947" cy="24947"/>
            </a:xfrm>
            <a:prstGeom prst="ellipse">
              <a:avLst/>
            </a:prstGeom>
            <a:solidFill>
              <a:srgbClr val="D74732">
                <a:alpha val="77685"/>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6" name="D-after/real/point 050"/>
            <p:cNvSpPr/>
            <p:nvPr/>
          </p:nvSpPr>
          <p:spPr>
            <a:xfrm>
              <a:off x="8930728" y="4881563"/>
              <a:ext cx="26265" cy="26265"/>
            </a:xfrm>
            <a:prstGeom prst="ellipse">
              <a:avLst/>
            </a:prstGeom>
            <a:solidFill>
              <a:srgbClr val="D74732">
                <a:alpha val="61337"/>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7" name="D-after/real/point 051"/>
            <p:cNvSpPr/>
            <p:nvPr/>
          </p:nvSpPr>
          <p:spPr>
            <a:xfrm>
              <a:off x="9162270" y="4806117"/>
              <a:ext cx="17019" cy="17019"/>
            </a:xfrm>
            <a:prstGeom prst="ellipse">
              <a:avLst/>
            </a:prstGeom>
            <a:solidFill>
              <a:srgbClr val="D74732">
                <a:alpha val="85859"/>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8" name="D-after/real/point 052"/>
            <p:cNvSpPr/>
            <p:nvPr/>
          </p:nvSpPr>
          <p:spPr>
            <a:xfrm>
              <a:off x="9117499" y="5000203"/>
              <a:ext cx="26856" cy="26856"/>
            </a:xfrm>
            <a:prstGeom prst="ellipse">
              <a:avLst/>
            </a:prstGeom>
            <a:solidFill>
              <a:srgbClr val="D74732">
                <a:alpha val="53937"/>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9" name="D-after/real/point 053"/>
            <p:cNvSpPr/>
            <p:nvPr/>
          </p:nvSpPr>
          <p:spPr>
            <a:xfrm>
              <a:off x="9004515" y="5185531"/>
              <a:ext cx="28803" cy="28803"/>
            </a:xfrm>
            <a:prstGeom prst="ellipse">
              <a:avLst/>
            </a:prstGeom>
            <a:solidFill>
              <a:srgbClr val="D74732">
                <a:alpha val="63009"/>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0" name="D-after/real/point 054"/>
            <p:cNvSpPr/>
            <p:nvPr/>
          </p:nvSpPr>
          <p:spPr>
            <a:xfrm>
              <a:off x="9095413" y="4961085"/>
              <a:ext cx="19639" cy="19639"/>
            </a:xfrm>
            <a:prstGeom prst="ellipse">
              <a:avLst/>
            </a:prstGeom>
            <a:solidFill>
              <a:srgbClr val="D74732">
                <a:alpha val="8457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1" name="D-after/real/point 055"/>
            <p:cNvSpPr/>
            <p:nvPr/>
          </p:nvSpPr>
          <p:spPr>
            <a:xfrm>
              <a:off x="9082459" y="4984184"/>
              <a:ext cx="28606" cy="28606"/>
            </a:xfrm>
            <a:prstGeom prst="ellipse">
              <a:avLst/>
            </a:prstGeom>
            <a:solidFill>
              <a:srgbClr val="D74732">
                <a:alpha val="81613"/>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2" name="D-after/real/point 056"/>
            <p:cNvSpPr/>
            <p:nvPr/>
          </p:nvSpPr>
          <p:spPr>
            <a:xfrm>
              <a:off x="9053856" y="5080263"/>
              <a:ext cx="31729" cy="31729"/>
            </a:xfrm>
            <a:prstGeom prst="ellipse">
              <a:avLst/>
            </a:prstGeom>
            <a:solidFill>
              <a:srgbClr val="D74732">
                <a:alpha val="52745"/>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3" name="D-after/real/point 057"/>
            <p:cNvSpPr/>
            <p:nvPr/>
          </p:nvSpPr>
          <p:spPr>
            <a:xfrm>
              <a:off x="9205675" y="5083215"/>
              <a:ext cx="17743" cy="17743"/>
            </a:xfrm>
            <a:prstGeom prst="ellipse">
              <a:avLst/>
            </a:prstGeom>
            <a:solidFill>
              <a:srgbClr val="D74732">
                <a:alpha val="69556"/>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4" name="D-after/real/point 058"/>
            <p:cNvSpPr/>
            <p:nvPr/>
          </p:nvSpPr>
          <p:spPr>
            <a:xfrm>
              <a:off x="9038015" y="5013019"/>
              <a:ext cx="27099" cy="27099"/>
            </a:xfrm>
            <a:prstGeom prst="ellipse">
              <a:avLst/>
            </a:prstGeom>
            <a:solidFill>
              <a:srgbClr val="D74732">
                <a:alpha val="5692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5" name="D-after/real/point 059"/>
            <p:cNvSpPr/>
            <p:nvPr/>
          </p:nvSpPr>
          <p:spPr>
            <a:xfrm>
              <a:off x="9107142" y="5005276"/>
              <a:ext cx="27656" cy="27656"/>
            </a:xfrm>
            <a:prstGeom prst="ellipse">
              <a:avLst/>
            </a:prstGeom>
            <a:solidFill>
              <a:srgbClr val="D74732">
                <a:alpha val="84529"/>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6" name="D-after/real/point 060"/>
            <p:cNvSpPr/>
            <p:nvPr/>
          </p:nvSpPr>
          <p:spPr>
            <a:xfrm>
              <a:off x="9056091" y="4984026"/>
              <a:ext cx="26248" cy="26248"/>
            </a:xfrm>
            <a:prstGeom prst="ellipse">
              <a:avLst/>
            </a:prstGeom>
            <a:solidFill>
              <a:srgbClr val="D74732">
                <a:alpha val="65895"/>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7" name="D-after/real/point 061"/>
            <p:cNvSpPr/>
            <p:nvPr/>
          </p:nvSpPr>
          <p:spPr>
            <a:xfrm>
              <a:off x="9103494" y="5064550"/>
              <a:ext cx="24614" cy="24614"/>
            </a:xfrm>
            <a:prstGeom prst="ellipse">
              <a:avLst/>
            </a:prstGeom>
            <a:solidFill>
              <a:srgbClr val="D74732">
                <a:alpha val="8722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8" name="D-after/real/point 062"/>
            <p:cNvSpPr/>
            <p:nvPr/>
          </p:nvSpPr>
          <p:spPr>
            <a:xfrm>
              <a:off x="9190124" y="5078491"/>
              <a:ext cx="26546" cy="26546"/>
            </a:xfrm>
            <a:prstGeom prst="ellipse">
              <a:avLst/>
            </a:prstGeom>
            <a:solidFill>
              <a:srgbClr val="D74732">
                <a:alpha val="53148"/>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9" name="D-after/real/point 063"/>
            <p:cNvSpPr/>
            <p:nvPr/>
          </p:nvSpPr>
          <p:spPr>
            <a:xfrm>
              <a:off x="9205161" y="4982802"/>
              <a:ext cx="17887" cy="17887"/>
            </a:xfrm>
            <a:prstGeom prst="ellipse">
              <a:avLst/>
            </a:prstGeom>
            <a:solidFill>
              <a:srgbClr val="D74732">
                <a:alpha val="75584"/>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0" name="D-after/real/point 064"/>
            <p:cNvSpPr/>
            <p:nvPr/>
          </p:nvSpPr>
          <p:spPr>
            <a:xfrm>
              <a:off x="9091318" y="5121362"/>
              <a:ext cx="19438" cy="19438"/>
            </a:xfrm>
            <a:prstGeom prst="ellipse">
              <a:avLst/>
            </a:prstGeom>
            <a:solidFill>
              <a:srgbClr val="D74732">
                <a:alpha val="50763"/>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1" name="D-after/real/point 065"/>
            <p:cNvSpPr/>
            <p:nvPr/>
          </p:nvSpPr>
          <p:spPr>
            <a:xfrm>
              <a:off x="9159008" y="5052792"/>
              <a:ext cx="23096" cy="23096"/>
            </a:xfrm>
            <a:prstGeom prst="ellipse">
              <a:avLst/>
            </a:prstGeom>
            <a:solidFill>
              <a:srgbClr val="D74732">
                <a:alpha val="61115"/>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2" name="D-after/real/point 066"/>
            <p:cNvSpPr/>
            <p:nvPr/>
          </p:nvSpPr>
          <p:spPr>
            <a:xfrm>
              <a:off x="9070159" y="5050999"/>
              <a:ext cx="28928" cy="28928"/>
            </a:xfrm>
            <a:prstGeom prst="ellipse">
              <a:avLst/>
            </a:prstGeom>
            <a:solidFill>
              <a:srgbClr val="D74732">
                <a:alpha val="75372"/>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3" name="D-after/real/point 067"/>
            <p:cNvSpPr/>
            <p:nvPr/>
          </p:nvSpPr>
          <p:spPr>
            <a:xfrm>
              <a:off x="9154955" y="4941435"/>
              <a:ext cx="27176" cy="27176"/>
            </a:xfrm>
            <a:prstGeom prst="ellipse">
              <a:avLst/>
            </a:prstGeom>
            <a:solidFill>
              <a:srgbClr val="D74732">
                <a:alpha val="55914"/>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4" name="D-after/real/point 068"/>
            <p:cNvSpPr/>
            <p:nvPr/>
          </p:nvSpPr>
          <p:spPr>
            <a:xfrm>
              <a:off x="8935903" y="5101514"/>
              <a:ext cx="26887" cy="26887"/>
            </a:xfrm>
            <a:prstGeom prst="ellipse">
              <a:avLst/>
            </a:prstGeom>
            <a:solidFill>
              <a:srgbClr val="D74732">
                <a:alpha val="63904"/>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5" name="D-after/real/point 069"/>
            <p:cNvSpPr/>
            <p:nvPr/>
          </p:nvSpPr>
          <p:spPr>
            <a:xfrm>
              <a:off x="9182680" y="5002638"/>
              <a:ext cx="21440" cy="21440"/>
            </a:xfrm>
            <a:prstGeom prst="ellipse">
              <a:avLst/>
            </a:prstGeom>
            <a:solidFill>
              <a:srgbClr val="D74732">
                <a:alpha val="87527"/>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6" name="D-after/real/point 070"/>
            <p:cNvSpPr/>
            <p:nvPr/>
          </p:nvSpPr>
          <p:spPr>
            <a:xfrm>
              <a:off x="9042330" y="4996621"/>
              <a:ext cx="21851" cy="21851"/>
            </a:xfrm>
            <a:prstGeom prst="ellipse">
              <a:avLst/>
            </a:prstGeom>
            <a:solidFill>
              <a:srgbClr val="D74732">
                <a:alpha val="79496"/>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7" name="D-after/real/point 071"/>
            <p:cNvSpPr/>
            <p:nvPr/>
          </p:nvSpPr>
          <p:spPr>
            <a:xfrm>
              <a:off x="9229620" y="5045555"/>
              <a:ext cx="28663" cy="28663"/>
            </a:xfrm>
            <a:prstGeom prst="ellipse">
              <a:avLst/>
            </a:prstGeom>
            <a:solidFill>
              <a:srgbClr val="D74732">
                <a:alpha val="80136"/>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8" name="D-after/real/point 072"/>
            <p:cNvSpPr/>
            <p:nvPr/>
          </p:nvSpPr>
          <p:spPr>
            <a:xfrm>
              <a:off x="9045472" y="5018872"/>
              <a:ext cx="19432" cy="19432"/>
            </a:xfrm>
            <a:prstGeom prst="ellipse">
              <a:avLst/>
            </a:prstGeom>
            <a:solidFill>
              <a:srgbClr val="D74732">
                <a:alpha val="72193"/>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9" name="D-after/real/point 073"/>
            <p:cNvSpPr/>
            <p:nvPr/>
          </p:nvSpPr>
          <p:spPr>
            <a:xfrm>
              <a:off x="8977607" y="4893760"/>
              <a:ext cx="21329" cy="21329"/>
            </a:xfrm>
            <a:prstGeom prst="ellipse">
              <a:avLst/>
            </a:prstGeom>
            <a:solidFill>
              <a:srgbClr val="D74732">
                <a:alpha val="61245"/>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0" name="D-after/real/point 074"/>
            <p:cNvSpPr/>
            <p:nvPr/>
          </p:nvSpPr>
          <p:spPr>
            <a:xfrm>
              <a:off x="9084645" y="4989778"/>
              <a:ext cx="22652" cy="22652"/>
            </a:xfrm>
            <a:prstGeom prst="ellipse">
              <a:avLst/>
            </a:prstGeom>
            <a:solidFill>
              <a:srgbClr val="D74732">
                <a:alpha val="87225"/>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1" name="D-after/fake/contour 1.35"/>
            <p:cNvSpPr/>
            <p:nvPr/>
          </p:nvSpPr>
          <p:spPr>
            <a:xfrm>
              <a:off x="9740265" y="4682490"/>
              <a:ext cx="788670" cy="617220"/>
            </a:xfrm>
            <a:prstGeom prst="ellipse">
              <a:avLst/>
            </a:prstGeom>
            <a:solidFill>
              <a:srgbClr val="3072D5">
                <a:alpha val="4500"/>
              </a:srgbClr>
            </a:solidFill>
            <a:ln w="4445">
              <a:solidFill>
                <a:srgbClr val="3072D5">
                  <a:alpha val="45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2" name="D-after/fake/contour 1.05"/>
            <p:cNvSpPr/>
            <p:nvPr/>
          </p:nvSpPr>
          <p:spPr>
            <a:xfrm>
              <a:off x="9827895" y="4751070"/>
              <a:ext cx="613410" cy="480060"/>
            </a:xfrm>
            <a:prstGeom prst="ellipse">
              <a:avLst/>
            </a:prstGeom>
            <a:solidFill>
              <a:srgbClr val="3072D5">
                <a:alpha val="7000"/>
              </a:srgbClr>
            </a:solidFill>
            <a:ln w="4445">
              <a:solidFill>
                <a:srgbClr val="3072D5">
                  <a:alpha val="7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3" name="D-after/fake/contour 0.75"/>
            <p:cNvSpPr/>
            <p:nvPr/>
          </p:nvSpPr>
          <p:spPr>
            <a:xfrm>
              <a:off x="9915525" y="4819650"/>
              <a:ext cx="438150" cy="342900"/>
            </a:xfrm>
            <a:prstGeom prst="ellipse">
              <a:avLst/>
            </a:prstGeom>
            <a:solidFill>
              <a:srgbClr val="3072D5">
                <a:alpha val="10000"/>
              </a:srgbClr>
            </a:solidFill>
            <a:ln w="4445">
              <a:solidFill>
                <a:srgbClr val="3072D5">
                  <a:alpha val="10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4" name="D-after/fake/point 000"/>
            <p:cNvSpPr/>
            <p:nvPr/>
          </p:nvSpPr>
          <p:spPr>
            <a:xfrm>
              <a:off x="10186367" y="5043685"/>
              <a:ext cx="18993" cy="18993"/>
            </a:xfrm>
            <a:prstGeom prst="ellipse">
              <a:avLst/>
            </a:prstGeom>
            <a:solidFill>
              <a:srgbClr val="3072D5">
                <a:alpha val="59344"/>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5" name="D-after/fake/point 001"/>
            <p:cNvSpPr/>
            <p:nvPr/>
          </p:nvSpPr>
          <p:spPr>
            <a:xfrm>
              <a:off x="10101453" y="4934260"/>
              <a:ext cx="21858" cy="21858"/>
            </a:xfrm>
            <a:prstGeom prst="ellipse">
              <a:avLst/>
            </a:prstGeom>
            <a:solidFill>
              <a:srgbClr val="3072D5">
                <a:alpha val="57621"/>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6" name="D-after/fake/point 002"/>
            <p:cNvSpPr/>
            <p:nvPr/>
          </p:nvSpPr>
          <p:spPr>
            <a:xfrm>
              <a:off x="10247986" y="4964750"/>
              <a:ext cx="21220" cy="21220"/>
            </a:xfrm>
            <a:prstGeom prst="ellipse">
              <a:avLst/>
            </a:prstGeom>
            <a:solidFill>
              <a:srgbClr val="3072D5">
                <a:alpha val="65579"/>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7" name="D-after/fake/point 003"/>
            <p:cNvSpPr/>
            <p:nvPr/>
          </p:nvSpPr>
          <p:spPr>
            <a:xfrm>
              <a:off x="10168866" y="4905158"/>
              <a:ext cx="28971" cy="28971"/>
            </a:xfrm>
            <a:prstGeom prst="ellipse">
              <a:avLst/>
            </a:prstGeom>
            <a:solidFill>
              <a:srgbClr val="3072D5">
                <a:alpha val="64521"/>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8" name="D-after/fake/point 004"/>
            <p:cNvSpPr/>
            <p:nvPr/>
          </p:nvSpPr>
          <p:spPr>
            <a:xfrm>
              <a:off x="10111788" y="5164928"/>
              <a:ext cx="17135" cy="17135"/>
            </a:xfrm>
            <a:prstGeom prst="ellipse">
              <a:avLst/>
            </a:prstGeom>
            <a:solidFill>
              <a:srgbClr val="3072D5">
                <a:alpha val="84668"/>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9" name="D-after/fake/point 005"/>
            <p:cNvSpPr/>
            <p:nvPr/>
          </p:nvSpPr>
          <p:spPr>
            <a:xfrm>
              <a:off x="10035605" y="5100242"/>
              <a:ext cx="23452" cy="23452"/>
            </a:xfrm>
            <a:prstGeom prst="ellipse">
              <a:avLst/>
            </a:prstGeom>
            <a:solidFill>
              <a:srgbClr val="3072D5">
                <a:alpha val="52994"/>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0" name="D-after/fake/point 006"/>
            <p:cNvSpPr/>
            <p:nvPr/>
          </p:nvSpPr>
          <p:spPr>
            <a:xfrm>
              <a:off x="10170876" y="4996361"/>
              <a:ext cx="18252" cy="18252"/>
            </a:xfrm>
            <a:prstGeom prst="ellipse">
              <a:avLst/>
            </a:prstGeom>
            <a:solidFill>
              <a:srgbClr val="3072D5">
                <a:alpha val="57054"/>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1" name="D-after/fake/point 007"/>
            <p:cNvSpPr/>
            <p:nvPr/>
          </p:nvSpPr>
          <p:spPr>
            <a:xfrm>
              <a:off x="10110910" y="5036472"/>
              <a:ext cx="27155" cy="27155"/>
            </a:xfrm>
            <a:prstGeom prst="ellipse">
              <a:avLst/>
            </a:prstGeom>
            <a:solidFill>
              <a:srgbClr val="3072D5">
                <a:alpha val="67725"/>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2" name="D-after/fake/point 008"/>
            <p:cNvSpPr/>
            <p:nvPr/>
          </p:nvSpPr>
          <p:spPr>
            <a:xfrm>
              <a:off x="10133876" y="4997371"/>
              <a:ext cx="26583" cy="26583"/>
            </a:xfrm>
            <a:prstGeom prst="ellipse">
              <a:avLst/>
            </a:prstGeom>
            <a:solidFill>
              <a:srgbClr val="3072D5">
                <a:alpha val="70947"/>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3" name="D-after/fake/point 009"/>
            <p:cNvSpPr/>
            <p:nvPr/>
          </p:nvSpPr>
          <p:spPr>
            <a:xfrm>
              <a:off x="10179347" y="4959868"/>
              <a:ext cx="19681" cy="19681"/>
            </a:xfrm>
            <a:prstGeom prst="ellipse">
              <a:avLst/>
            </a:prstGeom>
            <a:solidFill>
              <a:srgbClr val="3072D5">
                <a:alpha val="85574"/>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4" name="D-after/fake/point 010"/>
            <p:cNvSpPr/>
            <p:nvPr/>
          </p:nvSpPr>
          <p:spPr>
            <a:xfrm>
              <a:off x="10083718" y="5166239"/>
              <a:ext cx="31726" cy="31726"/>
            </a:xfrm>
            <a:prstGeom prst="ellipse">
              <a:avLst/>
            </a:prstGeom>
            <a:solidFill>
              <a:srgbClr val="3072D5">
                <a:alpha val="70165"/>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5" name="D-after/fake/point 011"/>
            <p:cNvSpPr/>
            <p:nvPr/>
          </p:nvSpPr>
          <p:spPr>
            <a:xfrm>
              <a:off x="10107867" y="4927796"/>
              <a:ext cx="29266" cy="29266"/>
            </a:xfrm>
            <a:prstGeom prst="ellipse">
              <a:avLst/>
            </a:prstGeom>
            <a:solidFill>
              <a:srgbClr val="3072D5">
                <a:alpha val="73477"/>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6" name="D-after/fake/point 012"/>
            <p:cNvSpPr/>
            <p:nvPr/>
          </p:nvSpPr>
          <p:spPr>
            <a:xfrm>
              <a:off x="10098641" y="4975656"/>
              <a:ext cx="26966" cy="26966"/>
            </a:xfrm>
            <a:prstGeom prst="ellipse">
              <a:avLst/>
            </a:prstGeom>
            <a:solidFill>
              <a:srgbClr val="3072D5">
                <a:alpha val="70816"/>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7" name="D-after/fake/point 013"/>
            <p:cNvSpPr/>
            <p:nvPr/>
          </p:nvSpPr>
          <p:spPr>
            <a:xfrm>
              <a:off x="9961570" y="5119738"/>
              <a:ext cx="31329" cy="31329"/>
            </a:xfrm>
            <a:prstGeom prst="ellipse">
              <a:avLst/>
            </a:prstGeom>
            <a:solidFill>
              <a:srgbClr val="3072D5">
                <a:alpha val="78589"/>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8" name="D-after/fake/point 014"/>
            <p:cNvSpPr/>
            <p:nvPr/>
          </p:nvSpPr>
          <p:spPr>
            <a:xfrm>
              <a:off x="10345569" y="5149277"/>
              <a:ext cx="16689" cy="16689"/>
            </a:xfrm>
            <a:prstGeom prst="ellipse">
              <a:avLst/>
            </a:prstGeom>
            <a:solidFill>
              <a:srgbClr val="3072D5">
                <a:alpha val="77217"/>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9" name="D-after/fake/point 015"/>
            <p:cNvSpPr/>
            <p:nvPr/>
          </p:nvSpPr>
          <p:spPr>
            <a:xfrm>
              <a:off x="10101079" y="4895426"/>
              <a:ext cx="23192" cy="23192"/>
            </a:xfrm>
            <a:prstGeom prst="ellipse">
              <a:avLst/>
            </a:prstGeom>
            <a:solidFill>
              <a:srgbClr val="3072D5">
                <a:alpha val="58752"/>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0" name="D-after/fake/point 016"/>
            <p:cNvSpPr/>
            <p:nvPr/>
          </p:nvSpPr>
          <p:spPr>
            <a:xfrm>
              <a:off x="10065746" y="5024428"/>
              <a:ext cx="27783" cy="27783"/>
            </a:xfrm>
            <a:prstGeom prst="ellipse">
              <a:avLst/>
            </a:prstGeom>
            <a:solidFill>
              <a:srgbClr val="3072D5">
                <a:alpha val="71345"/>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1" name="D-after/fake/point 017"/>
            <p:cNvSpPr/>
            <p:nvPr/>
          </p:nvSpPr>
          <p:spPr>
            <a:xfrm>
              <a:off x="10121220" y="4843533"/>
              <a:ext cx="23721" cy="23721"/>
            </a:xfrm>
            <a:prstGeom prst="ellipse">
              <a:avLst/>
            </a:prstGeom>
            <a:solidFill>
              <a:srgbClr val="3072D5">
                <a:alpha val="70466"/>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2" name="D-after/fake/point 018"/>
            <p:cNvSpPr/>
            <p:nvPr/>
          </p:nvSpPr>
          <p:spPr>
            <a:xfrm>
              <a:off x="10219044" y="5004163"/>
              <a:ext cx="24886" cy="24886"/>
            </a:xfrm>
            <a:prstGeom prst="ellipse">
              <a:avLst/>
            </a:prstGeom>
            <a:solidFill>
              <a:srgbClr val="3072D5">
                <a:alpha val="68615"/>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3" name="D-after/fake/point 019"/>
            <p:cNvSpPr/>
            <p:nvPr/>
          </p:nvSpPr>
          <p:spPr>
            <a:xfrm>
              <a:off x="10188576" y="4974976"/>
              <a:ext cx="25091" cy="25091"/>
            </a:xfrm>
            <a:prstGeom prst="ellipse">
              <a:avLst/>
            </a:prstGeom>
            <a:solidFill>
              <a:srgbClr val="3072D5">
                <a:alpha val="67849"/>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4" name="D-after/fake/point 020"/>
            <p:cNvSpPr/>
            <p:nvPr/>
          </p:nvSpPr>
          <p:spPr>
            <a:xfrm>
              <a:off x="10190204" y="5129664"/>
              <a:ext cx="20825" cy="20825"/>
            </a:xfrm>
            <a:prstGeom prst="ellipse">
              <a:avLst/>
            </a:prstGeom>
            <a:solidFill>
              <a:srgbClr val="3072D5">
                <a:alpha val="59995"/>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5" name="D-after/fake/point 021"/>
            <p:cNvSpPr/>
            <p:nvPr/>
          </p:nvSpPr>
          <p:spPr>
            <a:xfrm>
              <a:off x="10113874" y="4913132"/>
              <a:ext cx="30579" cy="30579"/>
            </a:xfrm>
            <a:prstGeom prst="ellipse">
              <a:avLst/>
            </a:prstGeom>
            <a:solidFill>
              <a:srgbClr val="3072D5">
                <a:alpha val="59659"/>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6" name="D-after/fake/point 022"/>
            <p:cNvSpPr/>
            <p:nvPr/>
          </p:nvSpPr>
          <p:spPr>
            <a:xfrm>
              <a:off x="10126345" y="5018672"/>
              <a:ext cx="25498" cy="25498"/>
            </a:xfrm>
            <a:prstGeom prst="ellipse">
              <a:avLst/>
            </a:prstGeom>
            <a:solidFill>
              <a:srgbClr val="3072D5">
                <a:alpha val="68869"/>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7" name="D-after/fake/point 023"/>
            <p:cNvSpPr/>
            <p:nvPr/>
          </p:nvSpPr>
          <p:spPr>
            <a:xfrm>
              <a:off x="10228553" y="4980161"/>
              <a:ext cx="27297" cy="27297"/>
            </a:xfrm>
            <a:prstGeom prst="ellipse">
              <a:avLst/>
            </a:prstGeom>
            <a:solidFill>
              <a:srgbClr val="3072D5">
                <a:alpha val="61756"/>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8" name="D-after/fake/point 024"/>
            <p:cNvSpPr/>
            <p:nvPr/>
          </p:nvSpPr>
          <p:spPr>
            <a:xfrm>
              <a:off x="10203680" y="4931485"/>
              <a:ext cx="22240" cy="22240"/>
            </a:xfrm>
            <a:prstGeom prst="ellipse">
              <a:avLst/>
            </a:prstGeom>
            <a:solidFill>
              <a:srgbClr val="3072D5">
                <a:alpha val="70482"/>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9" name="D-after/fake/point 025"/>
            <p:cNvSpPr/>
            <p:nvPr/>
          </p:nvSpPr>
          <p:spPr>
            <a:xfrm>
              <a:off x="10171401" y="4887453"/>
              <a:ext cx="20936" cy="20936"/>
            </a:xfrm>
            <a:prstGeom prst="ellipse">
              <a:avLst/>
            </a:prstGeom>
            <a:solidFill>
              <a:srgbClr val="3072D5">
                <a:alpha val="79801"/>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0" name="D-after/fake/point 026"/>
            <p:cNvSpPr/>
            <p:nvPr/>
          </p:nvSpPr>
          <p:spPr>
            <a:xfrm>
              <a:off x="10203221" y="4937027"/>
              <a:ext cx="20587" cy="20587"/>
            </a:xfrm>
            <a:prstGeom prst="ellipse">
              <a:avLst/>
            </a:prstGeom>
            <a:solidFill>
              <a:srgbClr val="3072D5">
                <a:alpha val="55757"/>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1" name="D-after/fake/point 027"/>
            <p:cNvSpPr/>
            <p:nvPr/>
          </p:nvSpPr>
          <p:spPr>
            <a:xfrm>
              <a:off x="10077589" y="4813441"/>
              <a:ext cx="24568" cy="24568"/>
            </a:xfrm>
            <a:prstGeom prst="ellipse">
              <a:avLst/>
            </a:prstGeom>
            <a:solidFill>
              <a:srgbClr val="3072D5">
                <a:alpha val="85542"/>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2" name="D-after/fake/point 028"/>
            <p:cNvSpPr/>
            <p:nvPr/>
          </p:nvSpPr>
          <p:spPr>
            <a:xfrm>
              <a:off x="10016051" y="5057974"/>
              <a:ext cx="28174" cy="28174"/>
            </a:xfrm>
            <a:prstGeom prst="ellipse">
              <a:avLst/>
            </a:prstGeom>
            <a:solidFill>
              <a:srgbClr val="3072D5">
                <a:alpha val="69738"/>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3" name="D-after/fake/point 029"/>
            <p:cNvSpPr/>
            <p:nvPr/>
          </p:nvSpPr>
          <p:spPr>
            <a:xfrm>
              <a:off x="10065086" y="4968785"/>
              <a:ext cx="23781" cy="23781"/>
            </a:xfrm>
            <a:prstGeom prst="ellipse">
              <a:avLst/>
            </a:prstGeom>
            <a:solidFill>
              <a:srgbClr val="3072D5">
                <a:alpha val="73823"/>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4" name="D-after/fake/point 030"/>
            <p:cNvSpPr/>
            <p:nvPr/>
          </p:nvSpPr>
          <p:spPr>
            <a:xfrm>
              <a:off x="10027307" y="4864429"/>
              <a:ext cx="17550" cy="17550"/>
            </a:xfrm>
            <a:prstGeom prst="ellipse">
              <a:avLst/>
            </a:prstGeom>
            <a:solidFill>
              <a:srgbClr val="3072D5">
                <a:alpha val="77357"/>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5" name="D-after/fake/point 031"/>
            <p:cNvSpPr/>
            <p:nvPr/>
          </p:nvSpPr>
          <p:spPr>
            <a:xfrm>
              <a:off x="9954432" y="5007702"/>
              <a:ext cx="26317" cy="26317"/>
            </a:xfrm>
            <a:prstGeom prst="ellipse">
              <a:avLst/>
            </a:prstGeom>
            <a:solidFill>
              <a:srgbClr val="3072D5">
                <a:alpha val="87696"/>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6" name="D-after/fake/point 032"/>
            <p:cNvSpPr/>
            <p:nvPr/>
          </p:nvSpPr>
          <p:spPr>
            <a:xfrm>
              <a:off x="10053475" y="5027840"/>
              <a:ext cx="17903" cy="17903"/>
            </a:xfrm>
            <a:prstGeom prst="ellipse">
              <a:avLst/>
            </a:prstGeom>
            <a:solidFill>
              <a:srgbClr val="3072D5">
                <a:alpha val="86183"/>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7" name="D-after/fake/point 033"/>
            <p:cNvSpPr/>
            <p:nvPr/>
          </p:nvSpPr>
          <p:spPr>
            <a:xfrm>
              <a:off x="10024782" y="5008778"/>
              <a:ext cx="29788" cy="29788"/>
            </a:xfrm>
            <a:prstGeom prst="ellipse">
              <a:avLst/>
            </a:prstGeom>
            <a:solidFill>
              <a:srgbClr val="3072D5">
                <a:alpha val="60866"/>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8" name="D-after/fake/point 034"/>
            <p:cNvSpPr/>
            <p:nvPr/>
          </p:nvSpPr>
          <p:spPr>
            <a:xfrm>
              <a:off x="10241268" y="4968439"/>
              <a:ext cx="27579" cy="27579"/>
            </a:xfrm>
            <a:prstGeom prst="ellipse">
              <a:avLst/>
            </a:prstGeom>
            <a:solidFill>
              <a:srgbClr val="3072D5">
                <a:alpha val="61751"/>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9" name="D-after/fake/point 035"/>
            <p:cNvSpPr/>
            <p:nvPr/>
          </p:nvSpPr>
          <p:spPr>
            <a:xfrm>
              <a:off x="10135273" y="5008402"/>
              <a:ext cx="22554" cy="22554"/>
            </a:xfrm>
            <a:prstGeom prst="ellipse">
              <a:avLst/>
            </a:prstGeom>
            <a:solidFill>
              <a:srgbClr val="3072D5">
                <a:alpha val="62772"/>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0" name="D-after/fake/point 036"/>
            <p:cNvSpPr/>
            <p:nvPr/>
          </p:nvSpPr>
          <p:spPr>
            <a:xfrm>
              <a:off x="10282733" y="5045468"/>
              <a:ext cx="19939" cy="19939"/>
            </a:xfrm>
            <a:prstGeom prst="ellipse">
              <a:avLst/>
            </a:prstGeom>
            <a:solidFill>
              <a:srgbClr val="3072D5">
                <a:alpha val="67359"/>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1" name="D-after/fake/point 037"/>
            <p:cNvSpPr/>
            <p:nvPr/>
          </p:nvSpPr>
          <p:spPr>
            <a:xfrm>
              <a:off x="10069431" y="5068865"/>
              <a:ext cx="28844" cy="28844"/>
            </a:xfrm>
            <a:prstGeom prst="ellipse">
              <a:avLst/>
            </a:prstGeom>
            <a:solidFill>
              <a:srgbClr val="3072D5">
                <a:alpha val="81445"/>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2" name="D-after/fake/point 038"/>
            <p:cNvSpPr/>
            <p:nvPr/>
          </p:nvSpPr>
          <p:spPr>
            <a:xfrm>
              <a:off x="10021543" y="4992591"/>
              <a:ext cx="24571" cy="24571"/>
            </a:xfrm>
            <a:prstGeom prst="ellipse">
              <a:avLst/>
            </a:prstGeom>
            <a:solidFill>
              <a:srgbClr val="3072D5">
                <a:alpha val="8305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3" name="D-after/fake/point 039"/>
            <p:cNvSpPr/>
            <p:nvPr/>
          </p:nvSpPr>
          <p:spPr>
            <a:xfrm>
              <a:off x="10021254" y="4900687"/>
              <a:ext cx="19888" cy="19888"/>
            </a:xfrm>
            <a:prstGeom prst="ellipse">
              <a:avLst/>
            </a:prstGeom>
            <a:solidFill>
              <a:srgbClr val="3072D5">
                <a:alpha val="56804"/>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4" name="D-after/fake/point 040"/>
            <p:cNvSpPr/>
            <p:nvPr/>
          </p:nvSpPr>
          <p:spPr>
            <a:xfrm>
              <a:off x="10072539" y="5019740"/>
              <a:ext cx="30950" cy="30950"/>
            </a:xfrm>
            <a:prstGeom prst="ellipse">
              <a:avLst/>
            </a:prstGeom>
            <a:solidFill>
              <a:srgbClr val="3072D5">
                <a:alpha val="59305"/>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5" name="D-after/fake/point 041"/>
            <p:cNvSpPr/>
            <p:nvPr/>
          </p:nvSpPr>
          <p:spPr>
            <a:xfrm>
              <a:off x="10151744" y="5003553"/>
              <a:ext cx="17391" cy="17391"/>
            </a:xfrm>
            <a:prstGeom prst="ellipse">
              <a:avLst/>
            </a:prstGeom>
            <a:solidFill>
              <a:srgbClr val="3072D5">
                <a:alpha val="8518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6" name="D-after/fake/point 042"/>
            <p:cNvSpPr/>
            <p:nvPr/>
          </p:nvSpPr>
          <p:spPr>
            <a:xfrm>
              <a:off x="10143425" y="4963700"/>
              <a:ext cx="21655" cy="21655"/>
            </a:xfrm>
            <a:prstGeom prst="ellipse">
              <a:avLst/>
            </a:prstGeom>
            <a:solidFill>
              <a:srgbClr val="3072D5">
                <a:alpha val="68289"/>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7" name="D-after/fake/point 043"/>
            <p:cNvSpPr/>
            <p:nvPr/>
          </p:nvSpPr>
          <p:spPr>
            <a:xfrm>
              <a:off x="10148190" y="4827468"/>
              <a:ext cx="19386" cy="19386"/>
            </a:xfrm>
            <a:prstGeom prst="ellipse">
              <a:avLst/>
            </a:prstGeom>
            <a:solidFill>
              <a:srgbClr val="3072D5">
                <a:alpha val="87951"/>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8" name="D-after/fake/point 044"/>
            <p:cNvSpPr/>
            <p:nvPr/>
          </p:nvSpPr>
          <p:spPr>
            <a:xfrm>
              <a:off x="10099728" y="4924818"/>
              <a:ext cx="19120" cy="19120"/>
            </a:xfrm>
            <a:prstGeom prst="ellipse">
              <a:avLst/>
            </a:prstGeom>
            <a:solidFill>
              <a:srgbClr val="3072D5">
                <a:alpha val="62094"/>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9" name="D-after/fake/point 045"/>
            <p:cNvSpPr/>
            <p:nvPr/>
          </p:nvSpPr>
          <p:spPr>
            <a:xfrm>
              <a:off x="10073613" y="4759825"/>
              <a:ext cx="25933" cy="25933"/>
            </a:xfrm>
            <a:prstGeom prst="ellipse">
              <a:avLst/>
            </a:prstGeom>
            <a:solidFill>
              <a:srgbClr val="3072D5">
                <a:alpha val="81337"/>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0" name="D-after/fake/point 046"/>
            <p:cNvSpPr/>
            <p:nvPr/>
          </p:nvSpPr>
          <p:spPr>
            <a:xfrm>
              <a:off x="10068795" y="5060403"/>
              <a:ext cx="23206" cy="23206"/>
            </a:xfrm>
            <a:prstGeom prst="ellipse">
              <a:avLst/>
            </a:prstGeom>
            <a:solidFill>
              <a:srgbClr val="3072D5">
                <a:alpha val="60057"/>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1" name="D-after/fake/point 047"/>
            <p:cNvSpPr/>
            <p:nvPr/>
          </p:nvSpPr>
          <p:spPr>
            <a:xfrm>
              <a:off x="10041258" y="4959617"/>
              <a:ext cx="29534" cy="29534"/>
            </a:xfrm>
            <a:prstGeom prst="ellipse">
              <a:avLst/>
            </a:prstGeom>
            <a:solidFill>
              <a:srgbClr val="3072D5">
                <a:alpha val="77942"/>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2" name="D-after/fake/point 048"/>
            <p:cNvSpPr/>
            <p:nvPr/>
          </p:nvSpPr>
          <p:spPr>
            <a:xfrm>
              <a:off x="10105005" y="4971689"/>
              <a:ext cx="18997" cy="18997"/>
            </a:xfrm>
            <a:prstGeom prst="ellipse">
              <a:avLst/>
            </a:prstGeom>
            <a:solidFill>
              <a:srgbClr val="3072D5">
                <a:alpha val="83968"/>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3" name="D-after/fake/point 049"/>
            <p:cNvSpPr/>
            <p:nvPr/>
          </p:nvSpPr>
          <p:spPr>
            <a:xfrm>
              <a:off x="10132729" y="5088167"/>
              <a:ext cx="29667" cy="29667"/>
            </a:xfrm>
            <a:prstGeom prst="ellipse">
              <a:avLst/>
            </a:prstGeom>
            <a:solidFill>
              <a:srgbClr val="3072D5">
                <a:alpha val="81474"/>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4" name="D-after/fake/point 050"/>
            <p:cNvSpPr/>
            <p:nvPr/>
          </p:nvSpPr>
          <p:spPr>
            <a:xfrm>
              <a:off x="10142501" y="4945783"/>
              <a:ext cx="25056" cy="25056"/>
            </a:xfrm>
            <a:prstGeom prst="ellipse">
              <a:avLst/>
            </a:prstGeom>
            <a:solidFill>
              <a:srgbClr val="3072D5">
                <a:alpha val="87581"/>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5" name="D-after/fake/point 051"/>
            <p:cNvSpPr/>
            <p:nvPr/>
          </p:nvSpPr>
          <p:spPr>
            <a:xfrm>
              <a:off x="10206386" y="4899766"/>
              <a:ext cx="19452" cy="19452"/>
            </a:xfrm>
            <a:prstGeom prst="ellipse">
              <a:avLst/>
            </a:prstGeom>
            <a:solidFill>
              <a:srgbClr val="3072D5">
                <a:alpha val="60188"/>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6" name="D-after/fake/point 052"/>
            <p:cNvSpPr/>
            <p:nvPr/>
          </p:nvSpPr>
          <p:spPr>
            <a:xfrm>
              <a:off x="10144940" y="5065590"/>
              <a:ext cx="19909" cy="19909"/>
            </a:xfrm>
            <a:prstGeom prst="ellipse">
              <a:avLst/>
            </a:prstGeom>
            <a:solidFill>
              <a:srgbClr val="3072D5">
                <a:alpha val="75554"/>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7" name="D-after/fake/point 053"/>
            <p:cNvSpPr/>
            <p:nvPr/>
          </p:nvSpPr>
          <p:spPr>
            <a:xfrm>
              <a:off x="10160105" y="4952816"/>
              <a:ext cx="18186" cy="18186"/>
            </a:xfrm>
            <a:prstGeom prst="ellipse">
              <a:avLst/>
            </a:prstGeom>
            <a:solidFill>
              <a:srgbClr val="3072D5">
                <a:alpha val="73108"/>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8" name="D-after/fake/point 054"/>
            <p:cNvSpPr/>
            <p:nvPr/>
          </p:nvSpPr>
          <p:spPr>
            <a:xfrm>
              <a:off x="10025940" y="4908088"/>
              <a:ext cx="22166" cy="22166"/>
            </a:xfrm>
            <a:prstGeom prst="ellipse">
              <a:avLst/>
            </a:prstGeom>
            <a:solidFill>
              <a:srgbClr val="3072D5">
                <a:alpha val="75063"/>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9" name="D-after/fake/point 055"/>
            <p:cNvSpPr/>
            <p:nvPr/>
          </p:nvSpPr>
          <p:spPr>
            <a:xfrm>
              <a:off x="10112869" y="5018975"/>
              <a:ext cx="29884" cy="29884"/>
            </a:xfrm>
            <a:prstGeom prst="ellipse">
              <a:avLst/>
            </a:prstGeom>
            <a:solidFill>
              <a:srgbClr val="3072D5">
                <a:alpha val="61928"/>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0" name="D-after/fake/point 056"/>
            <p:cNvSpPr/>
            <p:nvPr/>
          </p:nvSpPr>
          <p:spPr>
            <a:xfrm>
              <a:off x="10091087" y="5026830"/>
              <a:ext cx="23524" cy="23524"/>
            </a:xfrm>
            <a:prstGeom prst="ellipse">
              <a:avLst/>
            </a:prstGeom>
            <a:solidFill>
              <a:srgbClr val="3072D5">
                <a:alpha val="51353"/>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1" name="D-after/fake/point 057"/>
            <p:cNvSpPr/>
            <p:nvPr/>
          </p:nvSpPr>
          <p:spPr>
            <a:xfrm>
              <a:off x="10004396" y="4934198"/>
              <a:ext cx="26827" cy="26827"/>
            </a:xfrm>
            <a:prstGeom prst="ellipse">
              <a:avLst/>
            </a:prstGeom>
            <a:solidFill>
              <a:srgbClr val="3072D5">
                <a:alpha val="70757"/>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2" name="D-after/fake/point 058"/>
            <p:cNvSpPr/>
            <p:nvPr/>
          </p:nvSpPr>
          <p:spPr>
            <a:xfrm>
              <a:off x="10231575" y="4959189"/>
              <a:ext cx="30260" cy="30260"/>
            </a:xfrm>
            <a:prstGeom prst="ellipse">
              <a:avLst/>
            </a:prstGeom>
            <a:solidFill>
              <a:srgbClr val="3072D5">
                <a:alpha val="67186"/>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3" name="D-after/fake/point 059"/>
            <p:cNvSpPr/>
            <p:nvPr/>
          </p:nvSpPr>
          <p:spPr>
            <a:xfrm>
              <a:off x="10004242" y="4992662"/>
              <a:ext cx="29771" cy="29771"/>
            </a:xfrm>
            <a:prstGeom prst="ellipse">
              <a:avLst/>
            </a:prstGeom>
            <a:solidFill>
              <a:srgbClr val="3072D5">
                <a:alpha val="82935"/>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4" name="D-after/fake/point 060"/>
            <p:cNvSpPr/>
            <p:nvPr/>
          </p:nvSpPr>
          <p:spPr>
            <a:xfrm>
              <a:off x="10079893" y="4963196"/>
              <a:ext cx="19726" cy="19726"/>
            </a:xfrm>
            <a:prstGeom prst="ellipse">
              <a:avLst/>
            </a:prstGeom>
            <a:solidFill>
              <a:srgbClr val="3072D5">
                <a:alpha val="75843"/>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5" name="D-after/fake/point 061"/>
            <p:cNvSpPr/>
            <p:nvPr/>
          </p:nvSpPr>
          <p:spPr>
            <a:xfrm>
              <a:off x="10244550" y="4934902"/>
              <a:ext cx="20364" cy="20364"/>
            </a:xfrm>
            <a:prstGeom prst="ellipse">
              <a:avLst/>
            </a:prstGeom>
            <a:solidFill>
              <a:srgbClr val="3072D5">
                <a:alpha val="87228"/>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6" name="D-after/fake/point 062"/>
            <p:cNvSpPr/>
            <p:nvPr/>
          </p:nvSpPr>
          <p:spPr>
            <a:xfrm>
              <a:off x="10199803" y="4940732"/>
              <a:ext cx="18491" cy="18491"/>
            </a:xfrm>
            <a:prstGeom prst="ellipse">
              <a:avLst/>
            </a:prstGeom>
            <a:solidFill>
              <a:srgbClr val="3072D5">
                <a:alpha val="77036"/>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7" name="D-after/fake/point 063"/>
            <p:cNvSpPr/>
            <p:nvPr/>
          </p:nvSpPr>
          <p:spPr>
            <a:xfrm>
              <a:off x="9947376" y="4855751"/>
              <a:ext cx="27165" cy="27165"/>
            </a:xfrm>
            <a:prstGeom prst="ellipse">
              <a:avLst/>
            </a:prstGeom>
            <a:solidFill>
              <a:srgbClr val="3072D5">
                <a:alpha val="56379"/>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8" name="D-after/fake/point 064"/>
            <p:cNvSpPr/>
            <p:nvPr/>
          </p:nvSpPr>
          <p:spPr>
            <a:xfrm>
              <a:off x="10076422" y="4935775"/>
              <a:ext cx="31507" cy="31507"/>
            </a:xfrm>
            <a:prstGeom prst="ellipse">
              <a:avLst/>
            </a:prstGeom>
            <a:solidFill>
              <a:srgbClr val="3072D5">
                <a:alpha val="55973"/>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9" name="D-after/fake/point 065"/>
            <p:cNvSpPr/>
            <p:nvPr/>
          </p:nvSpPr>
          <p:spPr>
            <a:xfrm>
              <a:off x="10036314" y="5103809"/>
              <a:ext cx="21345" cy="21345"/>
            </a:xfrm>
            <a:prstGeom prst="ellipse">
              <a:avLst/>
            </a:prstGeom>
            <a:solidFill>
              <a:srgbClr val="3072D5">
                <a:alpha val="63623"/>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0" name="D-after/fake/point 066"/>
            <p:cNvSpPr/>
            <p:nvPr/>
          </p:nvSpPr>
          <p:spPr>
            <a:xfrm>
              <a:off x="10021080" y="5088221"/>
              <a:ext cx="18091" cy="18091"/>
            </a:xfrm>
            <a:prstGeom prst="ellipse">
              <a:avLst/>
            </a:prstGeom>
            <a:solidFill>
              <a:srgbClr val="3072D5">
                <a:alpha val="60339"/>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1" name="D-after/fake/point 067"/>
            <p:cNvSpPr/>
            <p:nvPr/>
          </p:nvSpPr>
          <p:spPr>
            <a:xfrm>
              <a:off x="10118098" y="5109747"/>
              <a:ext cx="28947" cy="28947"/>
            </a:xfrm>
            <a:prstGeom prst="ellipse">
              <a:avLst/>
            </a:prstGeom>
            <a:solidFill>
              <a:srgbClr val="3072D5">
                <a:alpha val="69176"/>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2" name="D-after/fake/point 068"/>
            <p:cNvSpPr/>
            <p:nvPr/>
          </p:nvSpPr>
          <p:spPr>
            <a:xfrm>
              <a:off x="10025372" y="4891557"/>
              <a:ext cx="25598" cy="25598"/>
            </a:xfrm>
            <a:prstGeom prst="ellipse">
              <a:avLst/>
            </a:prstGeom>
            <a:solidFill>
              <a:srgbClr val="3072D5">
                <a:alpha val="7207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3" name="D-after/fake/point 069"/>
            <p:cNvSpPr/>
            <p:nvPr/>
          </p:nvSpPr>
          <p:spPr>
            <a:xfrm>
              <a:off x="10001868" y="4857130"/>
              <a:ext cx="26595" cy="26595"/>
            </a:xfrm>
            <a:prstGeom prst="ellipse">
              <a:avLst/>
            </a:prstGeom>
            <a:solidFill>
              <a:srgbClr val="3072D5">
                <a:alpha val="6647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4" name="D-after/fake/point 070"/>
            <p:cNvSpPr/>
            <p:nvPr/>
          </p:nvSpPr>
          <p:spPr>
            <a:xfrm>
              <a:off x="10331510" y="5146388"/>
              <a:ext cx="23187" cy="23187"/>
            </a:xfrm>
            <a:prstGeom prst="ellipse">
              <a:avLst/>
            </a:prstGeom>
            <a:solidFill>
              <a:srgbClr val="3072D5">
                <a:alpha val="55118"/>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5" name="D-after/fake/point 071"/>
            <p:cNvSpPr/>
            <p:nvPr/>
          </p:nvSpPr>
          <p:spPr>
            <a:xfrm>
              <a:off x="10103020" y="4991413"/>
              <a:ext cx="20437" cy="20437"/>
            </a:xfrm>
            <a:prstGeom prst="ellipse">
              <a:avLst/>
            </a:prstGeom>
            <a:solidFill>
              <a:srgbClr val="3072D5">
                <a:alpha val="72504"/>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6" name="D-after/fake/point 072"/>
            <p:cNvSpPr/>
            <p:nvPr/>
          </p:nvSpPr>
          <p:spPr>
            <a:xfrm>
              <a:off x="10017841" y="4892259"/>
              <a:ext cx="19965" cy="19965"/>
            </a:xfrm>
            <a:prstGeom prst="ellipse">
              <a:avLst/>
            </a:prstGeom>
            <a:solidFill>
              <a:srgbClr val="3072D5">
                <a:alpha val="75933"/>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7" name="D-after/fake/point 073"/>
            <p:cNvSpPr/>
            <p:nvPr/>
          </p:nvSpPr>
          <p:spPr>
            <a:xfrm>
              <a:off x="10096739" y="4972839"/>
              <a:ext cx="28384" cy="28384"/>
            </a:xfrm>
            <a:prstGeom prst="ellipse">
              <a:avLst/>
            </a:prstGeom>
            <a:solidFill>
              <a:srgbClr val="3072D5">
                <a:alpha val="81589"/>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8" name="D-after/fake/point 074"/>
            <p:cNvSpPr/>
            <p:nvPr/>
          </p:nvSpPr>
          <p:spPr>
            <a:xfrm>
              <a:off x="10184363" y="5048735"/>
              <a:ext cx="19595" cy="19595"/>
            </a:xfrm>
            <a:prstGeom prst="ellipse">
              <a:avLst/>
            </a:prstGeom>
            <a:solidFill>
              <a:srgbClr val="3072D5">
                <a:alpha val="52539"/>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name="Original reference (not editable)">
    <p:spTree>
      <p:nvGrpSpPr>
        <p:cNvPr id="1" name=""/>
        <p:cNvGrpSpPr/>
        <p:nvPr/>
      </p:nvGrpSpPr>
      <p:grpSpPr/>
      <p:pic>
        <p:nvPicPr>
          <p:cNvPr id="2" name="Picture 1" descr="image.png"/>
          <p:cNvPicPr>
            <a:picLocks noChangeAspect="1"/>
          </p:cNvPicPr>
          <p:nvPr/>
        </p:nvPicPr>
        <p:blipFill>
          <a:blip r:embed="rId2"/>
          <a:stretch>
            <a:fillRect/>
          </a:stretch>
        </p:blipFill>
        <p:spPr>
          <a:xfrm>
            <a:off x="101600" y="50800"/>
            <a:ext cx="10426700" cy="589280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AdvFD Figure 3 — editable reconstruction</dc:title>
  <dc:subject>Reference figure from arXiv:2608.11205v1; native shapes and text</dc:subject>
  <dc:creator/>
  <cp:keywords/>
  <dc:description>Reference source retained. Editable scatter locations are illustrative redraws, not measured data.</dc:description>
  <cp:lastModifiedBy>Steve Canny</cp:lastModifiedBy>
  <cp:revision>1</cp:revision>
  <dcterms:created xsi:type="dcterms:W3CDTF">2013-01-27T09:14:16Z</dcterms:created>
  <dcterms:modified xsi:type="dcterms:W3CDTF">2013-01-27T09:15:58Z</dcterms:modified>
  <cp:category/>
</cp:coreProperties>
</file>